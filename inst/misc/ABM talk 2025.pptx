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7" r:id="rId2"/>
    <p:sldMasterId id="2147483725" r:id="rId3"/>
  </p:sldMasterIdLst>
  <p:notesMasterIdLst>
    <p:notesMasterId r:id="rId31"/>
  </p:notesMasterIdLst>
  <p:handoutMasterIdLst>
    <p:handoutMasterId r:id="rId32"/>
  </p:handoutMasterIdLst>
  <p:sldIdLst>
    <p:sldId id="364" r:id="rId4"/>
    <p:sldId id="372" r:id="rId5"/>
    <p:sldId id="387" r:id="rId6"/>
    <p:sldId id="379" r:id="rId7"/>
    <p:sldId id="389" r:id="rId8"/>
    <p:sldId id="376" r:id="rId9"/>
    <p:sldId id="378" r:id="rId10"/>
    <p:sldId id="396" r:id="rId11"/>
    <p:sldId id="397" r:id="rId12"/>
    <p:sldId id="400" r:id="rId13"/>
    <p:sldId id="398" r:id="rId14"/>
    <p:sldId id="388" r:id="rId15"/>
    <p:sldId id="393" r:id="rId16"/>
    <p:sldId id="352" r:id="rId17"/>
    <p:sldId id="377" r:id="rId18"/>
    <p:sldId id="382" r:id="rId19"/>
    <p:sldId id="392" r:id="rId20"/>
    <p:sldId id="395" r:id="rId21"/>
    <p:sldId id="381" r:id="rId22"/>
    <p:sldId id="383" r:id="rId23"/>
    <p:sldId id="394" r:id="rId24"/>
    <p:sldId id="401" r:id="rId25"/>
    <p:sldId id="373" r:id="rId26"/>
    <p:sldId id="391" r:id="rId27"/>
    <p:sldId id="399" r:id="rId28"/>
    <p:sldId id="402" r:id="rId29"/>
    <p:sldId id="403" r:id="rId30"/>
  </p:sldIdLst>
  <p:sldSz cx="9144000" cy="5143500" type="screen16x9"/>
  <p:notesSz cx="6858000" cy="9144000"/>
  <p:defaultTextStyle>
    <a:defPPr>
      <a:defRPr lang="en-US"/>
    </a:defPPr>
    <a:lvl1pPr marL="0" algn="l" defTabSz="408131" rtl="0" eaLnBrk="1" latinLnBrk="0" hangingPunct="1">
      <a:defRPr sz="1612" kern="1200">
        <a:solidFill>
          <a:schemeClr val="tx1"/>
        </a:solidFill>
        <a:latin typeface="+mn-lt"/>
        <a:ea typeface="+mn-ea"/>
        <a:cs typeface="+mn-cs"/>
      </a:defRPr>
    </a:lvl1pPr>
    <a:lvl2pPr marL="408131" algn="l" defTabSz="408131" rtl="0" eaLnBrk="1" latinLnBrk="0" hangingPunct="1">
      <a:defRPr sz="1612" kern="1200">
        <a:solidFill>
          <a:schemeClr val="tx1"/>
        </a:solidFill>
        <a:latin typeface="+mn-lt"/>
        <a:ea typeface="+mn-ea"/>
        <a:cs typeface="+mn-cs"/>
      </a:defRPr>
    </a:lvl2pPr>
    <a:lvl3pPr marL="816262" algn="l" defTabSz="408131" rtl="0" eaLnBrk="1" latinLnBrk="0" hangingPunct="1">
      <a:defRPr sz="1612" kern="1200">
        <a:solidFill>
          <a:schemeClr val="tx1"/>
        </a:solidFill>
        <a:latin typeface="+mn-lt"/>
        <a:ea typeface="+mn-ea"/>
        <a:cs typeface="+mn-cs"/>
      </a:defRPr>
    </a:lvl3pPr>
    <a:lvl4pPr marL="1224392" algn="l" defTabSz="408131" rtl="0" eaLnBrk="1" latinLnBrk="0" hangingPunct="1">
      <a:defRPr sz="1612" kern="1200">
        <a:solidFill>
          <a:schemeClr val="tx1"/>
        </a:solidFill>
        <a:latin typeface="+mn-lt"/>
        <a:ea typeface="+mn-ea"/>
        <a:cs typeface="+mn-cs"/>
      </a:defRPr>
    </a:lvl4pPr>
    <a:lvl5pPr marL="1632523" algn="l" defTabSz="408131" rtl="0" eaLnBrk="1" latinLnBrk="0" hangingPunct="1">
      <a:defRPr sz="1612" kern="1200">
        <a:solidFill>
          <a:schemeClr val="tx1"/>
        </a:solidFill>
        <a:latin typeface="+mn-lt"/>
        <a:ea typeface="+mn-ea"/>
        <a:cs typeface="+mn-cs"/>
      </a:defRPr>
    </a:lvl5pPr>
    <a:lvl6pPr marL="2040654" algn="l" defTabSz="408131" rtl="0" eaLnBrk="1" latinLnBrk="0" hangingPunct="1">
      <a:defRPr sz="1612" kern="1200">
        <a:solidFill>
          <a:schemeClr val="tx1"/>
        </a:solidFill>
        <a:latin typeface="+mn-lt"/>
        <a:ea typeface="+mn-ea"/>
        <a:cs typeface="+mn-cs"/>
      </a:defRPr>
    </a:lvl6pPr>
    <a:lvl7pPr marL="2448785" algn="l" defTabSz="408131" rtl="0" eaLnBrk="1" latinLnBrk="0" hangingPunct="1">
      <a:defRPr sz="1612" kern="1200">
        <a:solidFill>
          <a:schemeClr val="tx1"/>
        </a:solidFill>
        <a:latin typeface="+mn-lt"/>
        <a:ea typeface="+mn-ea"/>
        <a:cs typeface="+mn-cs"/>
      </a:defRPr>
    </a:lvl7pPr>
    <a:lvl8pPr marL="2856915" algn="l" defTabSz="408131" rtl="0" eaLnBrk="1" latinLnBrk="0" hangingPunct="1">
      <a:defRPr sz="1612" kern="1200">
        <a:solidFill>
          <a:schemeClr val="tx1"/>
        </a:solidFill>
        <a:latin typeface="+mn-lt"/>
        <a:ea typeface="+mn-ea"/>
        <a:cs typeface="+mn-cs"/>
      </a:defRPr>
    </a:lvl8pPr>
    <a:lvl9pPr marL="3265046" algn="l" defTabSz="408131" rtl="0" eaLnBrk="1" latinLnBrk="0" hangingPunct="1">
      <a:defRPr sz="1612"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74D897-F0F7-46E0-95F4-A0E393E478AD}">
          <p14:sldIdLst>
            <p14:sldId id="364"/>
            <p14:sldId id="372"/>
            <p14:sldId id="387"/>
            <p14:sldId id="379"/>
            <p14:sldId id="389"/>
            <p14:sldId id="376"/>
            <p14:sldId id="378"/>
            <p14:sldId id="396"/>
            <p14:sldId id="397"/>
            <p14:sldId id="400"/>
            <p14:sldId id="398"/>
            <p14:sldId id="388"/>
            <p14:sldId id="393"/>
          </p14:sldIdLst>
        </p14:section>
        <p14:section name="Untitled Section" id="{52645A10-9C86-45C2-A698-5CD805F5EAA2}">
          <p14:sldIdLst>
            <p14:sldId id="352"/>
            <p14:sldId id="377"/>
            <p14:sldId id="382"/>
            <p14:sldId id="392"/>
            <p14:sldId id="395"/>
            <p14:sldId id="381"/>
            <p14:sldId id="383"/>
            <p14:sldId id="394"/>
            <p14:sldId id="401"/>
            <p14:sldId id="373"/>
            <p14:sldId id="391"/>
            <p14:sldId id="399"/>
            <p14:sldId id="402"/>
            <p14:sldId id="403"/>
          </p14:sldIdLst>
        </p14:section>
      </p14:sectionLst>
    </p:ext>
    <p:ext uri="{EFAFB233-063F-42B5-8137-9DF3F51BA10A}">
      <p15:sldGuideLst xmlns:p15="http://schemas.microsoft.com/office/powerpoint/2012/main">
        <p15:guide id="1" orient="horz" pos="2912" userDrawn="1">
          <p15:clr>
            <a:srgbClr val="A4A3A4"/>
          </p15:clr>
        </p15:guide>
        <p15:guide id="2" orient="horz" pos="1620" userDrawn="1">
          <p15:clr>
            <a:srgbClr val="A4A3A4"/>
          </p15:clr>
        </p15:guide>
        <p15:guide id="3" orient="horz" pos="180" userDrawn="1">
          <p15:clr>
            <a:srgbClr val="A4A3A4"/>
          </p15:clr>
        </p15:guide>
        <p15:guide id="4" pos="2880" userDrawn="1">
          <p15:clr>
            <a:srgbClr val="A4A3A4"/>
          </p15:clr>
        </p15:guide>
        <p15:guide id="5" pos="407" userDrawn="1">
          <p15:clr>
            <a:srgbClr val="A4A3A4"/>
          </p15:clr>
        </p15:guide>
        <p15:guide id="6" pos="535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ony Kuo" initials="TK" lastIdx="1" clrIdx="0">
    <p:extLst>
      <p:ext uri="{19B8F6BF-5375-455C-9EA6-DF929625EA0E}">
        <p15:presenceInfo xmlns:p15="http://schemas.microsoft.com/office/powerpoint/2012/main" userId="S::tkuo@ph.lacounty.gov::e36a15f5-a6ed-4b0f-bd61-d5c0283a64f7" providerId="AD"/>
      </p:ext>
    </p:extLst>
  </p:cmAuthor>
  <p:cmAuthor id="2" name="Moira Inkelas" initials="MI" lastIdx="11" clrIdx="1">
    <p:extLst>
      <p:ext uri="{19B8F6BF-5375-455C-9EA6-DF929625EA0E}">
        <p15:presenceInfo xmlns:p15="http://schemas.microsoft.com/office/powerpoint/2012/main" userId="3b0e7d72aa2ebfb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0202"/>
    <a:srgbClr val="002060"/>
    <a:srgbClr val="FFF2CC"/>
    <a:srgbClr val="FFFFFF"/>
    <a:srgbClr val="F6F5F6"/>
    <a:srgbClr val="D1BDD6"/>
    <a:srgbClr val="7C2B83"/>
    <a:srgbClr val="D6E9D2"/>
    <a:srgbClr val="D6E8D2"/>
    <a:srgbClr val="B3C7E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76" autoAdjust="0"/>
    <p:restoredTop sz="72472" autoAdjust="0"/>
  </p:normalViewPr>
  <p:slideViewPr>
    <p:cSldViewPr snapToGrid="0" snapToObjects="1" showGuides="1">
      <p:cViewPr varScale="1">
        <p:scale>
          <a:sx n="143" d="100"/>
          <a:sy n="143" d="100"/>
        </p:scale>
        <p:origin x="1176" y="184"/>
      </p:cViewPr>
      <p:guideLst>
        <p:guide orient="horz" pos="2912"/>
        <p:guide orient="horz" pos="1620"/>
        <p:guide orient="horz" pos="180"/>
        <p:guide pos="2880"/>
        <p:guide pos="407"/>
        <p:guide pos="5354"/>
      </p:guideLst>
    </p:cSldViewPr>
  </p:slideViewPr>
  <p:notesTextViewPr>
    <p:cViewPr>
      <p:scale>
        <a:sx n="100" d="100"/>
        <a:sy n="100" d="100"/>
      </p:scale>
      <p:origin x="0" y="0"/>
    </p:cViewPr>
  </p:notesTextViewPr>
  <p:sorterViewPr>
    <p:cViewPr>
      <p:scale>
        <a:sx n="200" d="100"/>
        <a:sy n="200" d="100"/>
      </p:scale>
      <p:origin x="0" y="70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12C047-BE12-EC46-B9BA-2707E4FC193E}" type="datetimeFigureOut">
              <a:rPr lang="en-US" smtClean="0"/>
              <a:t>11/13/25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E75CD9-A899-4B4C-B58D-2FB87FF1F72B}" type="slidenum">
              <a:rPr lang="en-US" smtClean="0"/>
              <a:t>‹#›</a:t>
            </a:fld>
            <a:endParaRPr lang="en-US"/>
          </a:p>
        </p:txBody>
      </p:sp>
    </p:spTree>
    <p:extLst>
      <p:ext uri="{BB962C8B-B14F-4D97-AF65-F5344CB8AC3E}">
        <p14:creationId xmlns:p14="http://schemas.microsoft.com/office/powerpoint/2010/main" val="24562887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3E678E-1831-8F48-A62D-BC5A98DE3A4C}" type="datetimeFigureOut">
              <a:rPr lang="en-US" smtClean="0"/>
              <a:t>11/13/25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D8A9B0-80EF-A34D-B345-E2DEC5501E01}" type="slidenum">
              <a:rPr lang="en-US" smtClean="0"/>
              <a:t>‹#›</a:t>
            </a:fld>
            <a:endParaRPr lang="en-US"/>
          </a:p>
        </p:txBody>
      </p:sp>
    </p:spTree>
    <p:extLst>
      <p:ext uri="{BB962C8B-B14F-4D97-AF65-F5344CB8AC3E}">
        <p14:creationId xmlns:p14="http://schemas.microsoft.com/office/powerpoint/2010/main" val="506164296"/>
      </p:ext>
    </p:extLst>
  </p:cSld>
  <p:clrMap bg1="lt1" tx1="dk1" bg2="lt2" tx2="dk2" accent1="accent1" accent2="accent2" accent3="accent3" accent4="accent4" accent5="accent5" accent6="accent6" hlink="hlink" folHlink="folHlink"/>
  <p:notesStyle>
    <a:lvl1pPr marL="0" algn="l" defTabSz="171404" rtl="0" eaLnBrk="1" latinLnBrk="0" hangingPunct="1">
      <a:defRPr sz="450" kern="1200">
        <a:solidFill>
          <a:schemeClr val="tx1"/>
        </a:solidFill>
        <a:latin typeface="+mn-lt"/>
        <a:ea typeface="+mn-ea"/>
        <a:cs typeface="+mn-cs"/>
      </a:defRPr>
    </a:lvl1pPr>
    <a:lvl2pPr marL="171404" algn="l" defTabSz="171404" rtl="0" eaLnBrk="1" latinLnBrk="0" hangingPunct="1">
      <a:defRPr sz="450" kern="1200">
        <a:solidFill>
          <a:schemeClr val="tx1"/>
        </a:solidFill>
        <a:latin typeface="+mn-lt"/>
        <a:ea typeface="+mn-ea"/>
        <a:cs typeface="+mn-cs"/>
      </a:defRPr>
    </a:lvl2pPr>
    <a:lvl3pPr marL="342809" algn="l" defTabSz="171404" rtl="0" eaLnBrk="1" latinLnBrk="0" hangingPunct="1">
      <a:defRPr sz="450" kern="1200">
        <a:solidFill>
          <a:schemeClr val="tx1"/>
        </a:solidFill>
        <a:latin typeface="+mn-lt"/>
        <a:ea typeface="+mn-ea"/>
        <a:cs typeface="+mn-cs"/>
      </a:defRPr>
    </a:lvl3pPr>
    <a:lvl4pPr marL="514213" algn="l" defTabSz="171404" rtl="0" eaLnBrk="1" latinLnBrk="0" hangingPunct="1">
      <a:defRPr sz="450" kern="1200">
        <a:solidFill>
          <a:schemeClr val="tx1"/>
        </a:solidFill>
        <a:latin typeface="+mn-lt"/>
        <a:ea typeface="+mn-ea"/>
        <a:cs typeface="+mn-cs"/>
      </a:defRPr>
    </a:lvl4pPr>
    <a:lvl5pPr marL="685617" algn="l" defTabSz="171404" rtl="0" eaLnBrk="1" latinLnBrk="0" hangingPunct="1">
      <a:defRPr sz="450" kern="1200">
        <a:solidFill>
          <a:schemeClr val="tx1"/>
        </a:solidFill>
        <a:latin typeface="+mn-lt"/>
        <a:ea typeface="+mn-ea"/>
        <a:cs typeface="+mn-cs"/>
      </a:defRPr>
    </a:lvl5pPr>
    <a:lvl6pPr marL="857021" algn="l" defTabSz="171404" rtl="0" eaLnBrk="1" latinLnBrk="0" hangingPunct="1">
      <a:defRPr sz="450" kern="1200">
        <a:solidFill>
          <a:schemeClr val="tx1"/>
        </a:solidFill>
        <a:latin typeface="+mn-lt"/>
        <a:ea typeface="+mn-ea"/>
        <a:cs typeface="+mn-cs"/>
      </a:defRPr>
    </a:lvl6pPr>
    <a:lvl7pPr marL="1028426" algn="l" defTabSz="171404" rtl="0" eaLnBrk="1" latinLnBrk="0" hangingPunct="1">
      <a:defRPr sz="450" kern="1200">
        <a:solidFill>
          <a:schemeClr val="tx1"/>
        </a:solidFill>
        <a:latin typeface="+mn-lt"/>
        <a:ea typeface="+mn-ea"/>
        <a:cs typeface="+mn-cs"/>
      </a:defRPr>
    </a:lvl7pPr>
    <a:lvl8pPr marL="1199830" algn="l" defTabSz="171404" rtl="0" eaLnBrk="1" latinLnBrk="0" hangingPunct="1">
      <a:defRPr sz="450" kern="1200">
        <a:solidFill>
          <a:schemeClr val="tx1"/>
        </a:solidFill>
        <a:latin typeface="+mn-lt"/>
        <a:ea typeface="+mn-ea"/>
        <a:cs typeface="+mn-cs"/>
      </a:defRPr>
    </a:lvl8pPr>
    <a:lvl9pPr marL="1371234" algn="l" defTabSz="171404" rtl="0" eaLnBrk="1" latinLnBrk="0" hangingPunct="1">
      <a:defRPr sz="45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coursera.org/learn/model-thinkin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good to meet you.</a:t>
            </a:r>
          </a:p>
          <a:p>
            <a:endParaRPr lang="en-US" dirty="0"/>
          </a:p>
          <a:p>
            <a:r>
              <a:rPr lang="en-US" dirty="0"/>
              <a:t>How many 1</a:t>
            </a:r>
            <a:r>
              <a:rPr lang="en-US" baseline="30000" dirty="0"/>
              <a:t>st</a:t>
            </a:r>
            <a:r>
              <a:rPr lang="en-US" dirty="0"/>
              <a:t> years? How many 2</a:t>
            </a:r>
            <a:r>
              <a:rPr lang="en-US" baseline="30000" dirty="0"/>
              <a:t>nd</a:t>
            </a:r>
            <a:r>
              <a:rPr lang="en-US" dirty="0"/>
              <a:t> years? How many are in 3</a:t>
            </a:r>
            <a:r>
              <a:rPr lang="en-US" baseline="30000" dirty="0"/>
              <a:t>rd</a:t>
            </a:r>
            <a:r>
              <a:rPr lang="en-US" dirty="0"/>
              <a:t> year and beyond?</a:t>
            </a:r>
          </a:p>
          <a:p>
            <a:endParaRPr lang="en-US" dirty="0"/>
          </a:p>
          <a:p>
            <a:r>
              <a:rPr lang="en-US" dirty="0"/>
              <a:t>I’m going to talk about an agent-based model that we developed in order to help the Los Angeles Unified School District start planning a safe return to school during the covid pandemic.</a:t>
            </a:r>
          </a:p>
        </p:txBody>
      </p:sp>
      <p:sp>
        <p:nvSpPr>
          <p:cNvPr id="4" name="Slide Number Placeholder 3"/>
          <p:cNvSpPr>
            <a:spLocks noGrp="1"/>
          </p:cNvSpPr>
          <p:nvPr>
            <p:ph type="sldNum" sz="quarter" idx="10"/>
          </p:nvPr>
        </p:nvSpPr>
        <p:spPr/>
        <p:txBody>
          <a:bodyPr/>
          <a:lstStyle/>
          <a:p>
            <a:fld id="{0ED8A9B0-80EF-A34D-B345-E2DEC5501E01}" type="slidenum">
              <a:rPr lang="en-US" smtClean="0"/>
              <a:t>1</a:t>
            </a:fld>
            <a:endParaRPr lang="en-US"/>
          </a:p>
        </p:txBody>
      </p:sp>
    </p:spTree>
    <p:extLst>
      <p:ext uri="{BB962C8B-B14F-4D97-AF65-F5344CB8AC3E}">
        <p14:creationId xmlns:p14="http://schemas.microsoft.com/office/powerpoint/2010/main" val="771982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I’m sure you’re aware, school closures due to COVID19 caused substantial disruptions to students’ educations, as well as to their social development and health.</a:t>
            </a:r>
          </a:p>
          <a:p>
            <a:endParaRPr lang="en-US" dirty="0"/>
          </a:p>
          <a:p>
            <a:r>
              <a:rPr lang="en-US" dirty="0"/>
              <a:t>Closures have also increased burdens on families due to the need for increased childcare and educational support, and there are economic ripple effects.</a:t>
            </a:r>
          </a:p>
          <a:p>
            <a:endParaRPr lang="en-US" dirty="0"/>
          </a:p>
          <a:p>
            <a:r>
              <a:rPr lang="en-US" dirty="0"/>
              <a:t>These problems have been particularly severe for students who were already disadvantaged due to socioeconomic factors, because these students often have less resources and support to help make distance learning successful.</a:t>
            </a:r>
          </a:p>
        </p:txBody>
      </p:sp>
      <p:sp>
        <p:nvSpPr>
          <p:cNvPr id="4" name="Slide Number Placeholder 3"/>
          <p:cNvSpPr>
            <a:spLocks noGrp="1"/>
          </p:cNvSpPr>
          <p:nvPr>
            <p:ph type="sldNum" sz="quarter" idx="5"/>
          </p:nvPr>
        </p:nvSpPr>
        <p:spPr/>
        <p:txBody>
          <a:bodyPr/>
          <a:lstStyle/>
          <a:p>
            <a:fld id="{0ED8A9B0-80EF-A34D-B345-E2DEC5501E01}" type="slidenum">
              <a:rPr lang="en-US" smtClean="0"/>
              <a:t>2</a:t>
            </a:fld>
            <a:endParaRPr lang="en-US"/>
          </a:p>
        </p:txBody>
      </p:sp>
    </p:spTree>
    <p:extLst>
      <p:ext uri="{BB962C8B-B14F-4D97-AF65-F5344CB8AC3E}">
        <p14:creationId xmlns:p14="http://schemas.microsoft.com/office/powerpoint/2010/main" val="2145262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particular, we were focused on our local public school system, the Los Angeles Unified School District, </a:t>
            </a:r>
          </a:p>
          <a:p>
            <a:r>
              <a:rPr lang="en-US" dirty="0"/>
              <a:t>which is the second largest district in the country and serves about half a million students. </a:t>
            </a:r>
          </a:p>
          <a:p>
            <a:endParaRPr lang="en-US" dirty="0"/>
          </a:p>
          <a:p>
            <a:r>
              <a:rPr lang="en-US" dirty="0"/>
              <a:t>More than 80% of these students are economically disadvantaged, </a:t>
            </a:r>
          </a:p>
          <a:p>
            <a:endParaRPr lang="en-US" dirty="0"/>
          </a:p>
          <a:p>
            <a:r>
              <a:rPr lang="en-US" dirty="0"/>
              <a:t>and many of these students didn’t have reliable access to a computer and an internet connection suitable for online learning.</a:t>
            </a:r>
          </a:p>
          <a:p>
            <a:endParaRPr lang="en-US" dirty="0"/>
          </a:p>
          <a:p>
            <a:r>
              <a:rPr lang="en-US" dirty="0"/>
              <a:t>As a result, it was very important to enable these students to return to classrooms as soon as it’s safe to do so.</a:t>
            </a:r>
          </a:p>
          <a:p>
            <a:endParaRPr lang="en-US" dirty="0"/>
          </a:p>
          <a:p>
            <a:r>
              <a:rPr lang="en-US" dirty="0"/>
              <a:t>However, many of these students also live in households with family members who were at high risk for serious COVID complications</a:t>
            </a:r>
          </a:p>
        </p:txBody>
      </p:sp>
      <p:sp>
        <p:nvSpPr>
          <p:cNvPr id="4" name="Slide Number Placeholder 3"/>
          <p:cNvSpPr>
            <a:spLocks noGrp="1"/>
          </p:cNvSpPr>
          <p:nvPr>
            <p:ph type="sldNum" sz="quarter" idx="5"/>
          </p:nvPr>
        </p:nvSpPr>
        <p:spPr/>
        <p:txBody>
          <a:bodyPr/>
          <a:lstStyle/>
          <a:p>
            <a:fld id="{0ED8A9B0-80EF-A34D-B345-E2DEC5501E01}" type="slidenum">
              <a:rPr lang="en-US" smtClean="0"/>
              <a:t>3</a:t>
            </a:fld>
            <a:endParaRPr lang="en-US"/>
          </a:p>
        </p:txBody>
      </p:sp>
    </p:spTree>
    <p:extLst>
      <p:ext uri="{BB962C8B-B14F-4D97-AF65-F5344CB8AC3E}">
        <p14:creationId xmlns:p14="http://schemas.microsoft.com/office/powerpoint/2010/main" val="4210066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my postdoc at UCLA, I was part of a Population Health team that has been working with the Los Angeles school district to support their Covid management efforts.</a:t>
            </a:r>
          </a:p>
          <a:p>
            <a:endParaRPr lang="en-US" dirty="0"/>
          </a:p>
          <a:p>
            <a:endParaRPr lang="en-US" dirty="0"/>
          </a:p>
          <a:p>
            <a:r>
              <a:rPr lang="en-US" dirty="0"/>
              <a:t>This was a large team effort, and you can see here our full group of research collaborators.</a:t>
            </a:r>
          </a:p>
          <a:p>
            <a:r>
              <a:rPr lang="en-US" dirty="0"/>
              <a:t>https://ctsi.ucla.edu/overview/pages/pophealth-homepage</a:t>
            </a:r>
          </a:p>
        </p:txBody>
      </p:sp>
      <p:sp>
        <p:nvSpPr>
          <p:cNvPr id="4" name="Slide Number Placeholder 3"/>
          <p:cNvSpPr>
            <a:spLocks noGrp="1"/>
          </p:cNvSpPr>
          <p:nvPr>
            <p:ph type="sldNum" sz="quarter" idx="5"/>
          </p:nvPr>
        </p:nvSpPr>
        <p:spPr/>
        <p:txBody>
          <a:bodyPr/>
          <a:lstStyle/>
          <a:p>
            <a:fld id="{0ED8A9B0-80EF-A34D-B345-E2DEC5501E01}" type="slidenum">
              <a:rPr lang="en-US" smtClean="0"/>
              <a:t>4</a:t>
            </a:fld>
            <a:endParaRPr lang="en-US"/>
          </a:p>
        </p:txBody>
      </p:sp>
    </p:spTree>
    <p:extLst>
      <p:ext uri="{BB962C8B-B14F-4D97-AF65-F5344CB8AC3E}">
        <p14:creationId xmlns:p14="http://schemas.microsoft.com/office/powerpoint/2010/main" val="199832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50000"/>
              </a:lnSpc>
            </a:pPr>
            <a:r>
              <a:rPr lang="en-US" dirty="0"/>
              <a:t>As part of an ongoing collaboration with LAUSD, we decided to develop an epidemiological model for in-person instruction.</a:t>
            </a:r>
          </a:p>
          <a:p>
            <a:pPr lvl="1">
              <a:lnSpc>
                <a:spcPct val="150000"/>
              </a:lnSpc>
            </a:pPr>
            <a:endParaRPr lang="en-US" dirty="0"/>
          </a:p>
          <a:p>
            <a:pPr lvl="1">
              <a:lnSpc>
                <a:spcPct val="150000"/>
              </a:lnSpc>
            </a:pPr>
            <a:r>
              <a:rPr lang="en-US" dirty="0"/>
              <a:t>This model was meant to help the district think about questions such as, </a:t>
            </a:r>
          </a:p>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5</a:t>
            </a:fld>
            <a:endParaRPr lang="en-US"/>
          </a:p>
        </p:txBody>
      </p:sp>
    </p:spTree>
    <p:extLst>
      <p:ext uri="{BB962C8B-B14F-4D97-AF65-F5344CB8AC3E}">
        <p14:creationId xmlns:p14="http://schemas.microsoft.com/office/powerpoint/2010/main" val="2647429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lnSpc>
                <a:spcPct val="150000"/>
              </a:lnSpc>
            </a:pPr>
            <a:r>
              <a:rPr lang="en-US" dirty="0"/>
              <a:t>The guiding motivation behind this model was a collective recognition that </a:t>
            </a:r>
          </a:p>
          <a:p>
            <a:pPr lvl="1">
              <a:lnSpc>
                <a:spcPct val="150000"/>
              </a:lnSpc>
            </a:pPr>
            <a:r>
              <a:rPr lang="en-US" dirty="0"/>
              <a:t>It’s critical to synthesize and visualize information and data about</a:t>
            </a:r>
          </a:p>
          <a:p>
            <a:pPr lvl="1">
              <a:lnSpc>
                <a:spcPct val="150000"/>
              </a:lnSpc>
            </a:pPr>
            <a:r>
              <a:rPr lang="en-US" dirty="0"/>
              <a:t>the various factors and interactions that could affect student and staff risk and safety,</a:t>
            </a:r>
          </a:p>
          <a:p>
            <a:pPr lvl="1">
              <a:lnSpc>
                <a:spcPct val="150000"/>
              </a:lnSpc>
            </a:pPr>
            <a:r>
              <a:rPr lang="en-US" dirty="0"/>
              <a:t>so that reasonable plans can be developed and put in place to reopen schools in LA. </a:t>
            </a:r>
          </a:p>
          <a:p>
            <a:pPr lvl="1">
              <a:lnSpc>
                <a:spcPct val="150000"/>
              </a:lnSpc>
            </a:pPr>
            <a:endParaRPr lang="en-US" dirty="0"/>
          </a:p>
          <a:p>
            <a:pPr lvl="1">
              <a:lnSpc>
                <a:spcPct val="150000"/>
              </a:lnSpc>
            </a:pPr>
            <a:r>
              <a:rPr lang="en-US" dirty="0"/>
              <a:t>Some of how this modeling effort could inform the process include</a:t>
            </a:r>
          </a:p>
          <a:p>
            <a:pPr lvl="1">
              <a:lnSpc>
                <a:spcPct val="150000"/>
              </a:lnSpc>
            </a:pPr>
            <a:r>
              <a:rPr lang="en-US" dirty="0"/>
              <a:t>- Prior to reopening, representing how the system will operate</a:t>
            </a:r>
          </a:p>
          <a:p>
            <a:pPr lvl="1">
              <a:lnSpc>
                <a:spcPct val="150000"/>
              </a:lnSpc>
            </a:pPr>
            <a:r>
              <a:rPr lang="en-US" dirty="0"/>
              <a:t>- Once the system is operating, informing decisions about changes to testing protocols and other policies</a:t>
            </a:r>
          </a:p>
        </p:txBody>
      </p:sp>
      <p:sp>
        <p:nvSpPr>
          <p:cNvPr id="4" name="Slide Number Placeholder 3"/>
          <p:cNvSpPr>
            <a:spLocks noGrp="1"/>
          </p:cNvSpPr>
          <p:nvPr>
            <p:ph type="sldNum" sz="quarter" idx="5"/>
          </p:nvPr>
        </p:nvSpPr>
        <p:spPr/>
        <p:txBody>
          <a:bodyPr/>
          <a:lstStyle/>
          <a:p>
            <a:fld id="{0ED8A9B0-80EF-A34D-B345-E2DEC5501E01}" type="slidenum">
              <a:rPr lang="en-US" smtClean="0"/>
              <a:t>6</a:t>
            </a:fld>
            <a:endParaRPr lang="en-US"/>
          </a:p>
        </p:txBody>
      </p:sp>
    </p:spTree>
    <p:extLst>
      <p:ext uri="{BB962C8B-B14F-4D97-AF65-F5344CB8AC3E}">
        <p14:creationId xmlns:p14="http://schemas.microsoft.com/office/powerpoint/2010/main" val="200935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this conceptual model of what a reopening strategy might look like.</a:t>
            </a:r>
          </a:p>
          <a:p>
            <a:endParaRPr lang="en-US" dirty="0"/>
          </a:p>
          <a:p>
            <a:r>
              <a:rPr lang="en-US" dirty="0"/>
              <a:t>One of the key elements of this conceptual model was the idea that we would require daily self-reports of symptoms and exposures from students and their parents prior to</a:t>
            </a:r>
          </a:p>
          <a:p>
            <a:r>
              <a:rPr lang="en-US" dirty="0"/>
              <a:t>Allowing them to enter campus. This system is being implemented by LAUSD, and we thought it would be particularly important to get self-reports not only from the students </a:t>
            </a:r>
          </a:p>
          <a:p>
            <a:r>
              <a:rPr lang="en-US" dirty="0"/>
              <a:t>But also their parents, because if the parent becomes symptomatic, that gives us an early warning that the student might be about to be infected. We know that many students </a:t>
            </a:r>
          </a:p>
          <a:p>
            <a:r>
              <a:rPr lang="en-US" dirty="0"/>
              <a:t>won’t show symptoms and if they do it might be after they have already been contagious for a day or two. So at that point it is too late to completely prevent them from infecting their classmates.</a:t>
            </a:r>
          </a:p>
          <a:p>
            <a:r>
              <a:rPr lang="en-US" dirty="0"/>
              <a:t>But if the students are being by their parents and we can detect the parents’ symptoms early enough, we might have a head start that allows us to get the student into quarantine before they become infectious.</a:t>
            </a:r>
          </a:p>
          <a:p>
            <a:endParaRPr lang="en-US" dirty="0"/>
          </a:p>
          <a:p>
            <a:r>
              <a:rPr lang="en-US" dirty="0"/>
              <a:t>Another key aspect of our conceptual model is the idea of community engagement; when families report symptoms or exposures, we want to follow with them to check that what they are experiencing are actually </a:t>
            </a:r>
          </a:p>
          <a:p>
            <a:r>
              <a:rPr lang="en-US" dirty="0"/>
              <a:t>COVID symptoms, and also to talk about ways they might reduce their risks going forward.</a:t>
            </a:r>
          </a:p>
        </p:txBody>
      </p:sp>
      <p:sp>
        <p:nvSpPr>
          <p:cNvPr id="4" name="Slide Number Placeholder 3"/>
          <p:cNvSpPr>
            <a:spLocks noGrp="1"/>
          </p:cNvSpPr>
          <p:nvPr>
            <p:ph type="sldNum" sz="quarter" idx="5"/>
          </p:nvPr>
        </p:nvSpPr>
        <p:spPr/>
        <p:txBody>
          <a:bodyPr/>
          <a:lstStyle/>
          <a:p>
            <a:fld id="{0ED8A9B0-80EF-A34D-B345-E2DEC5501E01}" type="slidenum">
              <a:rPr lang="en-US" smtClean="0"/>
              <a:t>7</a:t>
            </a:fld>
            <a:endParaRPr lang="en-US"/>
          </a:p>
        </p:txBody>
      </p:sp>
    </p:spTree>
    <p:extLst>
      <p:ext uri="{BB962C8B-B14F-4D97-AF65-F5344CB8AC3E}">
        <p14:creationId xmlns:p14="http://schemas.microsoft.com/office/powerpoint/2010/main" val="398606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700" dirty="0">
                <a:solidFill>
                  <a:schemeClr val="tx1">
                    <a:lumMod val="50000"/>
                  </a:schemeClr>
                </a:solidFill>
                <a:latin typeface="Arial" charset="0"/>
                <a:cs typeface="Arial" charset="0"/>
              </a:rPr>
              <a:t>We wanted to develop a quantitative simulation model of what such a reopening scenario.</a:t>
            </a:r>
          </a:p>
          <a:p>
            <a:endParaRPr lang="en-US" sz="700" dirty="0">
              <a:solidFill>
                <a:schemeClr val="tx1">
                  <a:lumMod val="50000"/>
                </a:schemeClr>
              </a:solidFill>
              <a:latin typeface="Arial" charset="0"/>
              <a:cs typeface="Arial" charset="0"/>
            </a:endParaRPr>
          </a:p>
          <a:p>
            <a:r>
              <a:rPr lang="en-US" sz="700" dirty="0">
                <a:solidFill>
                  <a:schemeClr val="tx1">
                    <a:lumMod val="50000"/>
                  </a:schemeClr>
                </a:solidFill>
                <a:latin typeface="Arial" charset="0"/>
                <a:cs typeface="Arial" charset="0"/>
              </a:rPr>
              <a:t>Specifically, we decided to build what’s called an agent-based model.</a:t>
            </a:r>
          </a:p>
          <a:p>
            <a:endParaRPr lang="en-US" sz="700" dirty="0">
              <a:solidFill>
                <a:schemeClr val="tx1">
                  <a:lumMod val="50000"/>
                </a:schemeClr>
              </a:solidFill>
              <a:latin typeface="Arial" charset="0"/>
              <a:cs typeface="Arial" charset="0"/>
            </a:endParaRPr>
          </a:p>
          <a:p>
            <a:r>
              <a:rPr lang="en-US" sz="700" dirty="0">
                <a:solidFill>
                  <a:schemeClr val="tx1">
                    <a:lumMod val="50000"/>
                  </a:schemeClr>
                </a:solidFill>
                <a:latin typeface="Arial" charset="0"/>
                <a:cs typeface="Arial" charset="0"/>
              </a:rPr>
              <a:t>If you’re not familiar with agent-based models, they are quantitative simulations in which we create representations of </a:t>
            </a:r>
          </a:p>
          <a:p>
            <a:r>
              <a:rPr lang="en-US" sz="700" dirty="0">
                <a:solidFill>
                  <a:schemeClr val="tx1">
                    <a:lumMod val="50000"/>
                  </a:schemeClr>
                </a:solidFill>
                <a:latin typeface="Arial" charset="0"/>
                <a:cs typeface="Arial" charset="0"/>
              </a:rPr>
              <a:t>the individuals in a community and then simulate aspects of their day-to-day lives to see what happens to them over time </a:t>
            </a:r>
          </a:p>
          <a:p>
            <a:r>
              <a:rPr lang="en-US" sz="700" dirty="0">
                <a:solidFill>
                  <a:schemeClr val="tx1">
                    <a:lumMod val="50000"/>
                  </a:schemeClr>
                </a:solidFill>
                <a:latin typeface="Arial" charset="0"/>
                <a:cs typeface="Arial" charset="0"/>
              </a:rPr>
              <a:t>under various conditions.</a:t>
            </a:r>
          </a:p>
          <a:p>
            <a:endParaRPr lang="en-US" sz="700" dirty="0">
              <a:solidFill>
                <a:schemeClr val="tx1">
                  <a:lumMod val="50000"/>
                </a:schemeClr>
              </a:solidFill>
              <a:latin typeface="Arial" charset="0"/>
              <a:cs typeface="Arial" charset="0"/>
            </a:endParaRPr>
          </a:p>
          <a:p>
            <a:r>
              <a:rPr lang="en-US" sz="700" dirty="0">
                <a:solidFill>
                  <a:schemeClr val="tx1">
                    <a:lumMod val="50000"/>
                  </a:schemeClr>
                </a:solidFill>
                <a:latin typeface="Arial" charset="0"/>
                <a:cs typeface="Arial" charset="0"/>
              </a:rPr>
              <a:t>Basically, the Sims, but usually with much worse graphics.</a:t>
            </a:r>
            <a:endParaRPr lang="en-US" dirty="0"/>
          </a:p>
          <a:p>
            <a:endParaRPr lang="en-US" b="0" i="0" dirty="0">
              <a:solidFill>
                <a:srgbClr val="202122"/>
              </a:solidFill>
              <a:effectLst/>
              <a:latin typeface="Arial" panose="020B0604020202020204" pitchFamily="34" charset="0"/>
            </a:endParaRPr>
          </a:p>
          <a:p>
            <a:pPr marL="0" marR="0" lvl="0" indent="0" algn="l" defTabSz="171404" rtl="0" eaLnBrk="1" fontAlgn="auto" latinLnBrk="0" hangingPunct="1">
              <a:lnSpc>
                <a:spcPct val="100000"/>
              </a:lnSpc>
              <a:spcBef>
                <a:spcPts val="0"/>
              </a:spcBef>
              <a:spcAft>
                <a:spcPts val="0"/>
              </a:spcAft>
              <a:buClrTx/>
              <a:buSzTx/>
              <a:buFontTx/>
              <a:buNone/>
              <a:tabLst/>
              <a:defRPr/>
            </a:pPr>
            <a:r>
              <a:rPr lang="en-US" sz="600">
                <a:solidFill>
                  <a:schemeClr val="tx1">
                    <a:lumMod val="50000"/>
                  </a:schemeClr>
                </a:solidFill>
                <a:latin typeface="Arial" charset="0"/>
                <a:cs typeface="Arial" charset="0"/>
              </a:rPr>
              <a:t>Longitudinal: they model how things change over time</a:t>
            </a:r>
          </a:p>
          <a:p>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Agents don’t need to be human, or even alive; could include locations, corporations, </a:t>
            </a:r>
            <a:r>
              <a:rPr lang="en-US" b="0" i="0" dirty="0" err="1">
                <a:solidFill>
                  <a:srgbClr val="202122"/>
                </a:solidFill>
                <a:effectLst/>
                <a:latin typeface="Arial" panose="020B0604020202020204" pitchFamily="34" charset="0"/>
              </a:rPr>
              <a:t>etc</a:t>
            </a:r>
            <a:r>
              <a:rPr lang="en-US" b="0" i="0" dirty="0">
                <a:solidFill>
                  <a:srgbClr val="202122"/>
                </a:solidFill>
                <a:effectLst/>
                <a:latin typeface="Arial" panose="020B0604020202020204" pitchFamily="34" charset="0"/>
              </a:rPr>
              <a:t>, as long as the state or behavior of one entity affects others.</a:t>
            </a:r>
          </a:p>
          <a:p>
            <a:endParaRPr lang="en-US" b="0" i="0" dirty="0">
              <a:solidFill>
                <a:srgbClr val="202122"/>
              </a:solidFill>
              <a:effectLst/>
              <a:latin typeface="Arial" panose="020B0604020202020204" pitchFamily="34" charset="0"/>
            </a:endParaRPr>
          </a:p>
          <a:p>
            <a:r>
              <a:rPr lang="en-US" b="0" i="0" dirty="0">
                <a:solidFill>
                  <a:srgbClr val="202122"/>
                </a:solidFill>
                <a:effectLst/>
                <a:latin typeface="Arial" panose="020B0604020202020204" pitchFamily="34" charset="0"/>
              </a:rPr>
              <a:t>SimCity is also an agent-based model.</a:t>
            </a:r>
            <a:endParaRPr lang="en-US" dirty="0"/>
          </a:p>
          <a:p>
            <a:endParaRPr lang="en-US" dirty="0"/>
          </a:p>
          <a:p>
            <a:r>
              <a:rPr lang="en-US" dirty="0"/>
              <a:t>Very different from the usual independence assumptions.</a:t>
            </a:r>
          </a:p>
          <a:p>
            <a:endParaRPr lang="en-US" dirty="0"/>
          </a:p>
          <a:p>
            <a:r>
              <a:rPr lang="en-US" dirty="0"/>
              <a:t>Whether I get a vaccine might depend on what I see other individuals doing</a:t>
            </a:r>
          </a:p>
          <a:p>
            <a:endParaRPr lang="en-US" dirty="0"/>
          </a:p>
          <a:p>
            <a:r>
              <a:rPr lang="en-US" dirty="0"/>
              <a:t>Also: what’s a model?</a:t>
            </a:r>
          </a:p>
          <a:p>
            <a:endParaRPr lang="en-US" dirty="0"/>
          </a:p>
          <a:p>
            <a:r>
              <a:rPr lang="en-US" dirty="0"/>
              <a:t>ABMs extend microsimulations</a:t>
            </a:r>
          </a:p>
          <a:p>
            <a:endParaRPr lang="en-US" dirty="0"/>
          </a:p>
          <a:p>
            <a:pPr marL="0" marR="0" lvl="0" indent="0" algn="l" defTabSz="171404" rtl="0" eaLnBrk="1" fontAlgn="auto" latinLnBrk="0" hangingPunct="1">
              <a:lnSpc>
                <a:spcPct val="100000"/>
              </a:lnSpc>
              <a:spcBef>
                <a:spcPts val="0"/>
              </a:spcBef>
              <a:spcAft>
                <a:spcPts val="0"/>
              </a:spcAft>
              <a:buClrTx/>
              <a:buSzTx/>
              <a:buFontTx/>
              <a:buNone/>
              <a:tabLst/>
              <a:defRPr/>
            </a:pPr>
            <a:r>
              <a:rPr lang="en-US" dirty="0"/>
              <a:t>Not the same kind of interaction as in regression; the ABM kind is also sometimes called “</a:t>
            </a:r>
            <a:r>
              <a:rPr lang="en-US" i="1" dirty="0">
                <a:effectLst/>
                <a:latin typeface="Helvetica" pitchFamily="2" charset="0"/>
              </a:rPr>
              <a:t>Interference”</a:t>
            </a:r>
            <a:endParaRPr lang="en-US" dirty="0"/>
          </a:p>
          <a:p>
            <a:endParaRPr lang="en-US" dirty="0"/>
          </a:p>
          <a:p>
            <a:r>
              <a:rPr lang="en-US" b="0" i="0" dirty="0">
                <a:solidFill>
                  <a:srgbClr val="202122"/>
                </a:solidFill>
                <a:effectLst/>
                <a:latin typeface="Arial" panose="020B0604020202020204" pitchFamily="34" charset="0"/>
              </a:rPr>
              <a:t>A </a:t>
            </a:r>
            <a:r>
              <a:rPr lang="en-US" b="1" i="0" dirty="0">
                <a:solidFill>
                  <a:srgbClr val="202122"/>
                </a:solidFill>
                <a:effectLst/>
                <a:latin typeface="Arial" panose="020B0604020202020204" pitchFamily="34" charset="0"/>
              </a:rPr>
              <a:t>model</a:t>
            </a:r>
            <a:r>
              <a:rPr lang="en-US" b="0" i="0" dirty="0">
                <a:solidFill>
                  <a:srgbClr val="202122"/>
                </a:solidFill>
                <a:effectLst/>
                <a:latin typeface="Arial" panose="020B0604020202020204" pitchFamily="34" charset="0"/>
              </a:rPr>
              <a:t> is an informative representation of an object, person or system. (https://</a:t>
            </a:r>
            <a:r>
              <a:rPr lang="en-US" b="0" i="0" dirty="0" err="1">
                <a:solidFill>
                  <a:srgbClr val="202122"/>
                </a:solidFill>
                <a:effectLst/>
                <a:latin typeface="Arial" panose="020B0604020202020204" pitchFamily="34" charset="0"/>
              </a:rPr>
              <a:t>en.wikipedia.org</a:t>
            </a:r>
            <a:r>
              <a:rPr lang="en-US" b="0" i="0" dirty="0">
                <a:solidFill>
                  <a:srgbClr val="202122"/>
                </a:solidFill>
                <a:effectLst/>
                <a:latin typeface="Arial" panose="020B0604020202020204" pitchFamily="34" charset="0"/>
              </a:rPr>
              <a:t>/wiki/Model)</a:t>
            </a:r>
          </a:p>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8</a:t>
            </a:fld>
            <a:endParaRPr lang="en-US"/>
          </a:p>
        </p:txBody>
      </p:sp>
    </p:spTree>
    <p:extLst>
      <p:ext uri="{BB962C8B-B14F-4D97-AF65-F5344CB8AC3E}">
        <p14:creationId xmlns:p14="http://schemas.microsoft.com/office/powerpoint/2010/main" val="3885079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9</a:t>
            </a:fld>
            <a:endParaRPr lang="en-US"/>
          </a:p>
        </p:txBody>
      </p:sp>
    </p:spTree>
    <p:extLst>
      <p:ext uri="{BB962C8B-B14F-4D97-AF65-F5344CB8AC3E}">
        <p14:creationId xmlns:p14="http://schemas.microsoft.com/office/powerpoint/2010/main" val="33721757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11</a:t>
            </a:fld>
            <a:endParaRPr lang="en-US"/>
          </a:p>
        </p:txBody>
      </p:sp>
    </p:spTree>
    <p:extLst>
      <p:ext uri="{BB962C8B-B14F-4D97-AF65-F5344CB8AC3E}">
        <p14:creationId xmlns:p14="http://schemas.microsoft.com/office/powerpoint/2010/main" val="5221166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dirty="0">
              <a:solidFill>
                <a:schemeClr val="tx1">
                  <a:lumMod val="50000"/>
                </a:schemeClr>
              </a:solidFill>
              <a:latin typeface="Arial" charset="0"/>
              <a:cs typeface="Arial" charset="0"/>
            </a:endParaRPr>
          </a:p>
          <a:p>
            <a:endParaRPr lang="en-US" sz="800" dirty="0">
              <a:solidFill>
                <a:schemeClr val="tx1">
                  <a:lumMod val="50000"/>
                </a:schemeClr>
              </a:solidFill>
              <a:latin typeface="Arial" charset="0"/>
              <a:cs typeface="Arial" charset="0"/>
            </a:endParaRPr>
          </a:p>
          <a:p>
            <a:endParaRPr lang="en-US" sz="800" dirty="0">
              <a:solidFill>
                <a:schemeClr val="tx1">
                  <a:lumMod val="50000"/>
                </a:schemeClr>
              </a:solidFill>
              <a:latin typeface="Arial" charset="0"/>
              <a:cs typeface="Arial" charset="0"/>
            </a:endParaRPr>
          </a:p>
          <a:p>
            <a:endParaRPr lang="en-US" sz="800" dirty="0">
              <a:solidFill>
                <a:schemeClr val="tx1">
                  <a:lumMod val="50000"/>
                </a:schemeClr>
              </a:solidFill>
              <a:latin typeface="Arial" charset="0"/>
              <a:cs typeface="Arial" charset="0"/>
            </a:endParaRPr>
          </a:p>
          <a:p>
            <a:r>
              <a:rPr lang="en-US" sz="800" dirty="0">
                <a:solidFill>
                  <a:schemeClr val="tx1">
                    <a:lumMod val="50000"/>
                  </a:schemeClr>
                </a:solidFill>
                <a:latin typeface="Arial" charset="0"/>
                <a:cs typeface="Arial" charset="0"/>
              </a:rPr>
              <a:t>In this case, the individuals we are simulating are students, parents, and teachers, and their behaviors include moving between school,</a:t>
            </a:r>
          </a:p>
          <a:p>
            <a:r>
              <a:rPr lang="en-US" sz="800" dirty="0">
                <a:solidFill>
                  <a:schemeClr val="tx1">
                    <a:lumMod val="50000"/>
                  </a:schemeClr>
                </a:solidFill>
                <a:latin typeface="Arial" charset="0"/>
                <a:cs typeface="Arial" charset="0"/>
              </a:rPr>
              <a:t>work, and home, possibly getting exposed to COVID in each of these locations, reporting their symptoms, and undergoing diagnostic tests, </a:t>
            </a:r>
          </a:p>
          <a:p>
            <a:r>
              <a:rPr lang="en-US" sz="800" dirty="0">
                <a:solidFill>
                  <a:schemeClr val="tx1">
                    <a:lumMod val="50000"/>
                  </a:schemeClr>
                </a:solidFill>
                <a:latin typeface="Arial" charset="0"/>
                <a:cs typeface="Arial" charset="0"/>
              </a:rPr>
              <a:t>either in response to symptoms or as part of periodic epidemiological surveillance testing. If they show symptoms or get diagnosed with COVID,</a:t>
            </a:r>
          </a:p>
          <a:p>
            <a:r>
              <a:rPr lang="en-US" sz="800" dirty="0">
                <a:solidFill>
                  <a:schemeClr val="tx1">
                    <a:lumMod val="50000"/>
                  </a:schemeClr>
                </a:solidFill>
                <a:latin typeface="Arial" charset="0"/>
                <a:cs typeface="Arial" charset="0"/>
              </a:rPr>
              <a:t>they go into quarantine for a protocol-determined length of time.</a:t>
            </a:r>
          </a:p>
          <a:p>
            <a:endParaRPr lang="en-US" sz="800" dirty="0">
              <a:solidFill>
                <a:schemeClr val="tx1">
                  <a:lumMod val="50000"/>
                </a:schemeClr>
              </a:solidFill>
              <a:latin typeface="Arial" charset="0"/>
              <a:cs typeface="Arial" charset="0"/>
            </a:endParaRPr>
          </a:p>
          <a:p>
            <a:r>
              <a:rPr lang="en-US" sz="800" dirty="0">
                <a:solidFill>
                  <a:schemeClr val="tx1">
                    <a:lumMod val="50000"/>
                  </a:schemeClr>
                </a:solidFill>
                <a:latin typeface="Arial" charset="0"/>
                <a:cs typeface="Arial" charset="0"/>
              </a:rPr>
              <a:t>The key element to an agent-based model is that individuals in proximity to each other can interact – specifically, in our case, they can</a:t>
            </a:r>
          </a:p>
          <a:p>
            <a:r>
              <a:rPr lang="en-US" sz="800" dirty="0">
                <a:solidFill>
                  <a:schemeClr val="tx1">
                    <a:lumMod val="50000"/>
                  </a:schemeClr>
                </a:solidFill>
                <a:latin typeface="Arial" charset="0"/>
                <a:cs typeface="Arial" charset="0"/>
              </a:rPr>
              <a:t>infect each other with COVID.</a:t>
            </a:r>
          </a:p>
          <a:p>
            <a:endParaRPr lang="en-US" sz="800" dirty="0">
              <a:solidFill>
                <a:schemeClr val="tx1">
                  <a:lumMod val="50000"/>
                </a:schemeClr>
              </a:solidFill>
              <a:latin typeface="Arial" charset="0"/>
              <a:cs typeface="Arial" charset="0"/>
            </a:endParaRPr>
          </a:p>
          <a:p>
            <a:r>
              <a:rPr lang="en-US" sz="800" dirty="0">
                <a:solidFill>
                  <a:schemeClr val="tx1">
                    <a:lumMod val="50000"/>
                  </a:schemeClr>
                </a:solidFill>
                <a:latin typeface="Arial" charset="0"/>
                <a:cs typeface="Arial" charset="0"/>
              </a:rPr>
              <a:t>In our current implementation, we assume teachers are all fully vaccinated and can neither infect nor be infected; so for our purposes</a:t>
            </a:r>
          </a:p>
          <a:p>
            <a:r>
              <a:rPr lang="en-US" sz="800" dirty="0">
                <a:solidFill>
                  <a:schemeClr val="tx1">
                    <a:lumMod val="50000"/>
                  </a:schemeClr>
                </a:solidFill>
                <a:latin typeface="Arial" charset="0"/>
                <a:cs typeface="Arial" charset="0"/>
              </a:rPr>
              <a:t>we haven’t actually simulated them or assessed their outcomes; we are focused on the students and their families.</a:t>
            </a:r>
          </a:p>
          <a:p>
            <a:endParaRPr lang="en-US" sz="800" dirty="0">
              <a:solidFill>
                <a:schemeClr val="tx1">
                  <a:lumMod val="50000"/>
                </a:schemeClr>
              </a:solidFill>
              <a:latin typeface="Arial" charset="0"/>
              <a:cs typeface="Arial" charset="0"/>
            </a:endParaRPr>
          </a:p>
          <a:p>
            <a:r>
              <a:rPr lang="en-US" sz="800" dirty="0">
                <a:solidFill>
                  <a:schemeClr val="tx1">
                    <a:lumMod val="50000"/>
                  </a:schemeClr>
                </a:solidFill>
                <a:latin typeface="Arial" charset="0"/>
                <a:cs typeface="Arial" charset="0"/>
              </a:rPr>
              <a:t>This assumption reflects the current situation in our local school district;</a:t>
            </a:r>
          </a:p>
          <a:p>
            <a:r>
              <a:rPr lang="en-US" sz="800" dirty="0">
                <a:solidFill>
                  <a:schemeClr val="tx1">
                    <a:lumMod val="50000"/>
                  </a:schemeClr>
                </a:solidFill>
                <a:latin typeface="Arial" charset="0"/>
                <a:cs typeface="Arial" charset="0"/>
              </a:rPr>
              <a:t>however, that situation might change as vaccine-resistant strains become more common or if we want to apply this model to other districts</a:t>
            </a:r>
          </a:p>
          <a:p>
            <a:r>
              <a:rPr lang="en-US" sz="800" dirty="0">
                <a:solidFill>
                  <a:schemeClr val="tx1">
                    <a:lumMod val="50000"/>
                  </a:schemeClr>
                </a:solidFill>
                <a:latin typeface="Arial" charset="0"/>
                <a:cs typeface="Arial" charset="0"/>
              </a:rPr>
              <a:t>Where vaccination is less widespread.</a:t>
            </a:r>
          </a:p>
          <a:p>
            <a:endParaRPr lang="en-US" sz="800" dirty="0">
              <a:solidFill>
                <a:schemeClr val="tx1">
                  <a:lumMod val="50000"/>
                </a:schemeClr>
              </a:solidFill>
              <a:latin typeface="Arial" charset="0"/>
              <a:cs typeface="Arial" charset="0"/>
            </a:endParaRPr>
          </a:p>
          <a:p>
            <a:r>
              <a:rPr lang="en-US" sz="800" dirty="0">
                <a:solidFill>
                  <a:schemeClr val="tx1">
                    <a:lumMod val="50000"/>
                  </a:schemeClr>
                </a:solidFill>
                <a:latin typeface="Arial" charset="0"/>
                <a:cs typeface="Arial" charset="0"/>
              </a:rPr>
              <a:t>Getting back to our model: we simulate students and parents over time, and we can count how many of them have been infected at each time point.</a:t>
            </a:r>
          </a:p>
          <a:p>
            <a:r>
              <a:rPr lang="en-US" sz="800" dirty="0">
                <a:solidFill>
                  <a:schemeClr val="tx1">
                    <a:lumMod val="50000"/>
                  </a:schemeClr>
                </a:solidFill>
                <a:latin typeface="Arial" charset="0"/>
                <a:cs typeface="Arial" charset="0"/>
              </a:rPr>
              <a:t>We can also track the number of transmissions that occur in-school, and we can count the number of days of school that each student misses due to being quarantined,</a:t>
            </a:r>
          </a:p>
          <a:p>
            <a:r>
              <a:rPr lang="en-US" sz="800" dirty="0">
                <a:solidFill>
                  <a:schemeClr val="tx1">
                    <a:lumMod val="50000"/>
                  </a:schemeClr>
                </a:solidFill>
                <a:latin typeface="Arial" charset="0"/>
                <a:cs typeface="Arial" charset="0"/>
              </a:rPr>
              <a:t>either because they themselves have a COVID diagnosis, or because someone near them had COVID and they were quarantined pre-emptively.</a:t>
            </a:r>
          </a:p>
          <a:p>
            <a:endParaRPr lang="en-US" sz="800" dirty="0">
              <a:solidFill>
                <a:schemeClr val="tx1">
                  <a:lumMod val="50000"/>
                </a:schemeClr>
              </a:solidFill>
              <a:latin typeface="Arial" charset="0"/>
              <a:cs typeface="Arial" charset="0"/>
            </a:endParaRPr>
          </a:p>
          <a:p>
            <a:r>
              <a:rPr lang="en-US" sz="600" dirty="0"/>
              <a:t>One of the key elements of this model was the idea that we would require daily self-reports of symptoms and exposures from students and their parents prior to</a:t>
            </a:r>
          </a:p>
          <a:p>
            <a:r>
              <a:rPr lang="en-US" sz="600" dirty="0"/>
              <a:t>Allowing them to enter campus. This system was implemented by LAUSD, and we thought it would be particularly important to get self-reports not only from the students </a:t>
            </a:r>
          </a:p>
          <a:p>
            <a:r>
              <a:rPr lang="en-US" sz="600" dirty="0"/>
              <a:t>But also their parents, because if the parent becomes symptomatic, that gives us an early warning that the student might be about to be infected. We know that many students </a:t>
            </a:r>
          </a:p>
          <a:p>
            <a:r>
              <a:rPr lang="en-US" sz="600" dirty="0"/>
              <a:t>won’t show symptoms and if they do it might be after they have already been contagious for a day or two. So at that point it is too late to completely prevent them from infecting their classmates.</a:t>
            </a:r>
          </a:p>
          <a:p>
            <a:r>
              <a:rPr lang="en-US" sz="600" dirty="0"/>
              <a:t>But if the students are being by their parents and we can detect the parents’ symptoms early enough, we might have a head start that allows us to get the student into quarantine before they become infectious.</a:t>
            </a:r>
          </a:p>
          <a:p>
            <a:endParaRPr lang="en-US" sz="600" dirty="0"/>
          </a:p>
          <a:p>
            <a:r>
              <a:rPr lang="en-US" sz="600" dirty="0"/>
              <a:t>Another key aspect of our model is the idea of community engagement; when families report symptoms or exposures, we want to follow with them to check that what they are experiencing are actually </a:t>
            </a:r>
          </a:p>
          <a:p>
            <a:r>
              <a:rPr lang="en-US" sz="600" dirty="0"/>
              <a:t>COVID symptoms, and also to talk about ways they might reduce their risks going forward.</a:t>
            </a:r>
          </a:p>
          <a:p>
            <a:endParaRPr lang="en-US" sz="800" dirty="0">
              <a:solidFill>
                <a:schemeClr val="tx1">
                  <a:lumMod val="50000"/>
                </a:schemeClr>
              </a:solidFill>
              <a:latin typeface="Arial" charset="0"/>
              <a:cs typeface="Arial" charset="0"/>
            </a:endParaRPr>
          </a:p>
        </p:txBody>
      </p:sp>
      <p:sp>
        <p:nvSpPr>
          <p:cNvPr id="4" name="Slide Number Placeholder 3"/>
          <p:cNvSpPr>
            <a:spLocks noGrp="1"/>
          </p:cNvSpPr>
          <p:nvPr>
            <p:ph type="sldNum" sz="quarter" idx="5"/>
          </p:nvPr>
        </p:nvSpPr>
        <p:spPr/>
        <p:txBody>
          <a:bodyPr/>
          <a:lstStyle/>
          <a:p>
            <a:fld id="{0ED8A9B0-80EF-A34D-B345-E2DEC5501E01}" type="slidenum">
              <a:rPr lang="en-US" smtClean="0"/>
              <a:t>12</a:t>
            </a:fld>
            <a:endParaRPr lang="en-US"/>
          </a:p>
        </p:txBody>
      </p:sp>
    </p:spTree>
    <p:extLst>
      <p:ext uri="{BB962C8B-B14F-4D97-AF65-F5344CB8AC3E}">
        <p14:creationId xmlns:p14="http://schemas.microsoft.com/office/powerpoint/2010/main" val="2159853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results trigger quarantines of individual students and possibly whole classrooms</a:t>
            </a:r>
          </a:p>
        </p:txBody>
      </p:sp>
      <p:sp>
        <p:nvSpPr>
          <p:cNvPr id="4" name="Slide Number Placeholder 3"/>
          <p:cNvSpPr>
            <a:spLocks noGrp="1"/>
          </p:cNvSpPr>
          <p:nvPr>
            <p:ph type="sldNum" sz="quarter" idx="5"/>
          </p:nvPr>
        </p:nvSpPr>
        <p:spPr/>
        <p:txBody>
          <a:bodyPr/>
          <a:lstStyle/>
          <a:p>
            <a:fld id="{0ED8A9B0-80EF-A34D-B345-E2DEC5501E01}" type="slidenum">
              <a:rPr lang="en-US" smtClean="0"/>
              <a:t>13</a:t>
            </a:fld>
            <a:endParaRPr lang="en-US"/>
          </a:p>
        </p:txBody>
      </p:sp>
    </p:spTree>
    <p:extLst>
      <p:ext uri="{BB962C8B-B14F-4D97-AF65-F5344CB8AC3E}">
        <p14:creationId xmlns:p14="http://schemas.microsoft.com/office/powerpoint/2010/main" val="2080816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2880" indent="0">
              <a:spcAft>
                <a:spcPts val="500"/>
              </a:spcAft>
              <a:buFont typeface="+mj-lt"/>
              <a:buNone/>
            </a:pPr>
            <a:r>
              <a:rPr lang="en-US" dirty="0"/>
              <a:t>As you might imagine, this model requires a lot of assumptions; specifically, our current version has 55 input parameters in total.</a:t>
            </a:r>
          </a:p>
          <a:p>
            <a:pPr marL="182880" indent="0">
              <a:spcAft>
                <a:spcPts val="500"/>
              </a:spcAft>
              <a:buFont typeface="+mj-lt"/>
              <a:buNone/>
            </a:pPr>
            <a:endParaRPr lang="en-US" dirty="0"/>
          </a:p>
          <a:p>
            <a:pPr marL="182880" indent="0">
              <a:spcAft>
                <a:spcPts val="500"/>
              </a:spcAft>
              <a:buFont typeface="+mj-lt"/>
              <a:buNone/>
            </a:pPr>
            <a:r>
              <a:rPr lang="en-US" dirty="0"/>
              <a:t>They are divided into four groups:</a:t>
            </a:r>
          </a:p>
          <a:p>
            <a:pPr marL="525780" indent="-342900">
              <a:spcAft>
                <a:spcPts val="500"/>
              </a:spcAft>
              <a:buFont typeface="+mj-lt"/>
              <a:buAutoNum type="arabicPeriod"/>
            </a:pPr>
            <a:r>
              <a:rPr lang="en-US" dirty="0"/>
              <a:t>Local epidemic conditions: community transmission, immunity levels</a:t>
            </a:r>
          </a:p>
          <a:p>
            <a:pPr marL="525780" indent="-342900">
              <a:spcAft>
                <a:spcPts val="500"/>
              </a:spcAft>
              <a:buFont typeface="+mj-lt"/>
              <a:buAutoNum type="arabicPeriod"/>
            </a:pPr>
            <a:r>
              <a:rPr lang="en-US" dirty="0"/>
              <a:t>Virus dynamics: probability and timing of infectiousness and showing symptoms when infected</a:t>
            </a:r>
          </a:p>
          <a:p>
            <a:pPr marL="525780" indent="-342900">
              <a:spcAft>
                <a:spcPts val="500"/>
              </a:spcAft>
              <a:buFont typeface="+mj-lt"/>
              <a:buAutoNum type="arabicPeriod"/>
            </a:pPr>
            <a:r>
              <a:rPr lang="en-US" dirty="0"/>
              <a:t>Testing properties: sensitivity, specificity, and turnaround time from collection to results</a:t>
            </a:r>
          </a:p>
          <a:p>
            <a:pPr marL="525780" indent="-342900">
              <a:spcAft>
                <a:spcPts val="500"/>
              </a:spcAft>
              <a:buFont typeface="+mj-lt"/>
              <a:buAutoNum type="arabicPeriod"/>
            </a:pPr>
            <a:r>
              <a:rPr lang="en-US" dirty="0"/>
              <a:t>Mitigation policies: class size, surveillance testing protocols, safety education, and quarantines</a:t>
            </a:r>
          </a:p>
          <a:p>
            <a:endParaRPr lang="en-US" dirty="0"/>
          </a:p>
          <a:p>
            <a:r>
              <a:rPr lang="en-US" dirty="0"/>
              <a:t>What I’m showing on the screen here is a user interface for this model, that we built to allow anyone to specify their own assumptions about the </a:t>
            </a:r>
          </a:p>
          <a:p>
            <a:r>
              <a:rPr lang="en-US" dirty="0"/>
              <a:t>values of these parameters and then run the model to see what outcomes those parameters produce.</a:t>
            </a:r>
          </a:p>
          <a:p>
            <a:endParaRPr lang="en-US" dirty="0"/>
          </a:p>
          <a:p>
            <a:r>
              <a:rPr lang="en-US" dirty="0"/>
              <a:t>This user interface is online now, </a:t>
            </a:r>
          </a:p>
          <a:p>
            <a:endParaRPr lang="en-US" dirty="0"/>
          </a:p>
          <a:p>
            <a:r>
              <a:rPr lang="en-US" dirty="0"/>
              <a:t>Backup copy: https://</a:t>
            </a:r>
            <a:r>
              <a:rPr lang="en-US" dirty="0" err="1"/>
              <a:t>demorrison.ucdavis.edu</a:t>
            </a:r>
            <a:r>
              <a:rPr lang="en-US" dirty="0"/>
              <a:t>/</a:t>
            </a:r>
            <a:r>
              <a:rPr lang="en-US" dirty="0" err="1"/>
              <a:t>school.epi.abm</a:t>
            </a:r>
            <a:r>
              <a:rPr lang="en-US" dirty="0"/>
              <a:t>/</a:t>
            </a:r>
          </a:p>
        </p:txBody>
      </p:sp>
      <p:sp>
        <p:nvSpPr>
          <p:cNvPr id="4" name="Slide Number Placeholder 3"/>
          <p:cNvSpPr>
            <a:spLocks noGrp="1"/>
          </p:cNvSpPr>
          <p:nvPr>
            <p:ph type="sldNum" sz="quarter" idx="5"/>
          </p:nvPr>
        </p:nvSpPr>
        <p:spPr/>
        <p:txBody>
          <a:bodyPr/>
          <a:lstStyle/>
          <a:p>
            <a:fld id="{14D4FA59-282C-1B47-82DA-92818EDE8839}" type="slidenum">
              <a:rPr lang="en-US" smtClean="0"/>
              <a:t>14</a:t>
            </a:fld>
            <a:endParaRPr lang="en-US"/>
          </a:p>
        </p:txBody>
      </p:sp>
    </p:spTree>
    <p:extLst>
      <p:ext uri="{BB962C8B-B14F-4D97-AF65-F5344CB8AC3E}">
        <p14:creationId xmlns:p14="http://schemas.microsoft.com/office/powerpoint/2010/main" val="701202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of what the model’s outputs look like.</a:t>
            </a:r>
          </a:p>
          <a:p>
            <a:endParaRPr lang="en-US" dirty="0"/>
          </a:p>
          <a:p>
            <a:r>
              <a:rPr lang="en-US" dirty="0"/>
              <a:t>Unlike with the regression models that we studied in Epi 204, it usually isn’t possible to determine the distributions of the outcome variables directly from the model parameters.</a:t>
            </a:r>
          </a:p>
          <a:p>
            <a:endParaRPr lang="en-US" dirty="0"/>
          </a:p>
          <a:p>
            <a:r>
              <a:rPr lang="en-US" dirty="0"/>
              <a:t>Instead, we have to run these models on a computer, and see what happens. That’s called “simulation”. (Hence, the Sims)</a:t>
            </a:r>
          </a:p>
          <a:p>
            <a:endParaRPr lang="en-US" dirty="0"/>
          </a:p>
          <a:p>
            <a:r>
              <a:rPr lang="en-US" dirty="0"/>
              <a:t>You can see that we graph these outputs over time; the starting calendar date is arbitrary, </a:t>
            </a:r>
          </a:p>
          <a:p>
            <a:r>
              <a:rPr lang="en-US" dirty="0"/>
              <a:t>but it’s a parameter that users can change to help them visualize the time scale of these outcomes relative to whenever </a:t>
            </a:r>
          </a:p>
          <a:p>
            <a:r>
              <a:rPr lang="en-US" dirty="0"/>
              <a:t>they are planning to reopen the schools.</a:t>
            </a:r>
          </a:p>
        </p:txBody>
      </p:sp>
      <p:sp>
        <p:nvSpPr>
          <p:cNvPr id="4" name="Slide Number Placeholder 3"/>
          <p:cNvSpPr>
            <a:spLocks noGrp="1"/>
          </p:cNvSpPr>
          <p:nvPr>
            <p:ph type="sldNum" sz="quarter" idx="5"/>
          </p:nvPr>
        </p:nvSpPr>
        <p:spPr/>
        <p:txBody>
          <a:bodyPr/>
          <a:lstStyle/>
          <a:p>
            <a:fld id="{0ED8A9B0-80EF-A34D-B345-E2DEC5501E01}" type="slidenum">
              <a:rPr lang="en-US" smtClean="0"/>
              <a:t>15</a:t>
            </a:fld>
            <a:endParaRPr lang="en-US"/>
          </a:p>
        </p:txBody>
      </p:sp>
    </p:spTree>
    <p:extLst>
      <p:ext uri="{BB962C8B-B14F-4D97-AF65-F5344CB8AC3E}">
        <p14:creationId xmlns:p14="http://schemas.microsoft.com/office/powerpoint/2010/main" val="732768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last, I want to show some of the analyses that we can perform using the model.</a:t>
            </a:r>
          </a:p>
          <a:p>
            <a:r>
              <a:rPr lang="en-US" dirty="0"/>
              <a:t>Starting from default assumptions about all of the parameters, we can vary one or several of them to see how those parameters</a:t>
            </a:r>
          </a:p>
          <a:p>
            <a:r>
              <a:rPr lang="en-US" dirty="0"/>
              <a:t>Affect outcomes, conditional on our assumptions for the other parameters.</a:t>
            </a:r>
          </a:p>
          <a:p>
            <a:endParaRPr lang="en-US" dirty="0"/>
          </a:p>
          <a:p>
            <a:r>
              <a:rPr lang="en-US" dirty="0"/>
              <a:t>For example, here we have run the model for four different levels of vaccination rates among parents, and we can see that </a:t>
            </a:r>
          </a:p>
          <a:p>
            <a:r>
              <a:rPr lang="en-US" dirty="0"/>
              <a:t>Students’ infection rates are actually not strongly affected by parents’ vaccination rates, given our other assumptions.</a:t>
            </a:r>
          </a:p>
          <a:p>
            <a:r>
              <a:rPr lang="en-US" dirty="0"/>
              <a:t>However, one outcome that does change is the </a:t>
            </a:r>
            <a:r>
              <a:rPr lang="en-US" dirty="0" err="1"/>
              <a:t>the</a:t>
            </a:r>
            <a:r>
              <a:rPr lang="en-US" dirty="0"/>
              <a:t> number of schooldays missed; the higher the vaccination levels, the fewer the school days missed,</a:t>
            </a:r>
          </a:p>
          <a:p>
            <a:r>
              <a:rPr lang="en-US" dirty="0"/>
              <a:t>Which makes sense because in our model, students are kept home whenever their parents report symptoms.</a:t>
            </a:r>
          </a:p>
        </p:txBody>
      </p:sp>
      <p:sp>
        <p:nvSpPr>
          <p:cNvPr id="4" name="Slide Number Placeholder 3"/>
          <p:cNvSpPr>
            <a:spLocks noGrp="1"/>
          </p:cNvSpPr>
          <p:nvPr>
            <p:ph type="sldNum" sz="quarter" idx="5"/>
          </p:nvPr>
        </p:nvSpPr>
        <p:spPr/>
        <p:txBody>
          <a:bodyPr/>
          <a:lstStyle/>
          <a:p>
            <a:fld id="{0ED8A9B0-80EF-A34D-B345-E2DEC5501E01}" type="slidenum">
              <a:rPr lang="en-US" smtClean="0"/>
              <a:t>16</a:t>
            </a:fld>
            <a:endParaRPr lang="en-US"/>
          </a:p>
        </p:txBody>
      </p:sp>
    </p:spTree>
    <p:extLst>
      <p:ext uri="{BB962C8B-B14F-4D97-AF65-F5344CB8AC3E}">
        <p14:creationId xmlns:p14="http://schemas.microsoft.com/office/powerpoint/2010/main" val="2105587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Farm cluster is available: https://</a:t>
            </a:r>
            <a:r>
              <a:rPr lang="en-US" dirty="0" err="1"/>
              <a:t>hpc.ucdavis.edu</a:t>
            </a:r>
            <a:r>
              <a:rPr lang="en-US" dirty="0"/>
              <a:t>/</a:t>
            </a:r>
          </a:p>
        </p:txBody>
      </p:sp>
      <p:sp>
        <p:nvSpPr>
          <p:cNvPr id="4" name="Slide Number Placeholder 3"/>
          <p:cNvSpPr>
            <a:spLocks noGrp="1"/>
          </p:cNvSpPr>
          <p:nvPr>
            <p:ph type="sldNum" sz="quarter" idx="5"/>
          </p:nvPr>
        </p:nvSpPr>
        <p:spPr/>
        <p:txBody>
          <a:bodyPr/>
          <a:lstStyle/>
          <a:p>
            <a:fld id="{0ED8A9B0-80EF-A34D-B345-E2DEC5501E01}" type="slidenum">
              <a:rPr lang="en-US" smtClean="0"/>
              <a:t>17</a:t>
            </a:fld>
            <a:endParaRPr lang="en-US"/>
          </a:p>
        </p:txBody>
      </p:sp>
    </p:spTree>
    <p:extLst>
      <p:ext uri="{BB962C8B-B14F-4D97-AF65-F5344CB8AC3E}">
        <p14:creationId xmlns:p14="http://schemas.microsoft.com/office/powerpoint/2010/main" val="2195922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another example analysis. This time, we’re varying the risk of infection per infectious classmate. This parameter is meant to represent the combined effects of consistent mask wearing, </a:t>
            </a:r>
          </a:p>
          <a:p>
            <a:pPr marL="0" marR="0" lvl="0" indent="0" algn="l" defTabSz="171404" rtl="0" eaLnBrk="1" fontAlgn="auto" latinLnBrk="0" hangingPunct="1">
              <a:lnSpc>
                <a:spcPct val="100000"/>
              </a:lnSpc>
              <a:spcBef>
                <a:spcPts val="0"/>
              </a:spcBef>
              <a:spcAft>
                <a:spcPts val="0"/>
              </a:spcAft>
              <a:buClrTx/>
              <a:buSzTx/>
              <a:buFontTx/>
              <a:buNone/>
              <a:tabLst/>
              <a:defRPr/>
            </a:pPr>
            <a:r>
              <a:rPr lang="en-US" dirty="0"/>
              <a:t>sufficient physical distancing, and ventilation.</a:t>
            </a:r>
            <a:r>
              <a:rPr lang="en-US" b="0" i="0" dirty="0">
                <a:solidFill>
                  <a:srgbClr val="222222"/>
                </a:solidFill>
                <a:effectLst/>
                <a:latin typeface="Arial" panose="020B0604020202020204" pitchFamily="34" charset="0"/>
              </a:rPr>
              <a:t> It allows the model can represent, for example, a different risk for a special needs classroom or a school where certain conditions increase the risk of transmission.</a:t>
            </a:r>
            <a:endParaRPr lang="en-US" dirty="0"/>
          </a:p>
          <a:p>
            <a:endParaRPr lang="en-US" dirty="0"/>
          </a:p>
          <a:p>
            <a:r>
              <a:rPr lang="en-US" dirty="0"/>
              <a:t>As you might expect, changes in this parameter have strong effects on the in-school infection rates, which are quantified in the second and fourth columns.</a:t>
            </a:r>
          </a:p>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20</a:t>
            </a:fld>
            <a:endParaRPr lang="en-US"/>
          </a:p>
        </p:txBody>
      </p:sp>
    </p:spTree>
    <p:extLst>
      <p:ext uri="{BB962C8B-B14F-4D97-AF65-F5344CB8AC3E}">
        <p14:creationId xmlns:p14="http://schemas.microsoft.com/office/powerpoint/2010/main" val="4246335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choosing parameters that produce accurate predictions on some training data (model fitting, training)</a:t>
            </a:r>
          </a:p>
          <a:p>
            <a:pPr marL="0" marR="0" lvl="0" indent="0" algn="l" defTabSz="171404" rtl="0" eaLnBrk="1" fontAlgn="auto" latinLnBrk="0" hangingPunct="1">
              <a:lnSpc>
                <a:spcPct val="100000"/>
              </a:lnSpc>
              <a:spcBef>
                <a:spcPts val="0"/>
              </a:spcBef>
              <a:spcAft>
                <a:spcPts val="0"/>
              </a:spcAft>
              <a:buClrTx/>
              <a:buSzTx/>
              <a:buFontTx/>
              <a:buNone/>
              <a:tabLst/>
              <a:defRPr/>
            </a:pPr>
            <a:r>
              <a:rPr lang="en-US" dirty="0"/>
              <a:t>Validation: does this model make accurate predictions? (model testing)</a:t>
            </a:r>
          </a:p>
        </p:txBody>
      </p:sp>
      <p:sp>
        <p:nvSpPr>
          <p:cNvPr id="4" name="Slide Number Placeholder 3"/>
          <p:cNvSpPr>
            <a:spLocks noGrp="1"/>
          </p:cNvSpPr>
          <p:nvPr>
            <p:ph type="sldNum" sz="quarter" idx="5"/>
          </p:nvPr>
        </p:nvSpPr>
        <p:spPr/>
        <p:txBody>
          <a:bodyPr/>
          <a:lstStyle/>
          <a:p>
            <a:fld id="{0ED8A9B0-80EF-A34D-B345-E2DEC5501E01}" type="slidenum">
              <a:rPr lang="en-US" smtClean="0"/>
              <a:t>22</a:t>
            </a:fld>
            <a:endParaRPr lang="en-US"/>
          </a:p>
        </p:txBody>
      </p:sp>
    </p:spTree>
    <p:extLst>
      <p:ext uri="{BB962C8B-B14F-4D97-AF65-F5344CB8AC3E}">
        <p14:creationId xmlns:p14="http://schemas.microsoft.com/office/powerpoint/2010/main" val="1988660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so that’s an overview of the structure of our model and the kinds of questions it can help address.</a:t>
            </a:r>
          </a:p>
          <a:p>
            <a:endParaRPr lang="en-US" dirty="0"/>
          </a:p>
          <a:p>
            <a:r>
              <a:rPr lang="en-US" dirty="0"/>
              <a:t>Overall, we think this approach addresses our goals of providing a transparent and adaptable model that can help policymakers who are planning school reopenings.</a:t>
            </a:r>
          </a:p>
        </p:txBody>
      </p:sp>
      <p:sp>
        <p:nvSpPr>
          <p:cNvPr id="4" name="Slide Number Placeholder 3"/>
          <p:cNvSpPr>
            <a:spLocks noGrp="1"/>
          </p:cNvSpPr>
          <p:nvPr>
            <p:ph type="sldNum" sz="quarter" idx="5"/>
          </p:nvPr>
        </p:nvSpPr>
        <p:spPr/>
        <p:txBody>
          <a:bodyPr/>
          <a:lstStyle/>
          <a:p>
            <a:fld id="{0ED8A9B0-80EF-A34D-B345-E2DEC5501E01}" type="slidenum">
              <a:rPr lang="en-US" smtClean="0"/>
              <a:t>23</a:t>
            </a:fld>
            <a:endParaRPr lang="en-US"/>
          </a:p>
        </p:txBody>
      </p:sp>
    </p:spTree>
    <p:extLst>
      <p:ext uri="{BB962C8B-B14F-4D97-AF65-F5344CB8AC3E}">
        <p14:creationId xmlns:p14="http://schemas.microsoft.com/office/powerpoint/2010/main" val="670373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71404" rtl="0" eaLnBrk="1" fontAlgn="auto" latinLnBrk="0" hangingPunct="1">
              <a:lnSpc>
                <a:spcPct val="100000"/>
              </a:lnSpc>
              <a:spcBef>
                <a:spcPts val="0"/>
              </a:spcBef>
              <a:spcAft>
                <a:spcPts val="0"/>
              </a:spcAft>
              <a:buClrTx/>
              <a:buSzTx/>
              <a:buFontTx/>
              <a:buNone/>
              <a:tabLst/>
              <a:defRPr/>
            </a:pPr>
            <a:r>
              <a:rPr lang="en-US" dirty="0"/>
              <a:t>If you’re interested in learning more, we have a manuscript preprint available on </a:t>
            </a:r>
            <a:r>
              <a:rPr lang="en-US" dirty="0" err="1"/>
              <a:t>medRxiv</a:t>
            </a:r>
            <a:r>
              <a:rPr lang="en-US" dirty="0"/>
              <a:t>, and as I mentioned we have an online user interface that you can access at the </a:t>
            </a:r>
            <a:r>
              <a:rPr lang="en-US" dirty="0" err="1"/>
              <a:t>url</a:t>
            </a:r>
            <a:r>
              <a:rPr lang="en-US" dirty="0"/>
              <a:t> on this slide or using the QR code. Or feel free to contact me directly at my email dmorrison01@ucla.edu.</a:t>
            </a:r>
          </a:p>
          <a:p>
            <a:endParaRPr lang="en-US" dirty="0"/>
          </a:p>
          <a:p>
            <a:endParaRPr lang="en-US" dirty="0"/>
          </a:p>
          <a:p>
            <a:r>
              <a:rPr lang="en-US" dirty="0"/>
              <a:t>https://</a:t>
            </a:r>
            <a:r>
              <a:rPr lang="en-US" dirty="0" err="1"/>
              <a:t>demorrison.ucdavis.edu</a:t>
            </a:r>
            <a:r>
              <a:rPr lang="en-US" dirty="0"/>
              <a:t>/</a:t>
            </a:r>
            <a:r>
              <a:rPr lang="en-US" dirty="0" err="1"/>
              <a:t>school.epi.abm</a:t>
            </a:r>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24</a:t>
            </a:fld>
            <a:endParaRPr lang="en-US"/>
          </a:p>
        </p:txBody>
      </p:sp>
    </p:spTree>
    <p:extLst>
      <p:ext uri="{BB962C8B-B14F-4D97-AF65-F5344CB8AC3E}">
        <p14:creationId xmlns:p14="http://schemas.microsoft.com/office/powerpoint/2010/main" val="2805316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71404" rtl="0" eaLnBrk="1" fontAlgn="auto" latinLnBrk="0" hangingPunct="1">
              <a:lnSpc>
                <a:spcPct val="100000"/>
              </a:lnSpc>
              <a:spcBef>
                <a:spcPts val="0"/>
              </a:spcBef>
              <a:spcAft>
                <a:spcPts val="0"/>
              </a:spcAft>
              <a:buClrTx/>
              <a:buSzTx/>
              <a:buFontTx/>
              <a:buNone/>
              <a:tabLst/>
              <a:defRPr/>
            </a:pPr>
            <a:r>
              <a:rPr lang="en-US" dirty="0">
                <a:effectLst/>
                <a:latin typeface="Times"/>
                <a:hlinkClick r:id="rId3"/>
              </a:rPr>
              <a:t>https://www.coursera.org/learn/model-thinking</a:t>
            </a:r>
            <a:r>
              <a:rPr lang="en-US" dirty="0">
                <a:effectLst/>
                <a:latin typeface="Times"/>
              </a:rPr>
              <a:t> </a:t>
            </a:r>
          </a:p>
          <a:p>
            <a:pPr marL="0" marR="0" lvl="0" indent="0" algn="l" defTabSz="171404" rtl="0" eaLnBrk="1" fontAlgn="auto" latinLnBrk="0" hangingPunct="1">
              <a:lnSpc>
                <a:spcPct val="100000"/>
              </a:lnSpc>
              <a:spcBef>
                <a:spcPts val="0"/>
              </a:spcBef>
              <a:spcAft>
                <a:spcPts val="0"/>
              </a:spcAft>
              <a:buClrTx/>
              <a:buSzTx/>
              <a:buFontTx/>
              <a:buNone/>
              <a:tabLst/>
              <a:defRPr/>
            </a:pPr>
            <a:endParaRPr lang="en-US" dirty="0">
              <a:effectLst/>
              <a:latin typeface="Times"/>
            </a:endParaRPr>
          </a:p>
          <a:p>
            <a:pPr marL="0" marR="0" lvl="0" indent="0" algn="l" defTabSz="171404"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latin typeface="-apple-system"/>
              </a:rPr>
              <a:t>PSC 120— Agent-Based Modeling</a:t>
            </a:r>
            <a:br>
              <a:rPr lang="en-US" dirty="0"/>
            </a:br>
            <a:endParaRPr lang="en-US" dirty="0">
              <a:effectLst/>
              <a:latin typeface="Times"/>
            </a:endParaRPr>
          </a:p>
          <a:p>
            <a:endParaRPr lang="en-US" dirty="0"/>
          </a:p>
        </p:txBody>
      </p:sp>
      <p:sp>
        <p:nvSpPr>
          <p:cNvPr id="4" name="Slide Number Placeholder 3"/>
          <p:cNvSpPr>
            <a:spLocks noGrp="1"/>
          </p:cNvSpPr>
          <p:nvPr>
            <p:ph type="sldNum" sz="quarter" idx="5"/>
          </p:nvPr>
        </p:nvSpPr>
        <p:spPr/>
        <p:txBody>
          <a:bodyPr/>
          <a:lstStyle/>
          <a:p>
            <a:fld id="{0ED8A9B0-80EF-A34D-B345-E2DEC5501E01}" type="slidenum">
              <a:rPr lang="en-US" smtClean="0"/>
              <a:t>25</a:t>
            </a:fld>
            <a:endParaRPr lang="en-US"/>
          </a:p>
        </p:txBody>
      </p:sp>
    </p:spTree>
    <p:extLst>
      <p:ext uri="{BB962C8B-B14F-4D97-AF65-F5344CB8AC3E}">
        <p14:creationId xmlns:p14="http://schemas.microsoft.com/office/powerpoint/2010/main" val="344016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Full Image BG">
    <p:spTree>
      <p:nvGrpSpPr>
        <p:cNvPr id="1" name=""/>
        <p:cNvGrpSpPr/>
        <p:nvPr/>
      </p:nvGrpSpPr>
      <p:grpSpPr>
        <a:xfrm>
          <a:off x="0" y="0"/>
          <a:ext cx="0" cy="0"/>
          <a:chOff x="0" y="0"/>
          <a:chExt cx="0" cy="0"/>
        </a:xfrm>
      </p:grpSpPr>
      <p:sp>
        <p:nvSpPr>
          <p:cNvPr id="12" name="Rectangle 11"/>
          <p:cNvSpPr/>
          <p:nvPr userDrawn="1"/>
        </p:nvSpPr>
        <p:spPr>
          <a:xfrm>
            <a:off x="7977600" y="4528800"/>
            <a:ext cx="964800" cy="6147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2" name="Rectangle 1"/>
          <p:cNvSpPr/>
          <p:nvPr userDrawn="1"/>
        </p:nvSpPr>
        <p:spPr>
          <a:xfrm>
            <a:off x="41835" y="47811"/>
            <a:ext cx="1846730" cy="111637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TextBox 2"/>
          <p:cNvSpPr txBox="1"/>
          <p:nvPr userDrawn="1"/>
        </p:nvSpPr>
        <p:spPr>
          <a:xfrm>
            <a:off x="322729" y="1882588"/>
            <a:ext cx="914400" cy="914400"/>
          </a:xfrm>
          <a:prstGeom prst="rect">
            <a:avLst/>
          </a:prstGeom>
          <a:noFill/>
        </p:spPr>
        <p:txBody>
          <a:bodyPr wrap="none" rtlCol="0">
            <a:noAutofit/>
          </a:bodyPr>
          <a:lstStyle/>
          <a:p>
            <a:endParaRPr lang="en-US" sz="2475" b="1" dirty="0">
              <a:solidFill>
                <a:schemeClr val="tx2"/>
              </a:solidFill>
              <a:latin typeface="Open Sans"/>
              <a:cs typeface="Open Sans"/>
            </a:endParaRPr>
          </a:p>
        </p:txBody>
      </p:sp>
      <p:sp>
        <p:nvSpPr>
          <p:cNvPr id="4" name="Rectangle 3">
            <a:extLst>
              <a:ext uri="{FF2B5EF4-FFF2-40B4-BE49-F238E27FC236}">
                <a16:creationId xmlns:a16="http://schemas.microsoft.com/office/drawing/2014/main" id="{B738FB50-25F1-7148-8031-00F68CEF0A22}"/>
              </a:ext>
            </a:extLst>
          </p:cNvPr>
          <p:cNvSpPr/>
          <p:nvPr userDrawn="1"/>
        </p:nvSpPr>
        <p:spPr>
          <a:xfrm>
            <a:off x="7512425" y="3955312"/>
            <a:ext cx="1429976" cy="110654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785861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Full Image BG">
    <p:spTree>
      <p:nvGrpSpPr>
        <p:cNvPr id="1" name=""/>
        <p:cNvGrpSpPr/>
        <p:nvPr/>
      </p:nvGrpSpPr>
      <p:grpSpPr>
        <a:xfrm>
          <a:off x="0" y="0"/>
          <a:ext cx="0" cy="0"/>
          <a:chOff x="0" y="0"/>
          <a:chExt cx="0" cy="0"/>
        </a:xfrm>
      </p:grpSpPr>
      <p:sp>
        <p:nvSpPr>
          <p:cNvPr id="13" name="Rectangle 12"/>
          <p:cNvSpPr/>
          <p:nvPr userDrawn="1"/>
        </p:nvSpPr>
        <p:spPr>
          <a:xfrm>
            <a:off x="0" y="0"/>
            <a:ext cx="9144000" cy="5143500"/>
          </a:xfrm>
          <a:prstGeom prst="rect">
            <a:avLst/>
          </a:prstGeom>
          <a:solidFill>
            <a:srgbClr val="66B360">
              <a:alpha val="81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Rectangle 11"/>
          <p:cNvSpPr/>
          <p:nvPr userDrawn="1"/>
        </p:nvSpPr>
        <p:spPr>
          <a:xfrm>
            <a:off x="7977600" y="4528800"/>
            <a:ext cx="964800" cy="6147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 name="Group 4"/>
          <p:cNvGrpSpPr/>
          <p:nvPr userDrawn="1"/>
        </p:nvGrpSpPr>
        <p:grpSpPr>
          <a:xfrm>
            <a:off x="4999198" y="-7201"/>
            <a:ext cx="4144800" cy="4998815"/>
            <a:chOff x="4701686" y="0"/>
            <a:chExt cx="4153561" cy="5009380"/>
          </a:xfrm>
          <a:solidFill>
            <a:srgbClr val="66B360"/>
          </a:solidFill>
        </p:grpSpPr>
        <p:sp>
          <p:nvSpPr>
            <p:cNvPr id="6" name="Rectangle 5"/>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Rectangle 6"/>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8" name="Rectangle 7"/>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Rectangle 8"/>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0" name="TextBox 9"/>
          <p:cNvSpPr txBox="1"/>
          <p:nvPr userDrawn="1"/>
        </p:nvSpPr>
        <p:spPr>
          <a:xfrm>
            <a:off x="265916"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1" name="TextBox 10"/>
          <p:cNvSpPr txBox="1"/>
          <p:nvPr userDrawn="1"/>
        </p:nvSpPr>
        <p:spPr>
          <a:xfrm>
            <a:off x="265916" y="2756427"/>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2064009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Full Image BG">
    <p:spTree>
      <p:nvGrpSpPr>
        <p:cNvPr id="1" name=""/>
        <p:cNvGrpSpPr/>
        <p:nvPr/>
      </p:nvGrpSpPr>
      <p:grpSpPr>
        <a:xfrm>
          <a:off x="0" y="0"/>
          <a:ext cx="0" cy="0"/>
          <a:chOff x="0" y="0"/>
          <a:chExt cx="0" cy="0"/>
        </a:xfrm>
      </p:grpSpPr>
      <p:sp>
        <p:nvSpPr>
          <p:cNvPr id="18" name="Rectangle 17"/>
          <p:cNvSpPr/>
          <p:nvPr userDrawn="1"/>
        </p:nvSpPr>
        <p:spPr>
          <a:xfrm>
            <a:off x="0" y="-7201"/>
            <a:ext cx="9143998" cy="5150701"/>
          </a:xfrm>
          <a:prstGeom prst="rect">
            <a:avLst/>
          </a:prstGeom>
          <a:solidFill>
            <a:schemeClr val="accent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p:cNvGrpSpPr/>
          <p:nvPr userDrawn="1"/>
        </p:nvGrpSpPr>
        <p:grpSpPr>
          <a:xfrm>
            <a:off x="4999198" y="-7201"/>
            <a:ext cx="4144800" cy="4998815"/>
            <a:chOff x="4701686" y="0"/>
            <a:chExt cx="4153561" cy="5009380"/>
          </a:xfrm>
          <a:solidFill>
            <a:srgbClr val="0068AA"/>
          </a:solidFill>
        </p:grpSpPr>
        <p:sp>
          <p:nvSpPr>
            <p:cNvPr id="14" name="Rectangle 13"/>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Rectangle 14"/>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Rectangle 15"/>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Rectangle 16"/>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9" name="Picture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20" name="TextBox 19"/>
          <p:cNvSpPr txBox="1"/>
          <p:nvPr userDrawn="1"/>
        </p:nvSpPr>
        <p:spPr>
          <a:xfrm>
            <a:off x="265916"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21" name="TextBox 20"/>
          <p:cNvSpPr txBox="1"/>
          <p:nvPr userDrawn="1"/>
        </p:nvSpPr>
        <p:spPr>
          <a:xfrm>
            <a:off x="265916" y="2756427"/>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2068261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Full Image BG">
    <p:spTree>
      <p:nvGrpSpPr>
        <p:cNvPr id="1" name=""/>
        <p:cNvGrpSpPr/>
        <p:nvPr/>
      </p:nvGrpSpPr>
      <p:grpSpPr>
        <a:xfrm>
          <a:off x="0" y="0"/>
          <a:ext cx="0" cy="0"/>
          <a:chOff x="0" y="0"/>
          <a:chExt cx="0" cy="0"/>
        </a:xfrm>
      </p:grpSpPr>
      <p:sp>
        <p:nvSpPr>
          <p:cNvPr id="3" name="Rectangle 2"/>
          <p:cNvSpPr/>
          <p:nvPr userDrawn="1"/>
        </p:nvSpPr>
        <p:spPr>
          <a:xfrm>
            <a:off x="0" y="-7201"/>
            <a:ext cx="9143998" cy="5150701"/>
          </a:xfrm>
          <a:prstGeom prst="rect">
            <a:avLst/>
          </a:prstGeom>
          <a:solidFill>
            <a:srgbClr val="7C2B83">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p:cNvGrpSpPr/>
          <p:nvPr userDrawn="1"/>
        </p:nvGrpSpPr>
        <p:grpSpPr>
          <a:xfrm>
            <a:off x="4999198" y="-7201"/>
            <a:ext cx="4144800" cy="4998815"/>
            <a:chOff x="4701686" y="0"/>
            <a:chExt cx="4153561" cy="5009380"/>
          </a:xfrm>
          <a:solidFill>
            <a:srgbClr val="7C2B83"/>
          </a:solidFill>
        </p:grpSpPr>
        <p:sp>
          <p:nvSpPr>
            <p:cNvPr id="11" name="Rectangle 10"/>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Rectangle 12"/>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Rectangle 13"/>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Rectangle 14"/>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7" name="TextBox 16"/>
          <p:cNvSpPr txBox="1"/>
          <p:nvPr userDrawn="1"/>
        </p:nvSpPr>
        <p:spPr>
          <a:xfrm>
            <a:off x="265916"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8" name="TextBox 17"/>
          <p:cNvSpPr txBox="1"/>
          <p:nvPr userDrawn="1"/>
        </p:nvSpPr>
        <p:spPr>
          <a:xfrm>
            <a:off x="265916" y="2756427"/>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337759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Full Image 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EC881D">
              <a:alpha val="87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1" name="Group 10"/>
          <p:cNvGrpSpPr/>
          <p:nvPr userDrawn="1"/>
        </p:nvGrpSpPr>
        <p:grpSpPr>
          <a:xfrm>
            <a:off x="4999198" y="-7201"/>
            <a:ext cx="4144800" cy="4998815"/>
            <a:chOff x="4701686" y="0"/>
            <a:chExt cx="4153561" cy="5009380"/>
          </a:xfrm>
          <a:solidFill>
            <a:srgbClr val="EC881D"/>
          </a:solidFill>
        </p:grpSpPr>
        <p:sp>
          <p:nvSpPr>
            <p:cNvPr id="13" name="Rectangle 12"/>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Rectangle 13"/>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Rectangle 14"/>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Rectangle 15"/>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pic>
        <p:nvPicPr>
          <p:cNvPr id="17" name="Picture 1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8" name="TextBox 17"/>
          <p:cNvSpPr txBox="1"/>
          <p:nvPr userDrawn="1"/>
        </p:nvSpPr>
        <p:spPr>
          <a:xfrm>
            <a:off x="265916"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9" name="TextBox 18"/>
          <p:cNvSpPr txBox="1"/>
          <p:nvPr userDrawn="1"/>
        </p:nvSpPr>
        <p:spPr>
          <a:xfrm>
            <a:off x="265916" y="2756427"/>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918040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Full Image BG">
    <p:spTree>
      <p:nvGrpSpPr>
        <p:cNvPr id="1" name=""/>
        <p:cNvGrpSpPr/>
        <p:nvPr/>
      </p:nvGrpSpPr>
      <p:grpSpPr>
        <a:xfrm>
          <a:off x="0" y="0"/>
          <a:ext cx="0" cy="0"/>
          <a:chOff x="0" y="0"/>
          <a:chExt cx="0" cy="0"/>
        </a:xfrm>
      </p:grpSpPr>
      <p:sp>
        <p:nvSpPr>
          <p:cNvPr id="3" name="Title Placeholder 3"/>
          <p:cNvSpPr>
            <a:spLocks noGrp="1"/>
          </p:cNvSpPr>
          <p:nvPr>
            <p:ph type="title"/>
          </p:nvPr>
        </p:nvSpPr>
        <p:spPr>
          <a:xfrm>
            <a:off x="645830" y="-26800"/>
            <a:ext cx="7886700" cy="993775"/>
          </a:xfrm>
          <a:prstGeom prst="rect">
            <a:avLst/>
          </a:prstGeom>
        </p:spPr>
        <p:txBody>
          <a:bodyPr vert="horz" lIns="91440" tIns="45720" rIns="91440" bIns="45720" rtlCol="0" anchor="ctr">
            <a:normAutofit/>
          </a:bodyPr>
          <a:lstStyle/>
          <a:p>
            <a:r>
              <a:rPr lang="en-US" dirty="0"/>
              <a:t>Click to edit Master title style</a:t>
            </a:r>
          </a:p>
        </p:txBody>
      </p:sp>
      <p:sp>
        <p:nvSpPr>
          <p:cNvPr id="4" name="Text Placeholder 2"/>
          <p:cNvSpPr>
            <a:spLocks noGrp="1"/>
          </p:cNvSpPr>
          <p:nvPr>
            <p:ph idx="1"/>
          </p:nvPr>
        </p:nvSpPr>
        <p:spPr>
          <a:xfrm>
            <a:off x="365312" y="969608"/>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67276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1" name="Text Placeholder 2"/>
          <p:cNvSpPr>
            <a:spLocks noGrp="1"/>
          </p:cNvSpPr>
          <p:nvPr>
            <p:ph idx="1"/>
          </p:nvPr>
        </p:nvSpPr>
        <p:spPr>
          <a:xfrm>
            <a:off x="365312" y="969608"/>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5833569C-803A-40B3-984C-D22856D9D3EC}"/>
              </a:ext>
            </a:extLst>
          </p:cNvPr>
          <p:cNvSpPr>
            <a:spLocks noGrp="1"/>
          </p:cNvSpPr>
          <p:nvPr>
            <p:ph type="sldNum" sz="quarter" idx="11"/>
          </p:nvPr>
        </p:nvSpPr>
        <p:spPr/>
        <p:txBody>
          <a:bodyPr/>
          <a:lstStyle/>
          <a:p>
            <a:fld id="{4AFB891B-AB7E-3649-97C7-338B5D56FE40}" type="slidenum">
              <a:rPr lang="en-US" smtClean="0"/>
              <a:t>‹#›</a:t>
            </a:fld>
            <a:endParaRPr lang="en-US"/>
          </a:p>
        </p:txBody>
      </p:sp>
      <p:sp>
        <p:nvSpPr>
          <p:cNvPr id="5" name="Title 4">
            <a:extLst>
              <a:ext uri="{FF2B5EF4-FFF2-40B4-BE49-F238E27FC236}">
                <a16:creationId xmlns:a16="http://schemas.microsoft.com/office/drawing/2014/main" id="{CE411EA2-A426-42EE-A60D-4FB2039A154F}"/>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946170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xfrm>
            <a:off x="4437983" y="4875610"/>
            <a:ext cx="259105" cy="200918"/>
          </a:xfrm>
          <a:prstGeom prst="rect">
            <a:avLst/>
          </a:prstGeom>
        </p:spPr>
        <p:txBody>
          <a:bodyPr anchor="t"/>
          <a:lstStyle/>
          <a:p>
            <a:fld id="{86CB4B4D-7CA3-9044-876B-883B54F8677D}" type="slidenum">
              <a:t>‹#›</a:t>
            </a:fld>
            <a:endParaRPr/>
          </a:p>
        </p:txBody>
      </p:sp>
    </p:spTree>
    <p:extLst>
      <p:ext uri="{BB962C8B-B14F-4D97-AF65-F5344CB8AC3E}">
        <p14:creationId xmlns:p14="http://schemas.microsoft.com/office/powerpoint/2010/main" val="3125936849"/>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ull Image BG">
    <p:spTree>
      <p:nvGrpSpPr>
        <p:cNvPr id="1" name=""/>
        <p:cNvGrpSpPr/>
        <p:nvPr/>
      </p:nvGrpSpPr>
      <p:grpSpPr>
        <a:xfrm>
          <a:off x="0" y="0"/>
          <a:ext cx="0" cy="0"/>
          <a:chOff x="0" y="0"/>
          <a:chExt cx="0" cy="0"/>
        </a:xfrm>
      </p:grpSpPr>
      <p:sp>
        <p:nvSpPr>
          <p:cNvPr id="12" name="Rectangle 11"/>
          <p:cNvSpPr/>
          <p:nvPr userDrawn="1"/>
        </p:nvSpPr>
        <p:spPr>
          <a:xfrm>
            <a:off x="7977600" y="4528800"/>
            <a:ext cx="964800" cy="6147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2" name="Rectangle 1"/>
          <p:cNvSpPr/>
          <p:nvPr userDrawn="1"/>
        </p:nvSpPr>
        <p:spPr>
          <a:xfrm>
            <a:off x="41836" y="47812"/>
            <a:ext cx="1846730" cy="1116375"/>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3" name="TextBox 2"/>
          <p:cNvSpPr txBox="1"/>
          <p:nvPr userDrawn="1"/>
        </p:nvSpPr>
        <p:spPr>
          <a:xfrm>
            <a:off x="322729" y="1882588"/>
            <a:ext cx="914400" cy="914400"/>
          </a:xfrm>
          <a:prstGeom prst="rect">
            <a:avLst/>
          </a:prstGeom>
          <a:noFill/>
        </p:spPr>
        <p:txBody>
          <a:bodyPr wrap="none" rtlCol="0">
            <a:noAutofit/>
          </a:bodyPr>
          <a:lstStyle/>
          <a:p>
            <a:endParaRPr lang="en-US" sz="2475" b="1" dirty="0">
              <a:solidFill>
                <a:schemeClr val="tx2"/>
              </a:solidFill>
              <a:latin typeface="Open Sans"/>
              <a:cs typeface="Open Sans"/>
            </a:endParaRPr>
          </a:p>
        </p:txBody>
      </p:sp>
      <p:sp>
        <p:nvSpPr>
          <p:cNvPr id="4" name="Rectangle 3">
            <a:extLst>
              <a:ext uri="{FF2B5EF4-FFF2-40B4-BE49-F238E27FC236}">
                <a16:creationId xmlns:a16="http://schemas.microsoft.com/office/drawing/2014/main" id="{B738FB50-25F1-7148-8031-00F68CEF0A22}"/>
              </a:ext>
            </a:extLst>
          </p:cNvPr>
          <p:cNvSpPr/>
          <p:nvPr userDrawn="1"/>
        </p:nvSpPr>
        <p:spPr>
          <a:xfrm>
            <a:off x="7512426" y="4150660"/>
            <a:ext cx="1429976" cy="9111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pic>
        <p:nvPicPr>
          <p:cNvPr id="8" name="Picture 7">
            <a:extLst>
              <a:ext uri="{FF2B5EF4-FFF2-40B4-BE49-F238E27FC236}">
                <a16:creationId xmlns:a16="http://schemas.microsoft.com/office/drawing/2014/main" id="{237CC409-8CB7-154F-904C-5D7682B10D90}"/>
              </a:ext>
            </a:extLst>
          </p:cNvPr>
          <p:cNvPicPr>
            <a:picLocks noChangeAspect="1"/>
          </p:cNvPicPr>
          <p:nvPr userDrawn="1"/>
        </p:nvPicPr>
        <p:blipFill>
          <a:blip r:embed="rId3"/>
          <a:stretch>
            <a:fillRect/>
          </a:stretch>
        </p:blipFill>
        <p:spPr>
          <a:xfrm>
            <a:off x="7855350" y="4232782"/>
            <a:ext cx="1012321" cy="746955"/>
          </a:xfrm>
          <a:prstGeom prst="rect">
            <a:avLst/>
          </a:prstGeom>
        </p:spPr>
      </p:pic>
    </p:spTree>
    <p:extLst>
      <p:ext uri="{BB962C8B-B14F-4D97-AF65-F5344CB8AC3E}">
        <p14:creationId xmlns:p14="http://schemas.microsoft.com/office/powerpoint/2010/main" val="641700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Full Image BG">
    <p:spTree>
      <p:nvGrpSpPr>
        <p:cNvPr id="1" name=""/>
        <p:cNvGrpSpPr/>
        <p:nvPr/>
      </p:nvGrpSpPr>
      <p:grpSpPr>
        <a:xfrm>
          <a:off x="0" y="0"/>
          <a:ext cx="0" cy="0"/>
          <a:chOff x="0" y="0"/>
          <a:chExt cx="0" cy="0"/>
        </a:xfrm>
      </p:grpSpPr>
      <p:sp>
        <p:nvSpPr>
          <p:cNvPr id="13" name="Rectangle 12"/>
          <p:cNvSpPr/>
          <p:nvPr userDrawn="1"/>
        </p:nvSpPr>
        <p:spPr>
          <a:xfrm>
            <a:off x="0" y="0"/>
            <a:ext cx="9144000" cy="5143500"/>
          </a:xfrm>
          <a:prstGeom prst="rect">
            <a:avLst/>
          </a:prstGeom>
          <a:solidFill>
            <a:srgbClr val="66B360">
              <a:alpha val="81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2" name="Rectangle 11"/>
          <p:cNvSpPr/>
          <p:nvPr userDrawn="1"/>
        </p:nvSpPr>
        <p:spPr>
          <a:xfrm>
            <a:off x="7977600" y="4528800"/>
            <a:ext cx="964800" cy="6147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nvGrpSpPr>
          <p:cNvPr id="5" name="Group 4"/>
          <p:cNvGrpSpPr/>
          <p:nvPr userDrawn="1"/>
        </p:nvGrpSpPr>
        <p:grpSpPr>
          <a:xfrm>
            <a:off x="4999198" y="-7200"/>
            <a:ext cx="4144800" cy="4998815"/>
            <a:chOff x="4701686" y="0"/>
            <a:chExt cx="4153561" cy="5009380"/>
          </a:xfrm>
          <a:solidFill>
            <a:srgbClr val="66B360"/>
          </a:solidFill>
        </p:grpSpPr>
        <p:sp>
          <p:nvSpPr>
            <p:cNvPr id="6" name="Rectangle 5"/>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7" name="Rectangle 6"/>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8" name="Rectangle 7"/>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9" name="Rectangle 8"/>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0" name="TextBox 9"/>
          <p:cNvSpPr txBox="1"/>
          <p:nvPr userDrawn="1"/>
        </p:nvSpPr>
        <p:spPr>
          <a:xfrm>
            <a:off x="265917"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1" name="TextBox 10"/>
          <p:cNvSpPr txBox="1"/>
          <p:nvPr userDrawn="1"/>
        </p:nvSpPr>
        <p:spPr>
          <a:xfrm>
            <a:off x="265917" y="2756428"/>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335761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Full Image BG">
    <p:spTree>
      <p:nvGrpSpPr>
        <p:cNvPr id="1" name=""/>
        <p:cNvGrpSpPr/>
        <p:nvPr/>
      </p:nvGrpSpPr>
      <p:grpSpPr>
        <a:xfrm>
          <a:off x="0" y="0"/>
          <a:ext cx="0" cy="0"/>
          <a:chOff x="0" y="0"/>
          <a:chExt cx="0" cy="0"/>
        </a:xfrm>
      </p:grpSpPr>
      <p:sp>
        <p:nvSpPr>
          <p:cNvPr id="18" name="Rectangle 17"/>
          <p:cNvSpPr/>
          <p:nvPr userDrawn="1"/>
        </p:nvSpPr>
        <p:spPr>
          <a:xfrm>
            <a:off x="0" y="-7201"/>
            <a:ext cx="9143998" cy="5150701"/>
          </a:xfrm>
          <a:prstGeom prst="rect">
            <a:avLst/>
          </a:prstGeom>
          <a:solidFill>
            <a:schemeClr val="accent1">
              <a:alpha val="92000"/>
            </a:scheme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nvGrpSpPr>
          <p:cNvPr id="13" name="Group 12"/>
          <p:cNvGrpSpPr/>
          <p:nvPr userDrawn="1"/>
        </p:nvGrpSpPr>
        <p:grpSpPr>
          <a:xfrm>
            <a:off x="4999198" y="-7200"/>
            <a:ext cx="4144800" cy="4998815"/>
            <a:chOff x="4701686" y="0"/>
            <a:chExt cx="4153561" cy="5009380"/>
          </a:xfrm>
          <a:solidFill>
            <a:srgbClr val="0068AA"/>
          </a:solidFill>
        </p:grpSpPr>
        <p:sp>
          <p:nvSpPr>
            <p:cNvPr id="14" name="Rectangle 13"/>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5" name="Rectangle 14"/>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6" name="Rectangle 15"/>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7" name="Rectangle 16"/>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pic>
        <p:nvPicPr>
          <p:cNvPr id="19" name="Picture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20" name="TextBox 19"/>
          <p:cNvSpPr txBox="1"/>
          <p:nvPr userDrawn="1"/>
        </p:nvSpPr>
        <p:spPr>
          <a:xfrm>
            <a:off x="265917"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21" name="TextBox 20"/>
          <p:cNvSpPr txBox="1"/>
          <p:nvPr userDrawn="1"/>
        </p:nvSpPr>
        <p:spPr>
          <a:xfrm>
            <a:off x="265917" y="2756428"/>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3038892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Full Image BG">
    <p:spTree>
      <p:nvGrpSpPr>
        <p:cNvPr id="1" name=""/>
        <p:cNvGrpSpPr/>
        <p:nvPr/>
      </p:nvGrpSpPr>
      <p:grpSpPr>
        <a:xfrm>
          <a:off x="0" y="0"/>
          <a:ext cx="0" cy="0"/>
          <a:chOff x="0" y="0"/>
          <a:chExt cx="0" cy="0"/>
        </a:xfrm>
      </p:grpSpPr>
      <p:sp>
        <p:nvSpPr>
          <p:cNvPr id="3" name="Rectangle 2"/>
          <p:cNvSpPr/>
          <p:nvPr userDrawn="1"/>
        </p:nvSpPr>
        <p:spPr>
          <a:xfrm>
            <a:off x="0" y="-7201"/>
            <a:ext cx="9143998" cy="5150701"/>
          </a:xfrm>
          <a:prstGeom prst="rect">
            <a:avLst/>
          </a:prstGeom>
          <a:solidFill>
            <a:srgbClr val="7C2B83">
              <a:alpha val="84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nvGrpSpPr>
          <p:cNvPr id="10" name="Group 9"/>
          <p:cNvGrpSpPr/>
          <p:nvPr userDrawn="1"/>
        </p:nvGrpSpPr>
        <p:grpSpPr>
          <a:xfrm>
            <a:off x="4999198" y="-7200"/>
            <a:ext cx="4144800" cy="4998815"/>
            <a:chOff x="4701686" y="0"/>
            <a:chExt cx="4153561" cy="5009380"/>
          </a:xfrm>
          <a:solidFill>
            <a:srgbClr val="7C2B83"/>
          </a:solidFill>
        </p:grpSpPr>
        <p:sp>
          <p:nvSpPr>
            <p:cNvPr id="11" name="Rectangle 10"/>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3" name="Rectangle 12"/>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4" name="Rectangle 13"/>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5" name="Rectangle 14"/>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pic>
        <p:nvPicPr>
          <p:cNvPr id="16" name="Picture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7" name="TextBox 16"/>
          <p:cNvSpPr txBox="1"/>
          <p:nvPr userDrawn="1"/>
        </p:nvSpPr>
        <p:spPr>
          <a:xfrm>
            <a:off x="265917"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8" name="TextBox 17"/>
          <p:cNvSpPr txBox="1"/>
          <p:nvPr userDrawn="1"/>
        </p:nvSpPr>
        <p:spPr>
          <a:xfrm>
            <a:off x="265917" y="2756428"/>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3905019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Full Image 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EC881D">
              <a:alpha val="87000"/>
            </a:srgbClr>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nvGrpSpPr>
          <p:cNvPr id="11" name="Group 10"/>
          <p:cNvGrpSpPr/>
          <p:nvPr userDrawn="1"/>
        </p:nvGrpSpPr>
        <p:grpSpPr>
          <a:xfrm>
            <a:off x="4999198" y="-7200"/>
            <a:ext cx="4144800" cy="4998815"/>
            <a:chOff x="4701686" y="0"/>
            <a:chExt cx="4153561" cy="5009380"/>
          </a:xfrm>
          <a:solidFill>
            <a:srgbClr val="EC881D"/>
          </a:solidFill>
        </p:grpSpPr>
        <p:sp>
          <p:nvSpPr>
            <p:cNvPr id="13" name="Rectangle 12"/>
            <p:cNvSpPr/>
            <p:nvPr/>
          </p:nvSpPr>
          <p:spPr>
            <a:xfrm>
              <a:off x="7225553" y="0"/>
              <a:ext cx="1629694" cy="1942353"/>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4" name="Rectangle 13"/>
            <p:cNvSpPr/>
            <p:nvPr/>
          </p:nvSpPr>
          <p:spPr>
            <a:xfrm>
              <a:off x="5534212" y="1942353"/>
              <a:ext cx="1691341" cy="1691341"/>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5" name="Rectangle 14"/>
            <p:cNvSpPr/>
            <p:nvPr/>
          </p:nvSpPr>
          <p:spPr>
            <a:xfrm>
              <a:off x="7225553" y="3633692"/>
              <a:ext cx="1375688" cy="1375688"/>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sp>
          <p:nvSpPr>
            <p:cNvPr id="16" name="Rectangle 15"/>
            <p:cNvSpPr/>
            <p:nvPr/>
          </p:nvSpPr>
          <p:spPr>
            <a:xfrm>
              <a:off x="4701686" y="3633695"/>
              <a:ext cx="832526" cy="832526"/>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p>
          </p:txBody>
        </p:sp>
      </p:grpSp>
      <p:pic>
        <p:nvPicPr>
          <p:cNvPr id="17" name="Picture 1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4799" y="324063"/>
            <a:ext cx="1313073" cy="719514"/>
          </a:xfrm>
          <a:prstGeom prst="rect">
            <a:avLst/>
          </a:prstGeom>
        </p:spPr>
      </p:pic>
      <p:sp>
        <p:nvSpPr>
          <p:cNvPr id="18" name="TextBox 17"/>
          <p:cNvSpPr txBox="1"/>
          <p:nvPr userDrawn="1"/>
        </p:nvSpPr>
        <p:spPr>
          <a:xfrm>
            <a:off x="265917" y="1783227"/>
            <a:ext cx="5616484" cy="854080"/>
          </a:xfrm>
          <a:prstGeom prst="rect">
            <a:avLst/>
          </a:prstGeom>
          <a:noFill/>
        </p:spPr>
        <p:txBody>
          <a:bodyPr wrap="square" rtlCol="0">
            <a:spAutoFit/>
          </a:bodyPr>
          <a:lstStyle/>
          <a:p>
            <a:pPr>
              <a:lnSpc>
                <a:spcPct val="90000"/>
              </a:lnSpc>
            </a:pPr>
            <a:r>
              <a:rPr lang="en-US" sz="3000" b="1" dirty="0">
                <a:solidFill>
                  <a:schemeClr val="bg1"/>
                </a:solidFill>
                <a:latin typeface="Arial"/>
                <a:cs typeface="Arial"/>
              </a:rPr>
              <a:t>Title Arial Bold – 34pt font</a:t>
            </a:r>
          </a:p>
          <a:p>
            <a:pPr>
              <a:lnSpc>
                <a:spcPct val="90000"/>
              </a:lnSpc>
            </a:pPr>
            <a:r>
              <a:rPr lang="en-US" sz="2500" dirty="0">
                <a:solidFill>
                  <a:schemeClr val="bg1"/>
                </a:solidFill>
                <a:latin typeface="Arial"/>
                <a:cs typeface="Arial"/>
              </a:rPr>
              <a:t>Subtitle Arial – 25pt font</a:t>
            </a:r>
          </a:p>
        </p:txBody>
      </p:sp>
      <p:sp>
        <p:nvSpPr>
          <p:cNvPr id="19" name="TextBox 18"/>
          <p:cNvSpPr txBox="1"/>
          <p:nvPr userDrawn="1"/>
        </p:nvSpPr>
        <p:spPr>
          <a:xfrm>
            <a:off x="265917" y="2756428"/>
            <a:ext cx="5616484" cy="590931"/>
          </a:xfrm>
          <a:prstGeom prst="rect">
            <a:avLst/>
          </a:prstGeom>
          <a:noFill/>
        </p:spPr>
        <p:txBody>
          <a:bodyPr wrap="square" rtlCol="0">
            <a:spAutoFit/>
          </a:bodyPr>
          <a:lstStyle/>
          <a:p>
            <a:pPr>
              <a:lnSpc>
                <a:spcPct val="90000"/>
              </a:lnSpc>
            </a:pPr>
            <a:r>
              <a:rPr lang="en-US" sz="1200" dirty="0">
                <a:solidFill>
                  <a:schemeClr val="bg1"/>
                </a:solidFill>
                <a:latin typeface="Arial"/>
                <a:cs typeface="Arial"/>
              </a:rPr>
              <a:t>Presenter’s Name</a:t>
            </a:r>
          </a:p>
          <a:p>
            <a:pPr>
              <a:lnSpc>
                <a:spcPct val="90000"/>
              </a:lnSpc>
            </a:pPr>
            <a:r>
              <a:rPr lang="en-US" sz="1200" dirty="0">
                <a:solidFill>
                  <a:schemeClr val="bg1"/>
                </a:solidFill>
                <a:latin typeface="Arial"/>
                <a:cs typeface="Arial"/>
              </a:rPr>
              <a:t>Office or Department Name</a:t>
            </a:r>
          </a:p>
          <a:p>
            <a:pPr>
              <a:lnSpc>
                <a:spcPct val="90000"/>
              </a:lnSpc>
            </a:pPr>
            <a:endParaRPr lang="en-US" sz="1200" dirty="0">
              <a:solidFill>
                <a:schemeClr val="bg1"/>
              </a:solidFill>
              <a:latin typeface="Arial"/>
              <a:cs typeface="Arial"/>
            </a:endParaRPr>
          </a:p>
        </p:txBody>
      </p:sp>
    </p:spTree>
    <p:extLst>
      <p:ext uri="{BB962C8B-B14F-4D97-AF65-F5344CB8AC3E}">
        <p14:creationId xmlns:p14="http://schemas.microsoft.com/office/powerpoint/2010/main" val="2226135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Full Image BG">
    <p:spTree>
      <p:nvGrpSpPr>
        <p:cNvPr id="1" name=""/>
        <p:cNvGrpSpPr/>
        <p:nvPr/>
      </p:nvGrpSpPr>
      <p:grpSpPr>
        <a:xfrm>
          <a:off x="0" y="0"/>
          <a:ext cx="0" cy="0"/>
          <a:chOff x="0" y="0"/>
          <a:chExt cx="0" cy="0"/>
        </a:xfrm>
      </p:grpSpPr>
      <p:sp>
        <p:nvSpPr>
          <p:cNvPr id="3" name="Title Placeholder 3"/>
          <p:cNvSpPr>
            <a:spLocks noGrp="1"/>
          </p:cNvSpPr>
          <p:nvPr>
            <p:ph type="title"/>
          </p:nvPr>
        </p:nvSpPr>
        <p:spPr>
          <a:xfrm>
            <a:off x="645830" y="-26800"/>
            <a:ext cx="7886700" cy="993775"/>
          </a:xfrm>
          <a:prstGeom prst="rect">
            <a:avLst/>
          </a:prstGeom>
        </p:spPr>
        <p:txBody>
          <a:bodyPr vert="horz" lIns="91440" tIns="45720" rIns="91440" bIns="45720" rtlCol="0" anchor="ctr">
            <a:normAutofit/>
          </a:bodyPr>
          <a:lstStyle/>
          <a:p>
            <a:r>
              <a:rPr lang="en-US" dirty="0"/>
              <a:t>Click to edit Master title style</a:t>
            </a:r>
          </a:p>
        </p:txBody>
      </p:sp>
      <p:sp>
        <p:nvSpPr>
          <p:cNvPr id="4" name="Text Placeholder 2"/>
          <p:cNvSpPr>
            <a:spLocks noGrp="1"/>
          </p:cNvSpPr>
          <p:nvPr>
            <p:ph idx="1"/>
          </p:nvPr>
        </p:nvSpPr>
        <p:spPr>
          <a:xfrm>
            <a:off x="365312" y="969609"/>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475861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11" name="Text Placeholder 2"/>
          <p:cNvSpPr>
            <a:spLocks noGrp="1"/>
          </p:cNvSpPr>
          <p:nvPr>
            <p:ph idx="1"/>
          </p:nvPr>
        </p:nvSpPr>
        <p:spPr>
          <a:xfrm>
            <a:off x="365312" y="969609"/>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5833569C-803A-40B3-984C-D22856D9D3EC}"/>
              </a:ext>
            </a:extLst>
          </p:cNvPr>
          <p:cNvSpPr>
            <a:spLocks noGrp="1"/>
          </p:cNvSpPr>
          <p:nvPr>
            <p:ph type="sldNum" sz="quarter" idx="11"/>
          </p:nvPr>
        </p:nvSpPr>
        <p:spPr/>
        <p:txBody>
          <a:bodyPr/>
          <a:lstStyle/>
          <a:p>
            <a:fld id="{4AFB891B-AB7E-3649-97C7-338B5D56FE40}" type="slidenum">
              <a:rPr lang="en-US" smtClean="0"/>
              <a:t>‹#›</a:t>
            </a:fld>
            <a:endParaRPr lang="en-US"/>
          </a:p>
        </p:txBody>
      </p:sp>
      <p:sp>
        <p:nvSpPr>
          <p:cNvPr id="5" name="Title 4">
            <a:extLst>
              <a:ext uri="{FF2B5EF4-FFF2-40B4-BE49-F238E27FC236}">
                <a16:creationId xmlns:a16="http://schemas.microsoft.com/office/drawing/2014/main" id="{CE411EA2-A426-42EE-A60D-4FB2039A154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82984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312" y="969608"/>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217728" tIns="108864" rIns="217728" bIns="108864" rtlCol="0" anchor="ctr"/>
          <a:lstStyle>
            <a:lvl1pPr algn="r">
              <a:defRPr sz="1088">
                <a:solidFill>
                  <a:schemeClr val="tx1">
                    <a:tint val="75000"/>
                  </a:schemeClr>
                </a:solidFill>
              </a:defRPr>
            </a:lvl1pPr>
          </a:lstStyle>
          <a:p>
            <a:fld id="{4AFB891B-AB7E-3649-97C7-338B5D56FE40}" type="slidenum">
              <a:rPr lang="en-US" smtClean="0"/>
              <a:t>‹#›</a:t>
            </a:fld>
            <a:endParaRPr lang="en-US"/>
          </a:p>
        </p:txBody>
      </p:sp>
      <p:sp>
        <p:nvSpPr>
          <p:cNvPr id="8" name="Slide Number Placeholder 5"/>
          <p:cNvSpPr txBox="1">
            <a:spLocks/>
          </p:cNvSpPr>
          <p:nvPr userDrawn="1"/>
        </p:nvSpPr>
        <p:spPr>
          <a:xfrm>
            <a:off x="8163738" y="351094"/>
            <a:ext cx="399451" cy="273844"/>
          </a:xfrm>
          <a:prstGeom prst="rect">
            <a:avLst/>
          </a:prstGeom>
        </p:spPr>
        <p:txBody>
          <a:bodyPr/>
          <a:lstStyle>
            <a:defPPr>
              <a:defRPr lang="en-US"/>
            </a:defPPr>
            <a:lvl1pPr marL="0" algn="ctr" defTabSz="1088639" rtl="0" eaLnBrk="1" latinLnBrk="0" hangingPunct="1">
              <a:defRPr sz="2400" kern="1200">
                <a:solidFill>
                  <a:schemeClr val="bg1"/>
                </a:solidFill>
                <a:latin typeface="Raleway Regular"/>
                <a:ea typeface="+mn-ea"/>
                <a:cs typeface="Raleway Regular"/>
              </a:defRPr>
            </a:lvl1pPr>
            <a:lvl2pPr marL="1088639" algn="l" defTabSz="1088639" rtl="0" eaLnBrk="1" latinLnBrk="0" hangingPunct="1">
              <a:defRPr sz="4300" kern="1200">
                <a:solidFill>
                  <a:schemeClr val="tx1"/>
                </a:solidFill>
                <a:latin typeface="+mn-lt"/>
                <a:ea typeface="+mn-ea"/>
                <a:cs typeface="+mn-cs"/>
              </a:defRPr>
            </a:lvl2pPr>
            <a:lvl3pPr marL="2177278" algn="l" defTabSz="1088639" rtl="0" eaLnBrk="1" latinLnBrk="0" hangingPunct="1">
              <a:defRPr sz="4300" kern="1200">
                <a:solidFill>
                  <a:schemeClr val="tx1"/>
                </a:solidFill>
                <a:latin typeface="+mn-lt"/>
                <a:ea typeface="+mn-ea"/>
                <a:cs typeface="+mn-cs"/>
              </a:defRPr>
            </a:lvl3pPr>
            <a:lvl4pPr marL="3265917" algn="l" defTabSz="1088639" rtl="0" eaLnBrk="1" latinLnBrk="0" hangingPunct="1">
              <a:defRPr sz="4300" kern="1200">
                <a:solidFill>
                  <a:schemeClr val="tx1"/>
                </a:solidFill>
                <a:latin typeface="+mn-lt"/>
                <a:ea typeface="+mn-ea"/>
                <a:cs typeface="+mn-cs"/>
              </a:defRPr>
            </a:lvl4pPr>
            <a:lvl5pPr marL="4354556" algn="l" defTabSz="1088639" rtl="0" eaLnBrk="1" latinLnBrk="0" hangingPunct="1">
              <a:defRPr sz="4300" kern="1200">
                <a:solidFill>
                  <a:schemeClr val="tx1"/>
                </a:solidFill>
                <a:latin typeface="+mn-lt"/>
                <a:ea typeface="+mn-ea"/>
                <a:cs typeface="+mn-cs"/>
              </a:defRPr>
            </a:lvl5pPr>
            <a:lvl6pPr marL="5443195" algn="l" defTabSz="1088639" rtl="0" eaLnBrk="1" latinLnBrk="0" hangingPunct="1">
              <a:defRPr sz="4300" kern="1200">
                <a:solidFill>
                  <a:schemeClr val="tx1"/>
                </a:solidFill>
                <a:latin typeface="+mn-lt"/>
                <a:ea typeface="+mn-ea"/>
                <a:cs typeface="+mn-cs"/>
              </a:defRPr>
            </a:lvl6pPr>
            <a:lvl7pPr marL="6531834" algn="l" defTabSz="1088639" rtl="0" eaLnBrk="1" latinLnBrk="0" hangingPunct="1">
              <a:defRPr sz="4300" kern="1200">
                <a:solidFill>
                  <a:schemeClr val="tx1"/>
                </a:solidFill>
                <a:latin typeface="+mn-lt"/>
                <a:ea typeface="+mn-ea"/>
                <a:cs typeface="+mn-cs"/>
              </a:defRPr>
            </a:lvl7pPr>
            <a:lvl8pPr marL="7620472" algn="l" defTabSz="1088639" rtl="0" eaLnBrk="1" latinLnBrk="0" hangingPunct="1">
              <a:defRPr sz="4300" kern="1200">
                <a:solidFill>
                  <a:schemeClr val="tx1"/>
                </a:solidFill>
                <a:latin typeface="+mn-lt"/>
                <a:ea typeface="+mn-ea"/>
                <a:cs typeface="+mn-cs"/>
              </a:defRPr>
            </a:lvl8pPr>
            <a:lvl9pPr marL="8709111" algn="l" defTabSz="1088639" rtl="0" eaLnBrk="1" latinLnBrk="0" hangingPunct="1">
              <a:defRPr sz="4300" kern="1200">
                <a:solidFill>
                  <a:schemeClr val="tx1"/>
                </a:solidFill>
                <a:latin typeface="+mn-lt"/>
                <a:ea typeface="+mn-ea"/>
                <a:cs typeface="+mn-cs"/>
              </a:defRPr>
            </a:lvl9pPr>
          </a:lstStyle>
          <a:p>
            <a:fld id="{9DF686B8-C880-FF40-96DC-14FF2413C34E}" type="slidenum">
              <a:rPr lang="en-US" sz="900" smtClean="0">
                <a:latin typeface="Arial"/>
                <a:cs typeface="Arial"/>
              </a:rPr>
              <a:pPr/>
              <a:t>‹#›</a:t>
            </a:fld>
            <a:endParaRPr lang="en-US" sz="900" dirty="0">
              <a:latin typeface="Arial"/>
              <a:cs typeface="Arial"/>
            </a:endParaRPr>
          </a:p>
        </p:txBody>
      </p:sp>
      <p:sp>
        <p:nvSpPr>
          <p:cNvPr id="7" name="Footer Placeholder 6"/>
          <p:cNvSpPr>
            <a:spLocks noGrp="1"/>
          </p:cNvSpPr>
          <p:nvPr>
            <p:ph type="ftr" sz="quarter" idx="3"/>
          </p:nvPr>
        </p:nvSpPr>
        <p:spPr>
          <a:xfrm>
            <a:off x="457200" y="4767263"/>
            <a:ext cx="3086100" cy="274637"/>
          </a:xfrm>
          <a:prstGeom prst="rect">
            <a:avLst/>
          </a:prstGeom>
        </p:spPr>
        <p:txBody>
          <a:bodyPr vert="horz" lIns="91440" tIns="45720" rIns="91440" bIns="45720" rtlCol="0" anchor="ctr"/>
          <a:lstStyle>
            <a:lvl1pPr algn="l">
              <a:defRPr sz="1000">
                <a:solidFill>
                  <a:schemeClr val="tx2">
                    <a:lumMod val="75000"/>
                  </a:schemeClr>
                </a:solidFill>
                <a:latin typeface="Arial" charset="0"/>
                <a:ea typeface="Arial" charset="0"/>
                <a:cs typeface="Arial" charset="0"/>
              </a:defRPr>
            </a:lvl1pPr>
          </a:lstStyle>
          <a:p>
            <a:endParaRPr lang="en-US" dirty="0"/>
          </a:p>
        </p:txBody>
      </p:sp>
      <p:sp>
        <p:nvSpPr>
          <p:cNvPr id="4" name="Title Placeholder 3"/>
          <p:cNvSpPr>
            <a:spLocks noGrp="1"/>
          </p:cNvSpPr>
          <p:nvPr>
            <p:ph type="title"/>
          </p:nvPr>
        </p:nvSpPr>
        <p:spPr>
          <a:xfrm>
            <a:off x="645830" y="-26800"/>
            <a:ext cx="7886700" cy="993775"/>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664681394"/>
      </p:ext>
    </p:extLst>
  </p:cSld>
  <p:clrMap bg1="lt1" tx1="dk1" bg2="lt2" tx2="dk2" accent1="accent1" accent2="accent2" accent3="accent3" accent4="accent4" accent5="accent5" accent6="accent6" hlink="hlink" folHlink="folHlink"/>
  <p:sldLayoutIdLst>
    <p:sldLayoutId id="2147483683" r:id="rId1"/>
    <p:sldLayoutId id="2147483724" r:id="rId2"/>
    <p:sldLayoutId id="2147483721" r:id="rId3"/>
    <p:sldLayoutId id="2147483722" r:id="rId4"/>
    <p:sldLayoutId id="2147483723" r:id="rId5"/>
    <p:sldLayoutId id="2147483684" r:id="rId6"/>
    <p:sldLayoutId id="2147483650" r:id="rId7"/>
    <p:sldLayoutId id="2147483733" r:id="rId8"/>
  </p:sldLayoutIdLst>
  <p:txStyles>
    <p:titleStyle>
      <a:lvl1pPr algn="l" defTabSz="408240" rtl="0" eaLnBrk="1" latinLnBrk="0" hangingPunct="1">
        <a:spcBef>
          <a:spcPct val="0"/>
        </a:spcBef>
        <a:buNone/>
        <a:defRPr sz="2500" b="1" kern="1200">
          <a:solidFill>
            <a:srgbClr val="0068AA"/>
          </a:solidFill>
          <a:latin typeface="Arial" charset="0"/>
          <a:ea typeface="Arial" charset="0"/>
          <a:cs typeface="Arial" charset="0"/>
        </a:defRPr>
      </a:lvl1pPr>
    </p:titleStyle>
    <p:bodyStyle>
      <a:lvl1pPr marL="342900" indent="-160020" algn="l" defTabSz="408240" rtl="0" eaLnBrk="1" latinLnBrk="0" hangingPunct="1">
        <a:spcBef>
          <a:spcPct val="20000"/>
        </a:spcBef>
        <a:buClr>
          <a:srgbClr val="0068AA"/>
        </a:buClr>
        <a:buFont typeface="Arial" charset="0"/>
        <a:buChar char="•"/>
        <a:defRPr sz="2000" kern="1200">
          <a:solidFill>
            <a:schemeClr val="tx1">
              <a:lumMod val="50000"/>
            </a:schemeClr>
          </a:solidFill>
          <a:latin typeface="Arial" charset="0"/>
          <a:ea typeface="Arial" charset="0"/>
          <a:cs typeface="Arial" charset="0"/>
        </a:defRPr>
      </a:lvl1pPr>
      <a:lvl2pPr marL="751140" indent="-160020" algn="l" defTabSz="408240" rtl="0" eaLnBrk="1" latinLnBrk="0" hangingPunct="1">
        <a:spcBef>
          <a:spcPct val="20000"/>
        </a:spcBef>
        <a:buSzPct val="85000"/>
        <a:buFont typeface="Arial" charset="0"/>
        <a:buChar char="•"/>
        <a:defRPr sz="1800" kern="1200">
          <a:solidFill>
            <a:schemeClr val="tx1">
              <a:lumMod val="50000"/>
            </a:schemeClr>
          </a:solidFill>
          <a:latin typeface="Arial" charset="0"/>
          <a:ea typeface="Arial" charset="0"/>
          <a:cs typeface="Arial" charset="0"/>
        </a:defRPr>
      </a:lvl2pPr>
      <a:lvl3pPr marL="1159379" indent="-160020" algn="l" defTabSz="408240" rtl="0" eaLnBrk="1" latinLnBrk="0" hangingPunct="1">
        <a:spcBef>
          <a:spcPct val="20000"/>
        </a:spcBef>
        <a:buFont typeface=".AppleSystemUIFont" charset="-120"/>
        <a:buChar char="–"/>
        <a:defRPr sz="1800" kern="1200">
          <a:solidFill>
            <a:schemeClr val="tx1">
              <a:lumMod val="50000"/>
            </a:schemeClr>
          </a:solidFill>
          <a:latin typeface="Arial" charset="0"/>
          <a:ea typeface="Arial" charset="0"/>
          <a:cs typeface="Arial" charset="0"/>
        </a:defRPr>
      </a:lvl3pPr>
      <a:lvl4pPr marL="1567619" indent="-342900" algn="l" defTabSz="408240" rtl="0" eaLnBrk="1" latinLnBrk="0" hangingPunct="1">
        <a:spcBef>
          <a:spcPct val="20000"/>
        </a:spcBef>
        <a:buFont typeface="Arial" charset="0"/>
        <a:buChar char="•"/>
        <a:defRPr sz="2000" kern="1200">
          <a:solidFill>
            <a:schemeClr val="tx1"/>
          </a:solidFill>
          <a:latin typeface="Arial" charset="0"/>
          <a:ea typeface="Arial" charset="0"/>
          <a:cs typeface="Arial" charset="0"/>
        </a:defRPr>
      </a:lvl4pPr>
      <a:lvl5pPr marL="1975859" indent="-342900" algn="l" defTabSz="408240" rtl="0" eaLnBrk="1" latinLnBrk="0" hangingPunct="1">
        <a:spcBef>
          <a:spcPct val="20000"/>
        </a:spcBef>
        <a:buFont typeface="Arial" charset="0"/>
        <a:buChar char="•"/>
        <a:defRPr sz="2000" kern="1200">
          <a:solidFill>
            <a:schemeClr val="tx1"/>
          </a:solidFill>
          <a:latin typeface="Arial" charset="0"/>
          <a:ea typeface="Arial" charset="0"/>
          <a:cs typeface="Arial" charset="0"/>
        </a:defRPr>
      </a:lvl5pPr>
      <a:lvl6pPr marL="2245318" indent="-204120" algn="l" defTabSz="408240" rtl="0" eaLnBrk="1" latinLnBrk="0" hangingPunct="1">
        <a:spcBef>
          <a:spcPct val="20000"/>
        </a:spcBef>
        <a:buFont typeface="Arial"/>
        <a:buChar char="•"/>
        <a:defRPr sz="1800" kern="1200">
          <a:solidFill>
            <a:schemeClr val="tx1"/>
          </a:solidFill>
          <a:latin typeface="+mn-lt"/>
          <a:ea typeface="+mn-ea"/>
          <a:cs typeface="+mn-cs"/>
        </a:defRPr>
      </a:lvl6pPr>
      <a:lvl7pPr marL="2653557" indent="-204120" algn="l" defTabSz="408240" rtl="0" eaLnBrk="1" latinLnBrk="0" hangingPunct="1">
        <a:spcBef>
          <a:spcPct val="20000"/>
        </a:spcBef>
        <a:buFont typeface="Arial"/>
        <a:buChar char="•"/>
        <a:defRPr sz="1800" kern="1200">
          <a:solidFill>
            <a:schemeClr val="tx1"/>
          </a:solidFill>
          <a:latin typeface="+mn-lt"/>
          <a:ea typeface="+mn-ea"/>
          <a:cs typeface="+mn-cs"/>
        </a:defRPr>
      </a:lvl7pPr>
      <a:lvl8pPr marL="3061797" indent="-204120" algn="l" defTabSz="408240" rtl="0" eaLnBrk="1" latinLnBrk="0" hangingPunct="1">
        <a:spcBef>
          <a:spcPct val="20000"/>
        </a:spcBef>
        <a:buFont typeface="Arial"/>
        <a:buChar char="•"/>
        <a:defRPr sz="1800" kern="1200">
          <a:solidFill>
            <a:schemeClr val="tx1"/>
          </a:solidFill>
          <a:latin typeface="+mn-lt"/>
          <a:ea typeface="+mn-ea"/>
          <a:cs typeface="+mn-cs"/>
        </a:defRPr>
      </a:lvl8pPr>
      <a:lvl9pPr marL="3470037" indent="-204120" algn="l" defTabSz="40824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08240" rtl="0" eaLnBrk="1" latinLnBrk="0" hangingPunct="1">
        <a:defRPr sz="1613" kern="1200">
          <a:solidFill>
            <a:schemeClr val="tx1"/>
          </a:solidFill>
          <a:latin typeface="+mn-lt"/>
          <a:ea typeface="+mn-ea"/>
          <a:cs typeface="+mn-cs"/>
        </a:defRPr>
      </a:lvl1pPr>
      <a:lvl2pPr marL="408240" algn="l" defTabSz="408240" rtl="0" eaLnBrk="1" latinLnBrk="0" hangingPunct="1">
        <a:defRPr sz="1613" kern="1200">
          <a:solidFill>
            <a:schemeClr val="tx1"/>
          </a:solidFill>
          <a:latin typeface="+mn-lt"/>
          <a:ea typeface="+mn-ea"/>
          <a:cs typeface="+mn-cs"/>
        </a:defRPr>
      </a:lvl2pPr>
      <a:lvl3pPr marL="816479" algn="l" defTabSz="408240" rtl="0" eaLnBrk="1" latinLnBrk="0" hangingPunct="1">
        <a:defRPr sz="1613" kern="1200">
          <a:solidFill>
            <a:schemeClr val="tx1"/>
          </a:solidFill>
          <a:latin typeface="+mn-lt"/>
          <a:ea typeface="+mn-ea"/>
          <a:cs typeface="+mn-cs"/>
        </a:defRPr>
      </a:lvl3pPr>
      <a:lvl4pPr marL="1224719" algn="l" defTabSz="408240" rtl="0" eaLnBrk="1" latinLnBrk="0" hangingPunct="1">
        <a:defRPr sz="1613" kern="1200">
          <a:solidFill>
            <a:schemeClr val="tx1"/>
          </a:solidFill>
          <a:latin typeface="+mn-lt"/>
          <a:ea typeface="+mn-ea"/>
          <a:cs typeface="+mn-cs"/>
        </a:defRPr>
      </a:lvl4pPr>
      <a:lvl5pPr marL="1632959" algn="l" defTabSz="408240" rtl="0" eaLnBrk="1" latinLnBrk="0" hangingPunct="1">
        <a:defRPr sz="1613" kern="1200">
          <a:solidFill>
            <a:schemeClr val="tx1"/>
          </a:solidFill>
          <a:latin typeface="+mn-lt"/>
          <a:ea typeface="+mn-ea"/>
          <a:cs typeface="+mn-cs"/>
        </a:defRPr>
      </a:lvl5pPr>
      <a:lvl6pPr marL="2041198" algn="l" defTabSz="408240" rtl="0" eaLnBrk="1" latinLnBrk="0" hangingPunct="1">
        <a:defRPr sz="1613" kern="1200">
          <a:solidFill>
            <a:schemeClr val="tx1"/>
          </a:solidFill>
          <a:latin typeface="+mn-lt"/>
          <a:ea typeface="+mn-ea"/>
          <a:cs typeface="+mn-cs"/>
        </a:defRPr>
      </a:lvl6pPr>
      <a:lvl7pPr marL="2449438" algn="l" defTabSz="408240" rtl="0" eaLnBrk="1" latinLnBrk="0" hangingPunct="1">
        <a:defRPr sz="1613" kern="1200">
          <a:solidFill>
            <a:schemeClr val="tx1"/>
          </a:solidFill>
          <a:latin typeface="+mn-lt"/>
          <a:ea typeface="+mn-ea"/>
          <a:cs typeface="+mn-cs"/>
        </a:defRPr>
      </a:lvl7pPr>
      <a:lvl8pPr marL="2857677" algn="l" defTabSz="408240" rtl="0" eaLnBrk="1" latinLnBrk="0" hangingPunct="1">
        <a:defRPr sz="1613" kern="1200">
          <a:solidFill>
            <a:schemeClr val="tx1"/>
          </a:solidFill>
          <a:latin typeface="+mn-lt"/>
          <a:ea typeface="+mn-ea"/>
          <a:cs typeface="+mn-cs"/>
        </a:defRPr>
      </a:lvl8pPr>
      <a:lvl9pPr marL="3265917" algn="l" defTabSz="408240" rtl="0" eaLnBrk="1" latinLnBrk="0" hangingPunct="1">
        <a:defRPr sz="161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568" y="273844"/>
            <a:ext cx="7886864"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568" y="1369219"/>
            <a:ext cx="7886864" cy="3263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568" y="4767262"/>
            <a:ext cx="2057728" cy="273844"/>
          </a:xfrm>
          <a:prstGeom prst="rect">
            <a:avLst/>
          </a:prstGeom>
        </p:spPr>
        <p:txBody>
          <a:bodyPr vert="horz" lIns="91440" tIns="45720" rIns="91440" bIns="45720" rtlCol="0" anchor="ctr"/>
          <a:lstStyle>
            <a:lvl1pPr algn="l">
              <a:defRPr sz="450">
                <a:solidFill>
                  <a:schemeClr val="tx1">
                    <a:tint val="75000"/>
                  </a:schemeClr>
                </a:solidFill>
              </a:defRPr>
            </a:lvl1pPr>
          </a:lstStyle>
          <a:p>
            <a:fld id="{1CFEE8B5-7DA2-C04C-975E-75E7A07E9926}" type="datetimeFigureOut">
              <a:rPr lang="en-US" smtClean="0"/>
              <a:t>11/13/25</a:t>
            </a:fld>
            <a:endParaRPr lang="en-US"/>
          </a:p>
        </p:txBody>
      </p:sp>
      <p:sp>
        <p:nvSpPr>
          <p:cNvPr id="5" name="Footer Placeholder 4"/>
          <p:cNvSpPr>
            <a:spLocks noGrp="1"/>
          </p:cNvSpPr>
          <p:nvPr>
            <p:ph type="ftr" sz="quarter" idx="3"/>
          </p:nvPr>
        </p:nvSpPr>
        <p:spPr>
          <a:xfrm>
            <a:off x="3029151" y="4767262"/>
            <a:ext cx="3085698" cy="273844"/>
          </a:xfrm>
          <a:prstGeom prst="rect">
            <a:avLst/>
          </a:prstGeom>
        </p:spPr>
        <p:txBody>
          <a:bodyPr vert="horz" lIns="91440" tIns="45720" rIns="91440" bIns="45720" rtlCol="0" anchor="ctr"/>
          <a:lstStyle>
            <a:lvl1pPr algn="ctr">
              <a:defRPr sz="4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705" y="4767262"/>
            <a:ext cx="2057727" cy="273844"/>
          </a:xfrm>
          <a:prstGeom prst="rect">
            <a:avLst/>
          </a:prstGeom>
        </p:spPr>
        <p:txBody>
          <a:bodyPr vert="horz" lIns="91440" tIns="45720" rIns="91440" bIns="45720" rtlCol="0" anchor="ctr"/>
          <a:lstStyle>
            <a:lvl1pPr algn="r">
              <a:defRPr sz="450">
                <a:solidFill>
                  <a:schemeClr val="tx1">
                    <a:tint val="75000"/>
                  </a:schemeClr>
                </a:solidFill>
              </a:defRPr>
            </a:lvl1pPr>
          </a:lstStyle>
          <a:p>
            <a:fld id="{189B5F3C-4C03-4741-A478-8D803D5806F1}" type="slidenum">
              <a:rPr lang="en-US" smtClean="0"/>
              <a:t>‹#›</a:t>
            </a:fld>
            <a:endParaRPr lang="en-US"/>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89927" y="4589023"/>
            <a:ext cx="817017" cy="447696"/>
          </a:xfrm>
          <a:prstGeom prst="rect">
            <a:avLst/>
          </a:prstGeom>
          <a:solidFill>
            <a:srgbClr val="216BA9"/>
          </a:solidFill>
        </p:spPr>
      </p:pic>
      <p:grpSp>
        <p:nvGrpSpPr>
          <p:cNvPr id="8" name="Group 7"/>
          <p:cNvGrpSpPr/>
          <p:nvPr userDrawn="1"/>
        </p:nvGrpSpPr>
        <p:grpSpPr>
          <a:xfrm>
            <a:off x="0" y="0"/>
            <a:ext cx="9144000" cy="5143500"/>
            <a:chOff x="0" y="0"/>
            <a:chExt cx="24387175" cy="13716000"/>
          </a:xfrm>
          <a:solidFill>
            <a:srgbClr val="216BA9"/>
          </a:solidFill>
        </p:grpSpPr>
        <p:sp>
          <p:nvSpPr>
            <p:cNvPr id="9" name="Rectangle 8"/>
            <p:cNvSpPr/>
            <p:nvPr userDrawn="1"/>
          </p:nvSpPr>
          <p:spPr>
            <a:xfrm>
              <a:off x="0" y="0"/>
              <a:ext cx="24387175" cy="1371600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605"/>
            </a:p>
          </p:txBody>
        </p:sp>
        <p:pic>
          <p:nvPicPr>
            <p:cNvPr id="10" name="Picture 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1575948" y="12237395"/>
              <a:ext cx="2178996" cy="1193856"/>
            </a:xfrm>
            <a:prstGeom prst="rect">
              <a:avLst/>
            </a:prstGeom>
            <a:grpFill/>
          </p:spPr>
        </p:pic>
      </p:grpSp>
    </p:spTree>
    <p:extLst>
      <p:ext uri="{BB962C8B-B14F-4D97-AF65-F5344CB8AC3E}">
        <p14:creationId xmlns:p14="http://schemas.microsoft.com/office/powerpoint/2010/main" val="957829479"/>
      </p:ext>
    </p:extLst>
  </p:cSld>
  <p:clrMap bg1="lt1" tx1="dk1" bg2="lt2" tx2="dk2" accent1="accent1" accent2="accent2" accent3="accent3" accent4="accent4" accent5="accent5" accent6="accent6" hlink="hlink" folHlink="folHlink"/>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312" y="969609"/>
            <a:ext cx="8229600" cy="3394472"/>
          </a:xfrm>
          <a:prstGeom prst="rect">
            <a:avLst/>
          </a:prstGeom>
        </p:spPr>
        <p:txBody>
          <a:bodyPr vert="horz" lIns="217728" tIns="108864" rIns="217728" bIns="108864" rtlCol="0">
            <a:norm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217728" tIns="108864" rIns="217728" bIns="108864" rtlCol="0" anchor="ctr"/>
          <a:lstStyle>
            <a:lvl1pPr algn="r">
              <a:defRPr sz="1088">
                <a:solidFill>
                  <a:schemeClr val="tx1">
                    <a:tint val="75000"/>
                  </a:schemeClr>
                </a:solidFill>
              </a:defRPr>
            </a:lvl1pPr>
          </a:lstStyle>
          <a:p>
            <a:fld id="{4AFB891B-AB7E-3649-97C7-338B5D56FE40}" type="slidenum">
              <a:rPr lang="en-US" smtClean="0"/>
              <a:t>‹#›</a:t>
            </a:fld>
            <a:endParaRPr lang="en-US"/>
          </a:p>
        </p:txBody>
      </p:sp>
      <p:sp>
        <p:nvSpPr>
          <p:cNvPr id="8" name="Slide Number Placeholder 5"/>
          <p:cNvSpPr txBox="1">
            <a:spLocks/>
          </p:cNvSpPr>
          <p:nvPr userDrawn="1"/>
        </p:nvSpPr>
        <p:spPr>
          <a:xfrm>
            <a:off x="8163739" y="351095"/>
            <a:ext cx="399451" cy="273844"/>
          </a:xfrm>
          <a:prstGeom prst="rect">
            <a:avLst/>
          </a:prstGeom>
        </p:spPr>
        <p:txBody>
          <a:bodyPr/>
          <a:lstStyle>
            <a:defPPr>
              <a:defRPr lang="en-US"/>
            </a:defPPr>
            <a:lvl1pPr marL="0" algn="ctr" defTabSz="1088639" rtl="0" eaLnBrk="1" latinLnBrk="0" hangingPunct="1">
              <a:defRPr sz="2400" kern="1200">
                <a:solidFill>
                  <a:schemeClr val="bg1"/>
                </a:solidFill>
                <a:latin typeface="Raleway Regular"/>
                <a:ea typeface="+mn-ea"/>
                <a:cs typeface="Raleway Regular"/>
              </a:defRPr>
            </a:lvl1pPr>
            <a:lvl2pPr marL="1088639" algn="l" defTabSz="1088639" rtl="0" eaLnBrk="1" latinLnBrk="0" hangingPunct="1">
              <a:defRPr sz="4300" kern="1200">
                <a:solidFill>
                  <a:schemeClr val="tx1"/>
                </a:solidFill>
                <a:latin typeface="+mn-lt"/>
                <a:ea typeface="+mn-ea"/>
                <a:cs typeface="+mn-cs"/>
              </a:defRPr>
            </a:lvl2pPr>
            <a:lvl3pPr marL="2177278" algn="l" defTabSz="1088639" rtl="0" eaLnBrk="1" latinLnBrk="0" hangingPunct="1">
              <a:defRPr sz="4300" kern="1200">
                <a:solidFill>
                  <a:schemeClr val="tx1"/>
                </a:solidFill>
                <a:latin typeface="+mn-lt"/>
                <a:ea typeface="+mn-ea"/>
                <a:cs typeface="+mn-cs"/>
              </a:defRPr>
            </a:lvl3pPr>
            <a:lvl4pPr marL="3265917" algn="l" defTabSz="1088639" rtl="0" eaLnBrk="1" latinLnBrk="0" hangingPunct="1">
              <a:defRPr sz="4300" kern="1200">
                <a:solidFill>
                  <a:schemeClr val="tx1"/>
                </a:solidFill>
                <a:latin typeface="+mn-lt"/>
                <a:ea typeface="+mn-ea"/>
                <a:cs typeface="+mn-cs"/>
              </a:defRPr>
            </a:lvl4pPr>
            <a:lvl5pPr marL="4354556" algn="l" defTabSz="1088639" rtl="0" eaLnBrk="1" latinLnBrk="0" hangingPunct="1">
              <a:defRPr sz="4300" kern="1200">
                <a:solidFill>
                  <a:schemeClr val="tx1"/>
                </a:solidFill>
                <a:latin typeface="+mn-lt"/>
                <a:ea typeface="+mn-ea"/>
                <a:cs typeface="+mn-cs"/>
              </a:defRPr>
            </a:lvl5pPr>
            <a:lvl6pPr marL="5443195" algn="l" defTabSz="1088639" rtl="0" eaLnBrk="1" latinLnBrk="0" hangingPunct="1">
              <a:defRPr sz="4300" kern="1200">
                <a:solidFill>
                  <a:schemeClr val="tx1"/>
                </a:solidFill>
                <a:latin typeface="+mn-lt"/>
                <a:ea typeface="+mn-ea"/>
                <a:cs typeface="+mn-cs"/>
              </a:defRPr>
            </a:lvl6pPr>
            <a:lvl7pPr marL="6531834" algn="l" defTabSz="1088639" rtl="0" eaLnBrk="1" latinLnBrk="0" hangingPunct="1">
              <a:defRPr sz="4300" kern="1200">
                <a:solidFill>
                  <a:schemeClr val="tx1"/>
                </a:solidFill>
                <a:latin typeface="+mn-lt"/>
                <a:ea typeface="+mn-ea"/>
                <a:cs typeface="+mn-cs"/>
              </a:defRPr>
            </a:lvl7pPr>
            <a:lvl8pPr marL="7620472" algn="l" defTabSz="1088639" rtl="0" eaLnBrk="1" latinLnBrk="0" hangingPunct="1">
              <a:defRPr sz="4300" kern="1200">
                <a:solidFill>
                  <a:schemeClr val="tx1"/>
                </a:solidFill>
                <a:latin typeface="+mn-lt"/>
                <a:ea typeface="+mn-ea"/>
                <a:cs typeface="+mn-cs"/>
              </a:defRPr>
            </a:lvl8pPr>
            <a:lvl9pPr marL="8709111" algn="l" defTabSz="1088639" rtl="0" eaLnBrk="1" latinLnBrk="0" hangingPunct="1">
              <a:defRPr sz="4300" kern="1200">
                <a:solidFill>
                  <a:schemeClr val="tx1"/>
                </a:solidFill>
                <a:latin typeface="+mn-lt"/>
                <a:ea typeface="+mn-ea"/>
                <a:cs typeface="+mn-cs"/>
              </a:defRPr>
            </a:lvl9pPr>
          </a:lstStyle>
          <a:p>
            <a:fld id="{9DF686B8-C880-FF40-96DC-14FF2413C34E}" type="slidenum">
              <a:rPr lang="en-US" sz="900" smtClean="0">
                <a:latin typeface="Arial"/>
                <a:cs typeface="Arial"/>
              </a:rPr>
              <a:pPr/>
              <a:t>‹#›</a:t>
            </a:fld>
            <a:endParaRPr lang="en-US" sz="900" dirty="0">
              <a:latin typeface="Arial"/>
              <a:cs typeface="Arial"/>
            </a:endParaRPr>
          </a:p>
        </p:txBody>
      </p:sp>
      <p:sp>
        <p:nvSpPr>
          <p:cNvPr id="7" name="Footer Placeholder 6"/>
          <p:cNvSpPr>
            <a:spLocks noGrp="1"/>
          </p:cNvSpPr>
          <p:nvPr>
            <p:ph type="ftr" sz="quarter" idx="3"/>
          </p:nvPr>
        </p:nvSpPr>
        <p:spPr>
          <a:xfrm>
            <a:off x="457200" y="4767264"/>
            <a:ext cx="3086100" cy="274637"/>
          </a:xfrm>
          <a:prstGeom prst="rect">
            <a:avLst/>
          </a:prstGeom>
        </p:spPr>
        <p:txBody>
          <a:bodyPr vert="horz" lIns="91440" tIns="45720" rIns="91440" bIns="45720" rtlCol="0" anchor="ctr"/>
          <a:lstStyle>
            <a:lvl1pPr algn="l">
              <a:defRPr sz="1000">
                <a:solidFill>
                  <a:schemeClr val="tx2">
                    <a:lumMod val="75000"/>
                  </a:schemeClr>
                </a:solidFill>
                <a:latin typeface="Arial" charset="0"/>
                <a:ea typeface="Arial" charset="0"/>
                <a:cs typeface="Arial" charset="0"/>
              </a:defRPr>
            </a:lvl1pPr>
          </a:lstStyle>
          <a:p>
            <a:endParaRPr lang="en-US" dirty="0"/>
          </a:p>
        </p:txBody>
      </p:sp>
      <p:sp>
        <p:nvSpPr>
          <p:cNvPr id="4" name="Title Placeholder 3"/>
          <p:cNvSpPr>
            <a:spLocks noGrp="1"/>
          </p:cNvSpPr>
          <p:nvPr>
            <p:ph type="title"/>
          </p:nvPr>
        </p:nvSpPr>
        <p:spPr>
          <a:xfrm>
            <a:off x="645830" y="-26800"/>
            <a:ext cx="7886700" cy="993775"/>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03461604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Lst>
  <p:txStyles>
    <p:titleStyle>
      <a:lvl1pPr algn="l" defTabSz="408230" rtl="0" eaLnBrk="1" latinLnBrk="0" hangingPunct="1">
        <a:spcBef>
          <a:spcPct val="0"/>
        </a:spcBef>
        <a:buNone/>
        <a:defRPr sz="2500" b="1" kern="1200">
          <a:solidFill>
            <a:srgbClr val="0068AA"/>
          </a:solidFill>
          <a:latin typeface="Arial" charset="0"/>
          <a:ea typeface="Arial" charset="0"/>
          <a:cs typeface="Arial" charset="0"/>
        </a:defRPr>
      </a:lvl1pPr>
    </p:titleStyle>
    <p:bodyStyle>
      <a:lvl1pPr marL="342892" indent="-160016" algn="l" defTabSz="408230" rtl="0" eaLnBrk="1" latinLnBrk="0" hangingPunct="1">
        <a:spcBef>
          <a:spcPct val="20000"/>
        </a:spcBef>
        <a:buClr>
          <a:srgbClr val="0068AA"/>
        </a:buClr>
        <a:buFont typeface="Arial" charset="0"/>
        <a:buChar char="•"/>
        <a:defRPr sz="2000" kern="1200">
          <a:solidFill>
            <a:schemeClr val="tx1">
              <a:lumMod val="50000"/>
            </a:schemeClr>
          </a:solidFill>
          <a:latin typeface="Arial" charset="0"/>
          <a:ea typeface="Arial" charset="0"/>
          <a:cs typeface="Arial" charset="0"/>
        </a:defRPr>
      </a:lvl1pPr>
      <a:lvl2pPr marL="751121" indent="-160016" algn="l" defTabSz="408230" rtl="0" eaLnBrk="1" latinLnBrk="0" hangingPunct="1">
        <a:spcBef>
          <a:spcPct val="20000"/>
        </a:spcBef>
        <a:buSzPct val="85000"/>
        <a:buFont typeface="Arial" charset="0"/>
        <a:buChar char="•"/>
        <a:defRPr sz="1800" kern="1200">
          <a:solidFill>
            <a:schemeClr val="tx1">
              <a:lumMod val="50000"/>
            </a:schemeClr>
          </a:solidFill>
          <a:latin typeface="Arial" charset="0"/>
          <a:ea typeface="Arial" charset="0"/>
          <a:cs typeface="Arial" charset="0"/>
        </a:defRPr>
      </a:lvl2pPr>
      <a:lvl3pPr marL="1159350" indent="-160016" algn="l" defTabSz="408230" rtl="0" eaLnBrk="1" latinLnBrk="0" hangingPunct="1">
        <a:spcBef>
          <a:spcPct val="20000"/>
        </a:spcBef>
        <a:buFont typeface=".AppleSystemUIFont" charset="-120"/>
        <a:buChar char="–"/>
        <a:defRPr sz="1800" kern="1200">
          <a:solidFill>
            <a:schemeClr val="tx1">
              <a:lumMod val="50000"/>
            </a:schemeClr>
          </a:solidFill>
          <a:latin typeface="Arial" charset="0"/>
          <a:ea typeface="Arial" charset="0"/>
          <a:cs typeface="Arial" charset="0"/>
        </a:defRPr>
      </a:lvl3pPr>
      <a:lvl4pPr marL="1567580" indent="-342892" algn="l" defTabSz="408230" rtl="0" eaLnBrk="1" latinLnBrk="0" hangingPunct="1">
        <a:spcBef>
          <a:spcPct val="20000"/>
        </a:spcBef>
        <a:buFont typeface="Arial" charset="0"/>
        <a:buChar char="•"/>
        <a:defRPr sz="2000" kern="1200">
          <a:solidFill>
            <a:schemeClr val="tx1"/>
          </a:solidFill>
          <a:latin typeface="Arial" charset="0"/>
          <a:ea typeface="Arial" charset="0"/>
          <a:cs typeface="Arial" charset="0"/>
        </a:defRPr>
      </a:lvl4pPr>
      <a:lvl5pPr marL="1975810" indent="-342892" algn="l" defTabSz="408230" rtl="0" eaLnBrk="1" latinLnBrk="0" hangingPunct="1">
        <a:spcBef>
          <a:spcPct val="20000"/>
        </a:spcBef>
        <a:buFont typeface="Arial" charset="0"/>
        <a:buChar char="•"/>
        <a:defRPr sz="2000" kern="1200">
          <a:solidFill>
            <a:schemeClr val="tx1"/>
          </a:solidFill>
          <a:latin typeface="Arial" charset="0"/>
          <a:ea typeface="Arial" charset="0"/>
          <a:cs typeface="Arial" charset="0"/>
        </a:defRPr>
      </a:lvl5pPr>
      <a:lvl6pPr marL="2245262" indent="-204115" algn="l" defTabSz="408230" rtl="0" eaLnBrk="1" latinLnBrk="0" hangingPunct="1">
        <a:spcBef>
          <a:spcPct val="20000"/>
        </a:spcBef>
        <a:buFont typeface="Arial"/>
        <a:buChar char="•"/>
        <a:defRPr sz="1800" kern="1200">
          <a:solidFill>
            <a:schemeClr val="tx1"/>
          </a:solidFill>
          <a:latin typeface="+mn-lt"/>
          <a:ea typeface="+mn-ea"/>
          <a:cs typeface="+mn-cs"/>
        </a:defRPr>
      </a:lvl6pPr>
      <a:lvl7pPr marL="2653491" indent="-204115" algn="l" defTabSz="408230" rtl="0" eaLnBrk="1" latinLnBrk="0" hangingPunct="1">
        <a:spcBef>
          <a:spcPct val="20000"/>
        </a:spcBef>
        <a:buFont typeface="Arial"/>
        <a:buChar char="•"/>
        <a:defRPr sz="1800" kern="1200">
          <a:solidFill>
            <a:schemeClr val="tx1"/>
          </a:solidFill>
          <a:latin typeface="+mn-lt"/>
          <a:ea typeface="+mn-ea"/>
          <a:cs typeface="+mn-cs"/>
        </a:defRPr>
      </a:lvl7pPr>
      <a:lvl8pPr marL="3061721" indent="-204115" algn="l" defTabSz="408230" rtl="0" eaLnBrk="1" latinLnBrk="0" hangingPunct="1">
        <a:spcBef>
          <a:spcPct val="20000"/>
        </a:spcBef>
        <a:buFont typeface="Arial"/>
        <a:buChar char="•"/>
        <a:defRPr sz="1800" kern="1200">
          <a:solidFill>
            <a:schemeClr val="tx1"/>
          </a:solidFill>
          <a:latin typeface="+mn-lt"/>
          <a:ea typeface="+mn-ea"/>
          <a:cs typeface="+mn-cs"/>
        </a:defRPr>
      </a:lvl8pPr>
      <a:lvl9pPr marL="3469950" indent="-204115" algn="l" defTabSz="40823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08230" rtl="0" eaLnBrk="1" latinLnBrk="0" hangingPunct="1">
        <a:defRPr sz="1613" kern="1200">
          <a:solidFill>
            <a:schemeClr val="tx1"/>
          </a:solidFill>
          <a:latin typeface="+mn-lt"/>
          <a:ea typeface="+mn-ea"/>
          <a:cs typeface="+mn-cs"/>
        </a:defRPr>
      </a:lvl1pPr>
      <a:lvl2pPr marL="408230" algn="l" defTabSz="408230" rtl="0" eaLnBrk="1" latinLnBrk="0" hangingPunct="1">
        <a:defRPr sz="1613" kern="1200">
          <a:solidFill>
            <a:schemeClr val="tx1"/>
          </a:solidFill>
          <a:latin typeface="+mn-lt"/>
          <a:ea typeface="+mn-ea"/>
          <a:cs typeface="+mn-cs"/>
        </a:defRPr>
      </a:lvl2pPr>
      <a:lvl3pPr marL="816458" algn="l" defTabSz="408230" rtl="0" eaLnBrk="1" latinLnBrk="0" hangingPunct="1">
        <a:defRPr sz="1613" kern="1200">
          <a:solidFill>
            <a:schemeClr val="tx1"/>
          </a:solidFill>
          <a:latin typeface="+mn-lt"/>
          <a:ea typeface="+mn-ea"/>
          <a:cs typeface="+mn-cs"/>
        </a:defRPr>
      </a:lvl3pPr>
      <a:lvl4pPr marL="1224689" algn="l" defTabSz="408230" rtl="0" eaLnBrk="1" latinLnBrk="0" hangingPunct="1">
        <a:defRPr sz="1613" kern="1200">
          <a:solidFill>
            <a:schemeClr val="tx1"/>
          </a:solidFill>
          <a:latin typeface="+mn-lt"/>
          <a:ea typeface="+mn-ea"/>
          <a:cs typeface="+mn-cs"/>
        </a:defRPr>
      </a:lvl4pPr>
      <a:lvl5pPr marL="1632918" algn="l" defTabSz="408230" rtl="0" eaLnBrk="1" latinLnBrk="0" hangingPunct="1">
        <a:defRPr sz="1613" kern="1200">
          <a:solidFill>
            <a:schemeClr val="tx1"/>
          </a:solidFill>
          <a:latin typeface="+mn-lt"/>
          <a:ea typeface="+mn-ea"/>
          <a:cs typeface="+mn-cs"/>
        </a:defRPr>
      </a:lvl5pPr>
      <a:lvl6pPr marL="2041147" algn="l" defTabSz="408230" rtl="0" eaLnBrk="1" latinLnBrk="0" hangingPunct="1">
        <a:defRPr sz="1613" kern="1200">
          <a:solidFill>
            <a:schemeClr val="tx1"/>
          </a:solidFill>
          <a:latin typeface="+mn-lt"/>
          <a:ea typeface="+mn-ea"/>
          <a:cs typeface="+mn-cs"/>
        </a:defRPr>
      </a:lvl6pPr>
      <a:lvl7pPr marL="2449377" algn="l" defTabSz="408230" rtl="0" eaLnBrk="1" latinLnBrk="0" hangingPunct="1">
        <a:defRPr sz="1613" kern="1200">
          <a:solidFill>
            <a:schemeClr val="tx1"/>
          </a:solidFill>
          <a:latin typeface="+mn-lt"/>
          <a:ea typeface="+mn-ea"/>
          <a:cs typeface="+mn-cs"/>
        </a:defRPr>
      </a:lvl7pPr>
      <a:lvl8pPr marL="2857606" algn="l" defTabSz="408230" rtl="0" eaLnBrk="1" latinLnBrk="0" hangingPunct="1">
        <a:defRPr sz="1613" kern="1200">
          <a:solidFill>
            <a:schemeClr val="tx1"/>
          </a:solidFill>
          <a:latin typeface="+mn-lt"/>
          <a:ea typeface="+mn-ea"/>
          <a:cs typeface="+mn-cs"/>
        </a:defRPr>
      </a:lvl8pPr>
      <a:lvl9pPr marL="3265835" algn="l" defTabSz="408230" rtl="0" eaLnBrk="1" latinLnBrk="0" hangingPunct="1">
        <a:defRPr sz="16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png"/><Relationship Id="rId9" Type="http://schemas.openxmlformats.org/officeDocument/2006/relationships/image" Target="../media/image11.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doi.org/10.3389/fpubh.2023.856940" TargetMode="External"/><Relationship Id="rId7" Type="http://schemas.openxmlformats.org/officeDocument/2006/relationships/hyperlink" Target="mailto:demorrison@ucdavis.edu" TargetMode="External"/><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hyperlink" Target="https://github.com/UCLA-PHP/school.epi.abm" TargetMode="External"/><Relationship Id="rId5" Type="http://schemas.openxmlformats.org/officeDocument/2006/relationships/hyperlink" Target="https://bit.ly/em-abm" TargetMode="External"/><Relationship Id="rId4" Type="http://schemas.openxmlformats.org/officeDocument/2006/relationships/hyperlink" Target="https://agent-based-models.shinyapps.io/RegionalCOVIDSchoolSimulation"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5898" y="610866"/>
            <a:ext cx="7832203" cy="923330"/>
          </a:xfrm>
          <a:prstGeom prst="rect">
            <a:avLst/>
          </a:prstGeom>
          <a:noFill/>
        </p:spPr>
        <p:txBody>
          <a:bodyPr wrap="square" rtlCol="0">
            <a:spAutoFit/>
          </a:bodyPr>
          <a:lstStyle/>
          <a:p>
            <a:pPr algn="ctr">
              <a:lnSpc>
                <a:spcPct val="90000"/>
              </a:lnSpc>
            </a:pPr>
            <a:r>
              <a:rPr lang="en-US" sz="3000" b="1" dirty="0">
                <a:solidFill>
                  <a:schemeClr val="tx2"/>
                </a:solidFill>
                <a:latin typeface="Arial Narrow" panose="020B0604020202020204" pitchFamily="34" charset="0"/>
                <a:cs typeface="Arial Narrow" panose="020B0604020202020204" pitchFamily="34" charset="0"/>
              </a:rPr>
              <a:t>Modeling COVID-19 infection dynamics and mitigation strategies for in-person K-6 instruction</a:t>
            </a:r>
          </a:p>
        </p:txBody>
      </p:sp>
      <p:sp>
        <p:nvSpPr>
          <p:cNvPr id="3" name="TextBox 2"/>
          <p:cNvSpPr txBox="1"/>
          <p:nvPr/>
        </p:nvSpPr>
        <p:spPr>
          <a:xfrm>
            <a:off x="2380221" y="2870641"/>
            <a:ext cx="4621170" cy="1477328"/>
          </a:xfrm>
          <a:prstGeom prst="rect">
            <a:avLst/>
          </a:prstGeom>
          <a:noFill/>
        </p:spPr>
        <p:txBody>
          <a:bodyPr wrap="square" rtlCol="0">
            <a:spAutoFit/>
          </a:bodyPr>
          <a:lstStyle/>
          <a:p>
            <a:pPr algn="ctr">
              <a:lnSpc>
                <a:spcPct val="90000"/>
              </a:lnSpc>
            </a:pPr>
            <a:r>
              <a:rPr lang="en-US" sz="2000" b="1" dirty="0">
                <a:solidFill>
                  <a:schemeClr val="accent2">
                    <a:lumMod val="75000"/>
                  </a:schemeClr>
                </a:solidFill>
                <a:latin typeface="Arial Narrow" panose="020B0604020202020204" pitchFamily="34" charset="0"/>
                <a:cs typeface="Arial Narrow" panose="020B0604020202020204" pitchFamily="34" charset="0"/>
              </a:rPr>
              <a:t>Douglas Ezra Morrison</a:t>
            </a:r>
          </a:p>
          <a:p>
            <a:pPr algn="ctr">
              <a:lnSpc>
                <a:spcPct val="90000"/>
              </a:lnSpc>
            </a:pPr>
            <a:r>
              <a:rPr lang="en-US" sz="2000" b="1" dirty="0">
                <a:solidFill>
                  <a:schemeClr val="accent2">
                    <a:lumMod val="75000"/>
                  </a:schemeClr>
                </a:solidFill>
                <a:latin typeface="Arial Narrow" panose="020B0604020202020204" pitchFamily="34" charset="0"/>
                <a:cs typeface="Arial Narrow" panose="020B0604020202020204" pitchFamily="34" charset="0"/>
              </a:rPr>
              <a:t>Department of Public Health Sciences</a:t>
            </a:r>
          </a:p>
          <a:p>
            <a:pPr algn="ctr">
              <a:lnSpc>
                <a:spcPct val="90000"/>
              </a:lnSpc>
            </a:pPr>
            <a:r>
              <a:rPr lang="en-US" sz="2000" b="1" dirty="0">
                <a:solidFill>
                  <a:schemeClr val="accent2">
                    <a:lumMod val="75000"/>
                  </a:schemeClr>
                </a:solidFill>
                <a:latin typeface="Arial Narrow" panose="020B0604020202020204" pitchFamily="34" charset="0"/>
                <a:cs typeface="Arial Narrow" panose="020B0604020202020204" pitchFamily="34" charset="0"/>
              </a:rPr>
              <a:t>UC Davis School of Medicine</a:t>
            </a:r>
          </a:p>
          <a:p>
            <a:pPr algn="ctr">
              <a:lnSpc>
                <a:spcPct val="90000"/>
              </a:lnSpc>
            </a:pPr>
            <a:endParaRPr lang="en-US" sz="2000" b="1" dirty="0">
              <a:solidFill>
                <a:schemeClr val="accent2">
                  <a:lumMod val="75000"/>
                </a:schemeClr>
              </a:solidFill>
              <a:latin typeface="Arial Narrow" panose="020B0604020202020204" pitchFamily="34" charset="0"/>
              <a:cs typeface="Arial Narrow" panose="020B0604020202020204" pitchFamily="34" charset="0"/>
            </a:endParaRPr>
          </a:p>
          <a:p>
            <a:pPr algn="ctr">
              <a:lnSpc>
                <a:spcPct val="90000"/>
              </a:lnSpc>
            </a:pPr>
            <a:r>
              <a:rPr lang="en-US" sz="2000" b="1" dirty="0">
                <a:solidFill>
                  <a:schemeClr val="accent2">
                    <a:lumMod val="75000"/>
                  </a:schemeClr>
                </a:solidFill>
                <a:latin typeface="Arial Narrow" panose="020B0604020202020204" pitchFamily="34" charset="0"/>
                <a:cs typeface="Arial Narrow" panose="020B0604020202020204" pitchFamily="34" charset="0"/>
              </a:rPr>
              <a:t>November 14, 2025</a:t>
            </a:r>
          </a:p>
        </p:txBody>
      </p:sp>
    </p:spTree>
    <p:extLst>
      <p:ext uri="{BB962C8B-B14F-4D97-AF65-F5344CB8AC3E}">
        <p14:creationId xmlns:p14="http://schemas.microsoft.com/office/powerpoint/2010/main" val="793892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312" y="969608"/>
            <a:ext cx="6149788" cy="3394472"/>
          </a:xfrm>
        </p:spPr>
        <p:txBody>
          <a:bodyPr>
            <a:normAutofit fontScale="92500" lnSpcReduction="10000"/>
          </a:bodyPr>
          <a:lstStyle/>
          <a:p>
            <a:r>
              <a:rPr lang="en-US" dirty="0"/>
              <a:t>Harms to students</a:t>
            </a:r>
          </a:p>
          <a:p>
            <a:pPr lvl="1"/>
            <a:r>
              <a:rPr lang="en-US" dirty="0"/>
              <a:t>Educational progress</a:t>
            </a:r>
          </a:p>
          <a:p>
            <a:pPr lvl="1"/>
            <a:r>
              <a:rPr lang="en-US" dirty="0"/>
              <a:t>Psychosocial development</a:t>
            </a:r>
          </a:p>
          <a:p>
            <a:pPr lvl="1"/>
            <a:r>
              <a:rPr lang="en-US" dirty="0"/>
              <a:t>Mental and physical health</a:t>
            </a:r>
          </a:p>
          <a:p>
            <a:pPr>
              <a:spcBef>
                <a:spcPts val="1200"/>
              </a:spcBef>
            </a:pPr>
            <a:r>
              <a:rPr lang="en-US" dirty="0"/>
              <a:t>Harms to families</a:t>
            </a:r>
          </a:p>
          <a:p>
            <a:pPr lvl="1"/>
            <a:r>
              <a:rPr lang="en-US" dirty="0"/>
              <a:t>Increased childcare, educational burdens</a:t>
            </a:r>
          </a:p>
          <a:p>
            <a:pPr>
              <a:spcBef>
                <a:spcPts val="1200"/>
              </a:spcBef>
            </a:pPr>
            <a:r>
              <a:rPr lang="en-US" dirty="0"/>
              <a:t>Cascading economic impacts on workplaces</a:t>
            </a:r>
          </a:p>
          <a:p>
            <a:pPr>
              <a:spcBef>
                <a:spcPts val="1200"/>
              </a:spcBef>
            </a:pPr>
            <a:r>
              <a:rPr lang="en-US" dirty="0"/>
              <a:t>Disparities exacerbated</a:t>
            </a:r>
          </a:p>
          <a:p>
            <a:pPr lvl="1"/>
            <a:r>
              <a:rPr lang="en-US" dirty="0"/>
              <a:t>Students most harmed by closures are often also in communities with high COVID-19 burden.</a:t>
            </a:r>
          </a:p>
          <a:p>
            <a:pPr lvl="1"/>
            <a:endParaRPr lang="en-US" dirty="0"/>
          </a:p>
        </p:txBody>
      </p:sp>
      <p:sp>
        <p:nvSpPr>
          <p:cNvPr id="2" name="Title 1"/>
          <p:cNvSpPr>
            <a:spLocks noGrp="1"/>
          </p:cNvSpPr>
          <p:nvPr>
            <p:ph type="title"/>
          </p:nvPr>
        </p:nvSpPr>
        <p:spPr/>
        <p:txBody>
          <a:bodyPr/>
          <a:lstStyle/>
          <a:p>
            <a:r>
              <a:rPr lang="en-US" dirty="0"/>
              <a:t>Background: Impacts of School Closures</a:t>
            </a:r>
          </a:p>
        </p:txBody>
      </p:sp>
    </p:spTree>
    <p:extLst>
      <p:ext uri="{BB962C8B-B14F-4D97-AF65-F5344CB8AC3E}">
        <p14:creationId xmlns:p14="http://schemas.microsoft.com/office/powerpoint/2010/main" val="2462624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547C48D-D8A5-43BF-B470-B0A1076AA69E}"/>
              </a:ext>
            </a:extLst>
          </p:cNvPr>
          <p:cNvSpPr>
            <a:spLocks noGrp="1"/>
          </p:cNvSpPr>
          <p:nvPr>
            <p:ph type="title"/>
          </p:nvPr>
        </p:nvSpPr>
        <p:spPr/>
        <p:txBody>
          <a:bodyPr/>
          <a:lstStyle/>
          <a:p>
            <a:r>
              <a:rPr lang="en-US" dirty="0"/>
              <a:t>Goal: Equitable Reopening</a:t>
            </a:r>
          </a:p>
        </p:txBody>
      </p:sp>
      <p:sp>
        <p:nvSpPr>
          <p:cNvPr id="10" name="TextBox 9">
            <a:extLst>
              <a:ext uri="{FF2B5EF4-FFF2-40B4-BE49-F238E27FC236}">
                <a16:creationId xmlns:a16="http://schemas.microsoft.com/office/drawing/2014/main" id="{DE3FDFFA-162B-4CAD-8CAC-9D3470961164}"/>
              </a:ext>
            </a:extLst>
          </p:cNvPr>
          <p:cNvSpPr txBox="1"/>
          <p:nvPr/>
        </p:nvSpPr>
        <p:spPr>
          <a:xfrm>
            <a:off x="144780" y="3615690"/>
            <a:ext cx="1112520" cy="213360"/>
          </a:xfrm>
          <a:prstGeom prst="rect">
            <a:avLst/>
          </a:prstGeom>
          <a:solidFill>
            <a:srgbClr val="F6F5F6"/>
          </a:solidFill>
        </p:spPr>
        <p:txBody>
          <a:bodyPr wrap="square" rtlCol="0">
            <a:noAutofit/>
          </a:bodyPr>
          <a:lstStyle/>
          <a:p>
            <a:r>
              <a:rPr lang="en-US" sz="800" b="1" dirty="0">
                <a:latin typeface="Open Sans"/>
                <a:cs typeface="Open Sans"/>
              </a:rPr>
              <a:t>Adjusted case rates</a:t>
            </a:r>
          </a:p>
        </p:txBody>
      </p:sp>
      <p:pic>
        <p:nvPicPr>
          <p:cNvPr id="12" name="Picture 11">
            <a:extLst>
              <a:ext uri="{FF2B5EF4-FFF2-40B4-BE49-F238E27FC236}">
                <a16:creationId xmlns:a16="http://schemas.microsoft.com/office/drawing/2014/main" id="{B8F46ECB-F651-7D4B-BBC8-9A16001C6E0D}"/>
              </a:ext>
            </a:extLst>
          </p:cNvPr>
          <p:cNvPicPr>
            <a:picLocks noChangeAspect="1"/>
          </p:cNvPicPr>
          <p:nvPr/>
        </p:nvPicPr>
        <p:blipFill>
          <a:blip r:embed="rId3"/>
          <a:stretch>
            <a:fillRect/>
          </a:stretch>
        </p:blipFill>
        <p:spPr>
          <a:xfrm>
            <a:off x="144780" y="670364"/>
            <a:ext cx="3383280" cy="4263700"/>
          </a:xfrm>
          <a:prstGeom prst="rect">
            <a:avLst/>
          </a:prstGeom>
        </p:spPr>
      </p:pic>
      <p:sp>
        <p:nvSpPr>
          <p:cNvPr id="14" name="TextBox 13">
            <a:extLst>
              <a:ext uri="{FF2B5EF4-FFF2-40B4-BE49-F238E27FC236}">
                <a16:creationId xmlns:a16="http://schemas.microsoft.com/office/drawing/2014/main" id="{A892C98A-723F-4AA3-BC85-2E3E65C46989}"/>
              </a:ext>
            </a:extLst>
          </p:cNvPr>
          <p:cNvSpPr txBox="1"/>
          <p:nvPr/>
        </p:nvSpPr>
        <p:spPr>
          <a:xfrm>
            <a:off x="3528061" y="670364"/>
            <a:ext cx="4228010" cy="3939540"/>
          </a:xfrm>
          <a:prstGeom prst="rect">
            <a:avLst/>
          </a:prstGeom>
          <a:noFill/>
        </p:spPr>
        <p:txBody>
          <a:bodyPr wrap="square">
            <a:spAutoFit/>
          </a:bodyPr>
          <a:lstStyle/>
          <a:p>
            <a:pPr algn="l">
              <a:spcBef>
                <a:spcPts val="0"/>
              </a:spcBef>
              <a:spcAft>
                <a:spcPts val="1800"/>
              </a:spcAft>
              <a:buClr>
                <a:schemeClr val="tx1"/>
              </a:buClr>
            </a:pPr>
            <a:r>
              <a:rPr lang="en-US" sz="1500" dirty="0">
                <a:solidFill>
                  <a:srgbClr val="020202"/>
                </a:solidFill>
                <a:latin typeface="Arial" panose="020B0604020202020204" pitchFamily="34" charset="0"/>
                <a:cs typeface="Arial" panose="020B0604020202020204" pitchFamily="34" charset="0"/>
              </a:rPr>
              <a:t>LAUSD: Over 1,000 facilities (850 elementary, middle, and high schools) including early care and education, and adult education</a:t>
            </a:r>
          </a:p>
          <a:p>
            <a:pPr algn="l">
              <a:spcBef>
                <a:spcPts val="0"/>
              </a:spcBef>
              <a:spcAft>
                <a:spcPts val="1800"/>
              </a:spcAft>
              <a:buClr>
                <a:schemeClr val="tx1"/>
              </a:buClr>
            </a:pPr>
            <a:r>
              <a:rPr lang="en-US" sz="1500" dirty="0">
                <a:solidFill>
                  <a:srgbClr val="020202"/>
                </a:solidFill>
                <a:latin typeface="Arial" panose="020B0604020202020204" pitchFamily="34" charset="0"/>
                <a:cs typeface="Arial" panose="020B0604020202020204" pitchFamily="34" charset="0"/>
              </a:rPr>
              <a:t>Started reopening April 2021.</a:t>
            </a:r>
          </a:p>
          <a:p>
            <a:pPr algn="l">
              <a:spcBef>
                <a:spcPts val="0"/>
              </a:spcBef>
              <a:spcAft>
                <a:spcPts val="1800"/>
              </a:spcAft>
              <a:buClr>
                <a:schemeClr val="tx1"/>
              </a:buClr>
            </a:pPr>
            <a:r>
              <a:rPr lang="en-US" sz="1500" dirty="0">
                <a:solidFill>
                  <a:srgbClr val="020202"/>
                </a:solidFill>
                <a:latin typeface="Arial" panose="020B0604020202020204" pitchFamily="34" charset="0"/>
                <a:cs typeface="Arial" panose="020B0604020202020204" pitchFamily="34" charset="0"/>
              </a:rPr>
              <a:t>~500,000 elementary, middle, and high school students, 80% economically disadvantaged</a:t>
            </a:r>
          </a:p>
          <a:p>
            <a:pPr algn="l">
              <a:spcBef>
                <a:spcPts val="0"/>
              </a:spcBef>
              <a:spcAft>
                <a:spcPts val="600"/>
              </a:spcAft>
              <a:buClr>
                <a:schemeClr val="tx1"/>
              </a:buClr>
            </a:pPr>
            <a:r>
              <a:rPr lang="en-US" sz="1500" dirty="0">
                <a:solidFill>
                  <a:srgbClr val="020202"/>
                </a:solidFill>
                <a:latin typeface="Arial" panose="020B0604020202020204" pitchFamily="34" charset="0"/>
                <a:cs typeface="Arial" panose="020B0604020202020204" pitchFamily="34" charset="0"/>
              </a:rPr>
              <a:t>Distance learning gap during COVID-19: </a:t>
            </a:r>
          </a:p>
          <a:p>
            <a:pPr marL="285750" indent="-285750" algn="l">
              <a:spcBef>
                <a:spcPts val="0"/>
              </a:spcBef>
              <a:spcAft>
                <a:spcPts val="600"/>
              </a:spcAft>
              <a:buClr>
                <a:schemeClr val="tx1"/>
              </a:buClr>
              <a:buFont typeface="Arial" panose="020B0604020202020204" pitchFamily="34" charset="0"/>
              <a:buChar char="•"/>
            </a:pPr>
            <a:r>
              <a:rPr lang="en-US" sz="1500" dirty="0">
                <a:solidFill>
                  <a:srgbClr val="020202"/>
                </a:solidFill>
                <a:latin typeface="Arial" panose="020B0604020202020204" pitchFamily="34" charset="0"/>
                <a:cs typeface="Arial" panose="020B0604020202020204" pitchFamily="34" charset="0"/>
              </a:rPr>
              <a:t>At start of closures, 1 in 4 children in LA County lacked technology resources for distance learning </a:t>
            </a:r>
          </a:p>
          <a:p>
            <a:pPr marL="285750" indent="-285750" algn="l">
              <a:spcBef>
                <a:spcPts val="0"/>
              </a:spcBef>
              <a:spcAft>
                <a:spcPts val="600"/>
              </a:spcAft>
              <a:buClr>
                <a:schemeClr val="tx1"/>
              </a:buClr>
              <a:buFont typeface="Arial" panose="020B0604020202020204" pitchFamily="34" charset="0"/>
              <a:buChar char="•"/>
            </a:pPr>
            <a:r>
              <a:rPr lang="en-US" sz="1500" dirty="0">
                <a:solidFill>
                  <a:srgbClr val="020202"/>
                </a:solidFill>
                <a:latin typeface="Arial" panose="020B0604020202020204" pitchFamily="34" charset="0"/>
                <a:cs typeface="Arial" panose="020B0604020202020204" pitchFamily="34" charset="0"/>
              </a:rPr>
              <a:t>Only about half of the families in lowest household income quintile had a desktop/laptop and residential broadband </a:t>
            </a:r>
          </a:p>
        </p:txBody>
      </p:sp>
    </p:spTree>
    <p:extLst>
      <p:ext uri="{BB962C8B-B14F-4D97-AF65-F5344CB8AC3E}">
        <p14:creationId xmlns:p14="http://schemas.microsoft.com/office/powerpoint/2010/main" val="3962409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19C93C-2CF9-4E26-86EC-D5081CFDEC48}"/>
              </a:ext>
            </a:extLst>
          </p:cNvPr>
          <p:cNvSpPr>
            <a:spLocks noGrp="1"/>
          </p:cNvSpPr>
          <p:nvPr>
            <p:ph type="title"/>
          </p:nvPr>
        </p:nvSpPr>
        <p:spPr/>
        <p:txBody>
          <a:bodyPr>
            <a:normAutofit fontScale="90000"/>
          </a:bodyPr>
          <a:lstStyle/>
          <a:p>
            <a:r>
              <a:rPr lang="en-US" dirty="0"/>
              <a:t>Team Science: UCLA CTSI Population Health Program</a:t>
            </a:r>
            <a:br>
              <a:rPr lang="en-US" dirty="0"/>
            </a:br>
            <a:endParaRPr lang="en-US" dirty="0"/>
          </a:p>
        </p:txBody>
      </p:sp>
      <p:grpSp>
        <p:nvGrpSpPr>
          <p:cNvPr id="9" name="Group 8">
            <a:extLst>
              <a:ext uri="{FF2B5EF4-FFF2-40B4-BE49-F238E27FC236}">
                <a16:creationId xmlns:a16="http://schemas.microsoft.com/office/drawing/2014/main" id="{B59266F9-87AF-D9F0-4180-6993D253EDF1}"/>
              </a:ext>
            </a:extLst>
          </p:cNvPr>
          <p:cNvGrpSpPr/>
          <p:nvPr/>
        </p:nvGrpSpPr>
        <p:grpSpPr>
          <a:xfrm>
            <a:off x="6162607" y="2170423"/>
            <a:ext cx="2742666" cy="1371333"/>
            <a:chOff x="127667" y="634154"/>
            <a:chExt cx="2742666" cy="1371333"/>
          </a:xfrm>
        </p:grpSpPr>
        <p:sp>
          <p:nvSpPr>
            <p:cNvPr id="2" name="Freeform 6">
              <a:extLst>
                <a:ext uri="{FF2B5EF4-FFF2-40B4-BE49-F238E27FC236}">
                  <a16:creationId xmlns:a16="http://schemas.microsoft.com/office/drawing/2014/main" id="{257AF649-533C-F46D-8F79-62194A6A3A07}"/>
                </a:ext>
              </a:extLst>
            </p:cNvPr>
            <p:cNvSpPr/>
            <p:nvPr/>
          </p:nvSpPr>
          <p:spPr>
            <a:xfrm>
              <a:off x="127667" y="634154"/>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Tony Kuo</a:t>
              </a:r>
            </a:p>
          </p:txBody>
        </p:sp>
        <p:pic>
          <p:nvPicPr>
            <p:cNvPr id="45" name="Picture 2" descr="Tony Kuo | Jonathan and Karin Fielding School of Public Health">
              <a:extLst>
                <a:ext uri="{FF2B5EF4-FFF2-40B4-BE49-F238E27FC236}">
                  <a16:creationId xmlns:a16="http://schemas.microsoft.com/office/drawing/2014/main" id="{31CB46B7-05D4-4EB0-9E1C-5A6F8EF5BC0F}"/>
                </a:ext>
              </a:extLst>
            </p:cNvPr>
            <p:cNvPicPr>
              <a:picLocks noChangeArrowheads="1"/>
            </p:cNvPicPr>
            <p:nvPr/>
          </p:nvPicPr>
          <p:blipFill rotWithShape="1">
            <a:blip r:embed="rId3">
              <a:extLst>
                <a:ext uri="{28A0092B-C50C-407E-A947-70E740481C1C}">
                  <a14:useLocalDpi xmlns:a14="http://schemas.microsoft.com/office/drawing/2010/main" val="0"/>
                </a:ext>
              </a:extLst>
            </a:blip>
            <a:srcRect l="17407" r="4371"/>
            <a:stretch/>
          </p:blipFill>
          <p:spPr bwMode="auto">
            <a:xfrm>
              <a:off x="261316" y="755165"/>
              <a:ext cx="864278" cy="11338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055C7F30-BB46-660C-9449-B288B646E20A}"/>
              </a:ext>
            </a:extLst>
          </p:cNvPr>
          <p:cNvGrpSpPr/>
          <p:nvPr/>
        </p:nvGrpSpPr>
        <p:grpSpPr>
          <a:xfrm>
            <a:off x="3083625" y="3700695"/>
            <a:ext cx="2742666" cy="1371333"/>
            <a:chOff x="6140018" y="639008"/>
            <a:chExt cx="2742666" cy="1371333"/>
          </a:xfrm>
        </p:grpSpPr>
        <p:sp>
          <p:nvSpPr>
            <p:cNvPr id="48" name="Freeform 15">
              <a:extLst>
                <a:ext uri="{FF2B5EF4-FFF2-40B4-BE49-F238E27FC236}">
                  <a16:creationId xmlns:a16="http://schemas.microsoft.com/office/drawing/2014/main" id="{CE99DF66-243A-48D0-A3A4-99744B2E6EA4}"/>
                </a:ext>
              </a:extLst>
            </p:cNvPr>
            <p:cNvSpPr/>
            <p:nvPr/>
          </p:nvSpPr>
          <p:spPr>
            <a:xfrm>
              <a:off x="6140018" y="639008"/>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Moira Inkelas</a:t>
              </a:r>
            </a:p>
          </p:txBody>
        </p:sp>
        <p:pic>
          <p:nvPicPr>
            <p:cNvPr id="42" name="Picture 41">
              <a:extLst>
                <a:ext uri="{FF2B5EF4-FFF2-40B4-BE49-F238E27FC236}">
                  <a16:creationId xmlns:a16="http://schemas.microsoft.com/office/drawing/2014/main" id="{730100F2-8028-40A5-8789-B8A3E5FE4C4B}"/>
                </a:ext>
              </a:extLst>
            </p:cNvPr>
            <p:cNvPicPr>
              <a:picLocks noChangeAspect="1"/>
            </p:cNvPicPr>
            <p:nvPr/>
          </p:nvPicPr>
          <p:blipFill rotWithShape="1">
            <a:blip r:embed="rId4"/>
            <a:srcRect r="7305"/>
            <a:stretch/>
          </p:blipFill>
          <p:spPr>
            <a:xfrm>
              <a:off x="6282138" y="753477"/>
              <a:ext cx="860685" cy="1132689"/>
            </a:xfrm>
            <a:prstGeom prst="rect">
              <a:avLst/>
            </a:prstGeom>
          </p:spPr>
        </p:pic>
      </p:grpSp>
      <p:grpSp>
        <p:nvGrpSpPr>
          <p:cNvPr id="10" name="Group 9">
            <a:extLst>
              <a:ext uri="{FF2B5EF4-FFF2-40B4-BE49-F238E27FC236}">
                <a16:creationId xmlns:a16="http://schemas.microsoft.com/office/drawing/2014/main" id="{65712803-69C7-E353-FE93-5ACEAC538C97}"/>
              </a:ext>
            </a:extLst>
          </p:cNvPr>
          <p:cNvGrpSpPr/>
          <p:nvPr/>
        </p:nvGrpSpPr>
        <p:grpSpPr>
          <a:xfrm>
            <a:off x="6160940" y="607266"/>
            <a:ext cx="2742666" cy="1371333"/>
            <a:chOff x="40011" y="2184960"/>
            <a:chExt cx="2742666" cy="1371333"/>
          </a:xfrm>
        </p:grpSpPr>
        <p:sp>
          <p:nvSpPr>
            <p:cNvPr id="4" name="Freeform 6">
              <a:extLst>
                <a:ext uri="{FF2B5EF4-FFF2-40B4-BE49-F238E27FC236}">
                  <a16:creationId xmlns:a16="http://schemas.microsoft.com/office/drawing/2014/main" id="{5AAAC548-BF7A-7028-3B84-B7B31849B594}"/>
                </a:ext>
              </a:extLst>
            </p:cNvPr>
            <p:cNvSpPr/>
            <p:nvPr/>
          </p:nvSpPr>
          <p:spPr>
            <a:xfrm>
              <a:off x="40011" y="2184960"/>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Vlad Manuel</a:t>
              </a:r>
            </a:p>
          </p:txBody>
        </p:sp>
        <p:pic>
          <p:nvPicPr>
            <p:cNvPr id="40" name="Picture 4" descr="Vladimir Manuel, MD : Family Medicine - Santa Monica, California">
              <a:extLst>
                <a:ext uri="{FF2B5EF4-FFF2-40B4-BE49-F238E27FC236}">
                  <a16:creationId xmlns:a16="http://schemas.microsoft.com/office/drawing/2014/main" id="{7DC3073D-3431-48C5-AB98-7CADA84DA16F}"/>
                </a:ext>
              </a:extLst>
            </p:cNvPr>
            <p:cNvPicPr>
              <a:picLocks noChangeArrowheads="1"/>
            </p:cNvPicPr>
            <p:nvPr/>
          </p:nvPicPr>
          <p:blipFill rotWithShape="1">
            <a:blip r:embed="rId5">
              <a:extLst>
                <a:ext uri="{28A0092B-C50C-407E-A947-70E740481C1C}">
                  <a14:useLocalDpi xmlns:a14="http://schemas.microsoft.com/office/drawing/2010/main" val="0"/>
                </a:ext>
              </a:extLst>
            </a:blip>
            <a:srcRect l="13050" r="14951"/>
            <a:stretch/>
          </p:blipFill>
          <p:spPr bwMode="auto">
            <a:xfrm>
              <a:off x="261316" y="2336731"/>
              <a:ext cx="812801" cy="113385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E372215C-4228-4AF5-936A-CB849D1C2883}"/>
              </a:ext>
            </a:extLst>
          </p:cNvPr>
          <p:cNvGrpSpPr/>
          <p:nvPr/>
        </p:nvGrpSpPr>
        <p:grpSpPr>
          <a:xfrm>
            <a:off x="40011" y="2170423"/>
            <a:ext cx="2742666" cy="1385111"/>
            <a:chOff x="3089632" y="2184960"/>
            <a:chExt cx="2742666" cy="1385111"/>
          </a:xfrm>
        </p:grpSpPr>
        <p:sp>
          <p:nvSpPr>
            <p:cNvPr id="43" name="Freeform 15">
              <a:extLst>
                <a:ext uri="{FF2B5EF4-FFF2-40B4-BE49-F238E27FC236}">
                  <a16:creationId xmlns:a16="http://schemas.microsoft.com/office/drawing/2014/main" id="{0ECDDB70-5504-4FAC-B3F1-DFAA22884976}"/>
                </a:ext>
              </a:extLst>
            </p:cNvPr>
            <p:cNvSpPr/>
            <p:nvPr/>
          </p:nvSpPr>
          <p:spPr>
            <a:xfrm>
              <a:off x="3089632" y="2184960"/>
              <a:ext cx="2742666" cy="1385111"/>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Onyebuchi Arah</a:t>
              </a:r>
            </a:p>
          </p:txBody>
        </p:sp>
        <p:pic>
          <p:nvPicPr>
            <p:cNvPr id="46" name="Picture 45" descr="A person wearing glasses&#10;&#10;Description automatically generated with medium confidence">
              <a:extLst>
                <a:ext uri="{FF2B5EF4-FFF2-40B4-BE49-F238E27FC236}">
                  <a16:creationId xmlns:a16="http://schemas.microsoft.com/office/drawing/2014/main" id="{72983E68-4873-4B33-8652-9F08D985CF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98288" y="2336731"/>
              <a:ext cx="895793" cy="1119741"/>
            </a:xfrm>
            <a:prstGeom prst="rect">
              <a:avLst/>
            </a:prstGeom>
          </p:spPr>
        </p:pic>
      </p:grpSp>
      <p:grpSp>
        <p:nvGrpSpPr>
          <p:cNvPr id="12" name="Group 11">
            <a:extLst>
              <a:ext uri="{FF2B5EF4-FFF2-40B4-BE49-F238E27FC236}">
                <a16:creationId xmlns:a16="http://schemas.microsoft.com/office/drawing/2014/main" id="{3FF0DDE7-68EC-C88A-A76B-7C95F0D76881}"/>
              </a:ext>
            </a:extLst>
          </p:cNvPr>
          <p:cNvGrpSpPr/>
          <p:nvPr/>
        </p:nvGrpSpPr>
        <p:grpSpPr>
          <a:xfrm>
            <a:off x="3083625" y="614156"/>
            <a:ext cx="2742666" cy="1371333"/>
            <a:chOff x="6162607" y="2198738"/>
            <a:chExt cx="2742666" cy="1371333"/>
          </a:xfrm>
        </p:grpSpPr>
        <p:sp>
          <p:nvSpPr>
            <p:cNvPr id="47" name="Freeform 6">
              <a:extLst>
                <a:ext uri="{FF2B5EF4-FFF2-40B4-BE49-F238E27FC236}">
                  <a16:creationId xmlns:a16="http://schemas.microsoft.com/office/drawing/2014/main" id="{6672F95E-2C51-46D6-A23F-21D63E51DDA1}"/>
                </a:ext>
              </a:extLst>
            </p:cNvPr>
            <p:cNvSpPr/>
            <p:nvPr/>
          </p:nvSpPr>
          <p:spPr>
            <a:xfrm>
              <a:off x="6162607" y="2198738"/>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Roch Nianogo</a:t>
              </a:r>
            </a:p>
          </p:txBody>
        </p:sp>
        <p:pic>
          <p:nvPicPr>
            <p:cNvPr id="49" name="Picture 8" descr="Roch A. Nianogo | Jonathan and Karin Fielding School of Public Health">
              <a:extLst>
                <a:ext uri="{FF2B5EF4-FFF2-40B4-BE49-F238E27FC236}">
                  <a16:creationId xmlns:a16="http://schemas.microsoft.com/office/drawing/2014/main" id="{C0498E7E-2B72-467D-8927-76F8128DDEB8}"/>
                </a:ext>
              </a:extLst>
            </p:cNvPr>
            <p:cNvPicPr>
              <a:picLocks noChangeArrowheads="1"/>
            </p:cNvPicPr>
            <p:nvPr/>
          </p:nvPicPr>
          <p:blipFill rotWithShape="1">
            <a:blip r:embed="rId7">
              <a:extLst>
                <a:ext uri="{28A0092B-C50C-407E-A947-70E740481C1C}">
                  <a14:useLocalDpi xmlns:a14="http://schemas.microsoft.com/office/drawing/2010/main" val="0"/>
                </a:ext>
              </a:extLst>
            </a:blip>
            <a:srcRect l="11459" r="15059"/>
            <a:stretch/>
          </p:blipFill>
          <p:spPr bwMode="auto">
            <a:xfrm>
              <a:off x="6258793" y="2311316"/>
              <a:ext cx="859536" cy="11323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B72F82F8-E02A-75BC-DBD3-F6C731C9D241}"/>
              </a:ext>
            </a:extLst>
          </p:cNvPr>
          <p:cNvGrpSpPr/>
          <p:nvPr/>
        </p:nvGrpSpPr>
        <p:grpSpPr>
          <a:xfrm>
            <a:off x="3083625" y="2170422"/>
            <a:ext cx="2742666" cy="1371333"/>
            <a:chOff x="3089632" y="3675040"/>
            <a:chExt cx="2742666" cy="1371333"/>
          </a:xfrm>
        </p:grpSpPr>
        <p:sp>
          <p:nvSpPr>
            <p:cNvPr id="6" name="Freeform 6">
              <a:extLst>
                <a:ext uri="{FF2B5EF4-FFF2-40B4-BE49-F238E27FC236}">
                  <a16:creationId xmlns:a16="http://schemas.microsoft.com/office/drawing/2014/main" id="{E442E2CF-1E0B-110A-301D-B723543F0191}"/>
                </a:ext>
              </a:extLst>
            </p:cNvPr>
            <p:cNvSpPr/>
            <p:nvPr/>
          </p:nvSpPr>
          <p:spPr>
            <a:xfrm>
              <a:off x="3089632" y="3675040"/>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Nathaniel Anderson</a:t>
              </a:r>
            </a:p>
          </p:txBody>
        </p:sp>
        <p:pic>
          <p:nvPicPr>
            <p:cNvPr id="50" name="Picture 12" descr="Department of Health Policy and Management - UCLA Fielding School of Public  Health | HPM Pages">
              <a:extLst>
                <a:ext uri="{FF2B5EF4-FFF2-40B4-BE49-F238E27FC236}">
                  <a16:creationId xmlns:a16="http://schemas.microsoft.com/office/drawing/2014/main" id="{35F81544-1337-4A09-B384-1199D240869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1819" r="17806"/>
            <a:stretch/>
          </p:blipFill>
          <p:spPr bwMode="auto">
            <a:xfrm>
              <a:off x="3263513" y="3833980"/>
              <a:ext cx="800687" cy="113268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1EE4C06D-7530-24B9-487D-093738153204}"/>
              </a:ext>
            </a:extLst>
          </p:cNvPr>
          <p:cNvGrpSpPr/>
          <p:nvPr/>
        </p:nvGrpSpPr>
        <p:grpSpPr>
          <a:xfrm>
            <a:off x="40011" y="618525"/>
            <a:ext cx="2742666" cy="1371333"/>
            <a:chOff x="3047198" y="634154"/>
            <a:chExt cx="2742666" cy="1371333"/>
          </a:xfrm>
        </p:grpSpPr>
        <p:sp>
          <p:nvSpPr>
            <p:cNvPr id="3" name="Freeform 6">
              <a:extLst>
                <a:ext uri="{FF2B5EF4-FFF2-40B4-BE49-F238E27FC236}">
                  <a16:creationId xmlns:a16="http://schemas.microsoft.com/office/drawing/2014/main" id="{40D3862B-899C-1BA3-94F6-41C4AEAAC1E0}"/>
                </a:ext>
              </a:extLst>
            </p:cNvPr>
            <p:cNvSpPr/>
            <p:nvPr/>
          </p:nvSpPr>
          <p:spPr>
            <a:xfrm>
              <a:off x="3047198" y="634154"/>
              <a:ext cx="2742666" cy="1371333"/>
            </a:xfrm>
            <a:custGeom>
              <a:avLst/>
              <a:gdLst>
                <a:gd name="connsiteX0" fmla="*/ 0 w 3590399"/>
                <a:gd name="connsiteY0" fmla="*/ 0 h 1795199"/>
                <a:gd name="connsiteX1" fmla="*/ 3590399 w 3590399"/>
                <a:gd name="connsiteY1" fmla="*/ 0 h 1795199"/>
                <a:gd name="connsiteX2" fmla="*/ 3590399 w 3590399"/>
                <a:gd name="connsiteY2" fmla="*/ 1795199 h 1795199"/>
                <a:gd name="connsiteX3" fmla="*/ 0 w 3590399"/>
                <a:gd name="connsiteY3" fmla="*/ 1795199 h 1795199"/>
                <a:gd name="connsiteX4" fmla="*/ 0 w 3590399"/>
                <a:gd name="connsiteY4" fmla="*/ 0 h 1795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0399" h="1795199">
                  <a:moveTo>
                    <a:pt x="0" y="0"/>
                  </a:moveTo>
                  <a:lnTo>
                    <a:pt x="3590399" y="0"/>
                  </a:lnTo>
                  <a:lnTo>
                    <a:pt x="3590399" y="1795199"/>
                  </a:lnTo>
                  <a:lnTo>
                    <a:pt x="0" y="1795199"/>
                  </a:lnTo>
                  <a:lnTo>
                    <a:pt x="0" y="0"/>
                  </a:lnTo>
                  <a:close/>
                </a:path>
              </a:pathLst>
            </a:custGeom>
            <a:solidFill>
              <a:srgbClr val="00B0F0"/>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15929" tIns="13582" rIns="13582" bIns="13582" numCol="1" spcCol="1270" anchor="ctr" anchorCtr="0">
              <a:noAutofit/>
            </a:bodyPr>
            <a:lstStyle/>
            <a:p>
              <a:pPr algn="ctr" defTabSz="950750">
                <a:lnSpc>
                  <a:spcPct val="90000"/>
                </a:lnSpc>
                <a:spcBef>
                  <a:spcPct val="0"/>
                </a:spcBef>
                <a:spcAft>
                  <a:spcPct val="35000"/>
                </a:spcAft>
              </a:pPr>
              <a:r>
                <a:rPr lang="en-US" sz="1833" dirty="0">
                  <a:latin typeface="Arial" panose="020B0604020202020204" pitchFamily="34" charset="0"/>
                  <a:cs typeface="Arial" panose="020B0604020202020204" pitchFamily="34" charset="0"/>
                </a:rPr>
                <a:t>Ezra Morrison</a:t>
              </a:r>
            </a:p>
          </p:txBody>
        </p:sp>
        <p:pic>
          <p:nvPicPr>
            <p:cNvPr id="7" name="Picture 10" descr="Doug Morrison | UCLA Biostatistics Student Association">
              <a:extLst>
                <a:ext uri="{FF2B5EF4-FFF2-40B4-BE49-F238E27FC236}">
                  <a16:creationId xmlns:a16="http://schemas.microsoft.com/office/drawing/2014/main" id="{AB57BE34-6FCE-C958-A65B-EF3A7417FFC3}"/>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781" r="13419"/>
            <a:stretch/>
          </p:blipFill>
          <p:spPr bwMode="auto">
            <a:xfrm>
              <a:off x="3221079" y="777840"/>
              <a:ext cx="804272" cy="1075224"/>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0381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FB5B23-A90E-4109-BE08-9C0E2F13BD46}"/>
              </a:ext>
            </a:extLst>
          </p:cNvPr>
          <p:cNvSpPr>
            <a:spLocks noGrp="1"/>
          </p:cNvSpPr>
          <p:nvPr>
            <p:ph idx="1"/>
          </p:nvPr>
        </p:nvSpPr>
        <p:spPr>
          <a:xfrm>
            <a:off x="279401" y="969608"/>
            <a:ext cx="8568266" cy="3716692"/>
          </a:xfrm>
        </p:spPr>
        <p:txBody>
          <a:bodyPr>
            <a:normAutofit fontScale="92500" lnSpcReduction="20000"/>
          </a:bodyPr>
          <a:lstStyle/>
          <a:p>
            <a:pPr>
              <a:lnSpc>
                <a:spcPct val="170000"/>
              </a:lnSpc>
            </a:pPr>
            <a:r>
              <a:rPr lang="en-US" sz="1600" dirty="0"/>
              <a:t>“How often should we do surveillance testing of our students?”</a:t>
            </a:r>
          </a:p>
          <a:p>
            <a:pPr>
              <a:lnSpc>
                <a:spcPct val="170000"/>
              </a:lnSpc>
            </a:pPr>
            <a:r>
              <a:rPr lang="en-US" sz="1600" dirty="0"/>
              <a:t>“What fraction of students should we test in each sample?”</a:t>
            </a:r>
          </a:p>
          <a:p>
            <a:pPr>
              <a:lnSpc>
                <a:spcPct val="170000"/>
              </a:lnSpc>
            </a:pPr>
            <a:r>
              <a:rPr lang="en-US" sz="1600" dirty="0"/>
              <a:t>“What steps should we take when students or their parents report symptoms or exposures?”</a:t>
            </a:r>
          </a:p>
          <a:p>
            <a:pPr>
              <a:lnSpc>
                <a:spcPct val="170000"/>
              </a:lnSpc>
            </a:pPr>
            <a:r>
              <a:rPr lang="en-US" sz="1600" dirty="0"/>
              <a:t>“Would it be helpful to devote resources to educating families about COVID safety and accurate exposure reporting?”</a:t>
            </a:r>
          </a:p>
          <a:p>
            <a:pPr>
              <a:lnSpc>
                <a:spcPct val="170000"/>
              </a:lnSpc>
            </a:pPr>
            <a:r>
              <a:rPr lang="en-US" sz="1600" dirty="0"/>
              <a:t>“If one or a few students in a classroom test positive, should we quarantine the whole classroom?”</a:t>
            </a:r>
          </a:p>
          <a:p>
            <a:pPr>
              <a:lnSpc>
                <a:spcPct val="170000"/>
              </a:lnSpc>
            </a:pPr>
            <a:r>
              <a:rPr lang="en-US" sz="1600" dirty="0"/>
              <a:t>“How important is it to ensure that students stay social-distanced and keep their masks on?”</a:t>
            </a:r>
          </a:p>
          <a:p>
            <a:pPr>
              <a:lnSpc>
                <a:spcPct val="170000"/>
              </a:lnSpc>
            </a:pPr>
            <a:r>
              <a:rPr lang="en-US" sz="1600" dirty="0"/>
              <a:t>“Can they eat lunch together in small groups?”</a:t>
            </a:r>
          </a:p>
          <a:p>
            <a:endParaRPr lang="en-US" sz="800" dirty="0"/>
          </a:p>
        </p:txBody>
      </p:sp>
      <p:sp>
        <p:nvSpPr>
          <p:cNvPr id="3" name="Title 2">
            <a:extLst>
              <a:ext uri="{FF2B5EF4-FFF2-40B4-BE49-F238E27FC236}">
                <a16:creationId xmlns:a16="http://schemas.microsoft.com/office/drawing/2014/main" id="{56E76632-2862-442E-A6B9-ACCF714BD5CE}"/>
              </a:ext>
            </a:extLst>
          </p:cNvPr>
          <p:cNvSpPr>
            <a:spLocks noGrp="1"/>
          </p:cNvSpPr>
          <p:nvPr>
            <p:ph type="title"/>
          </p:nvPr>
        </p:nvSpPr>
        <p:spPr/>
        <p:txBody>
          <a:bodyPr/>
          <a:lstStyle/>
          <a:p>
            <a:r>
              <a:rPr lang="en-US"/>
              <a:t>Research Questions</a:t>
            </a:r>
            <a:endParaRPr lang="en-US" dirty="0"/>
          </a:p>
        </p:txBody>
      </p:sp>
    </p:spTree>
    <p:extLst>
      <p:ext uri="{BB962C8B-B14F-4D97-AF65-F5344CB8AC3E}">
        <p14:creationId xmlns:p14="http://schemas.microsoft.com/office/powerpoint/2010/main" val="1113625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A543C2-FF08-42F3-8B31-CCE44A105B74}"/>
              </a:ext>
            </a:extLst>
          </p:cNvPr>
          <p:cNvSpPr>
            <a:spLocks noGrp="1"/>
          </p:cNvSpPr>
          <p:nvPr>
            <p:ph idx="1"/>
          </p:nvPr>
        </p:nvSpPr>
        <p:spPr>
          <a:xfrm>
            <a:off x="365312" y="984525"/>
            <a:ext cx="8229600" cy="3394472"/>
          </a:xfrm>
        </p:spPr>
        <p:txBody>
          <a:bodyPr>
            <a:normAutofit fontScale="85000" lnSpcReduction="20000"/>
          </a:bodyPr>
          <a:lstStyle/>
          <a:p>
            <a:pPr marL="182880" indent="0">
              <a:lnSpc>
                <a:spcPct val="110000"/>
              </a:lnSpc>
              <a:buNone/>
            </a:pPr>
            <a:r>
              <a:rPr lang="en-US" b="0" i="0" dirty="0">
                <a:solidFill>
                  <a:srgbClr val="222222"/>
                </a:solidFill>
                <a:effectLst/>
                <a:latin typeface="Arial" panose="020B0604020202020204" pitchFamily="34" charset="0"/>
              </a:rPr>
              <a:t>Models enable stakeholders to state their assumptions and gain insight into how local conditions and mitigation efforts might influence key outcomes. They can:</a:t>
            </a:r>
          </a:p>
          <a:p>
            <a:pPr>
              <a:lnSpc>
                <a:spcPct val="110000"/>
              </a:lnSpc>
            </a:pPr>
            <a:endParaRPr lang="en-US" b="0" i="0" dirty="0">
              <a:solidFill>
                <a:srgbClr val="222222"/>
              </a:solidFill>
              <a:effectLst/>
              <a:latin typeface="Arial" panose="020B0604020202020204" pitchFamily="34" charset="0"/>
            </a:endParaRPr>
          </a:p>
          <a:p>
            <a:pPr marL="934020" lvl="1" indent="-342900">
              <a:buFont typeface="+mj-lt"/>
              <a:buAutoNum type="arabicPeriod"/>
            </a:pPr>
            <a:r>
              <a:rPr lang="en-US" dirty="0"/>
              <a:t>Prior to reopening, represent how the system will operate:</a:t>
            </a:r>
          </a:p>
          <a:p>
            <a:pPr lvl="2"/>
            <a:r>
              <a:rPr lang="en-US" dirty="0"/>
              <a:t>Clarify goals, dynamics of the LA Unified program</a:t>
            </a:r>
          </a:p>
          <a:p>
            <a:pPr lvl="2"/>
            <a:r>
              <a:rPr lang="en-US" dirty="0"/>
              <a:t>Surface important elements of strategy, impact, interdependencies</a:t>
            </a:r>
          </a:p>
          <a:p>
            <a:pPr lvl="2"/>
            <a:r>
              <a:rPr lang="en-US" dirty="0"/>
              <a:t>Inform decisions on testing platforms</a:t>
            </a:r>
          </a:p>
          <a:p>
            <a:pPr lvl="2"/>
            <a:r>
              <a:rPr lang="en-US" dirty="0"/>
              <a:t>Identify data that needs to be more precise</a:t>
            </a:r>
          </a:p>
          <a:p>
            <a:pPr marL="934020" lvl="1" indent="-342900">
              <a:lnSpc>
                <a:spcPct val="160000"/>
              </a:lnSpc>
              <a:buFont typeface="+mj-lt"/>
              <a:buAutoNum type="arabicPeriod"/>
            </a:pPr>
            <a:r>
              <a:rPr lang="en-US" dirty="0"/>
              <a:t>Once the system is operating, inform decisions:</a:t>
            </a:r>
          </a:p>
          <a:p>
            <a:pPr lvl="2"/>
            <a:r>
              <a:rPr lang="en-US" dirty="0"/>
              <a:t>Set quantity, frequency of testing to achieve desired outcomes</a:t>
            </a:r>
          </a:p>
          <a:p>
            <a:pPr lvl="2"/>
            <a:r>
              <a:rPr lang="en-US" dirty="0"/>
              <a:t>Inform other questions as the pandemic evolves</a:t>
            </a:r>
          </a:p>
          <a:p>
            <a:pPr marL="182880" indent="0">
              <a:lnSpc>
                <a:spcPct val="110000"/>
              </a:lnSpc>
              <a:buNone/>
            </a:pPr>
            <a:endParaRPr lang="en-US" dirty="0">
              <a:solidFill>
                <a:srgbClr val="222222"/>
              </a:solidFill>
              <a:latin typeface="Arial" panose="020B0604020202020204" pitchFamily="34" charset="0"/>
            </a:endParaRPr>
          </a:p>
          <a:p>
            <a:pPr marL="182880" indent="0" algn="ctr">
              <a:lnSpc>
                <a:spcPct val="110000"/>
              </a:lnSpc>
              <a:buNone/>
            </a:pPr>
            <a:endParaRPr lang="en-US" dirty="0"/>
          </a:p>
          <a:p>
            <a:endParaRPr lang="en-US" dirty="0"/>
          </a:p>
        </p:txBody>
      </p:sp>
      <p:sp>
        <p:nvSpPr>
          <p:cNvPr id="2" name="Title 1">
            <a:extLst>
              <a:ext uri="{FF2B5EF4-FFF2-40B4-BE49-F238E27FC236}">
                <a16:creationId xmlns:a16="http://schemas.microsoft.com/office/drawing/2014/main" id="{3D918036-76B3-49C9-A38A-FD772CCDA1B9}"/>
              </a:ext>
            </a:extLst>
          </p:cNvPr>
          <p:cNvSpPr>
            <a:spLocks noGrp="1"/>
          </p:cNvSpPr>
          <p:nvPr>
            <p:ph type="title"/>
          </p:nvPr>
        </p:nvSpPr>
        <p:spPr/>
        <p:txBody>
          <a:bodyPr/>
          <a:lstStyle/>
          <a:p>
            <a:r>
              <a:rPr lang="en-US" dirty="0"/>
              <a:t>Modeling Objectives</a:t>
            </a:r>
          </a:p>
        </p:txBody>
      </p:sp>
    </p:spTree>
    <p:extLst>
      <p:ext uri="{BB962C8B-B14F-4D97-AF65-F5344CB8AC3E}">
        <p14:creationId xmlns:p14="http://schemas.microsoft.com/office/powerpoint/2010/main" val="1510589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4B1267-2EAA-494D-9DE5-570C1BBD78A7}"/>
              </a:ext>
            </a:extLst>
          </p:cNvPr>
          <p:cNvSpPr>
            <a:spLocks noGrp="1"/>
          </p:cNvSpPr>
          <p:nvPr>
            <p:ph type="title"/>
          </p:nvPr>
        </p:nvSpPr>
        <p:spPr/>
        <p:txBody>
          <a:bodyPr/>
          <a:lstStyle/>
          <a:p>
            <a:r>
              <a:rPr lang="en-US" dirty="0"/>
              <a:t>Conceptual Model</a:t>
            </a:r>
          </a:p>
        </p:txBody>
      </p:sp>
      <p:grpSp>
        <p:nvGrpSpPr>
          <p:cNvPr id="2" name="Group 4">
            <a:extLst>
              <a:ext uri="{FF2B5EF4-FFF2-40B4-BE49-F238E27FC236}">
                <a16:creationId xmlns:a16="http://schemas.microsoft.com/office/drawing/2014/main" id="{AF7C5858-21FF-4D0C-8832-3B5C562F9B06}"/>
              </a:ext>
            </a:extLst>
          </p:cNvPr>
          <p:cNvGrpSpPr>
            <a:grpSpLocks noChangeAspect="1"/>
          </p:cNvGrpSpPr>
          <p:nvPr/>
        </p:nvGrpSpPr>
        <p:grpSpPr bwMode="auto">
          <a:xfrm>
            <a:off x="778671" y="780090"/>
            <a:ext cx="7548563" cy="4064002"/>
            <a:chOff x="418" y="554"/>
            <a:chExt cx="4755" cy="2560"/>
          </a:xfrm>
        </p:grpSpPr>
        <p:grpSp>
          <p:nvGrpSpPr>
            <p:cNvPr id="7" name="Group 205">
              <a:extLst>
                <a:ext uri="{FF2B5EF4-FFF2-40B4-BE49-F238E27FC236}">
                  <a16:creationId xmlns:a16="http://schemas.microsoft.com/office/drawing/2014/main" id="{AB5EE8B7-5047-4311-BB57-433DA75631C5}"/>
                </a:ext>
              </a:extLst>
            </p:cNvPr>
            <p:cNvGrpSpPr>
              <a:grpSpLocks/>
            </p:cNvGrpSpPr>
            <p:nvPr/>
          </p:nvGrpSpPr>
          <p:grpSpPr bwMode="auto">
            <a:xfrm>
              <a:off x="491" y="917"/>
              <a:ext cx="3689" cy="1981"/>
              <a:chOff x="491" y="917"/>
              <a:chExt cx="3689" cy="1981"/>
            </a:xfrm>
          </p:grpSpPr>
          <p:sp>
            <p:nvSpPr>
              <p:cNvPr id="963" name="Freeform 5">
                <a:extLst>
                  <a:ext uri="{FF2B5EF4-FFF2-40B4-BE49-F238E27FC236}">
                    <a16:creationId xmlns:a16="http://schemas.microsoft.com/office/drawing/2014/main" id="{C6808FED-28BB-4F24-BD1C-DFB6AC28F80B}"/>
                  </a:ext>
                </a:extLst>
              </p:cNvPr>
              <p:cNvSpPr>
                <a:spLocks/>
              </p:cNvSpPr>
              <p:nvPr/>
            </p:nvSpPr>
            <p:spPr bwMode="auto">
              <a:xfrm>
                <a:off x="491" y="2356"/>
                <a:ext cx="3689" cy="155"/>
              </a:xfrm>
              <a:custGeom>
                <a:avLst/>
                <a:gdLst>
                  <a:gd name="T0" fmla="*/ 0 w 9506"/>
                  <a:gd name="T1" fmla="*/ 0 h 400"/>
                  <a:gd name="T2" fmla="*/ 0 w 9506"/>
                  <a:gd name="T3" fmla="*/ 0 h 400"/>
                  <a:gd name="T4" fmla="*/ 9506 w 9506"/>
                  <a:gd name="T5" fmla="*/ 0 h 400"/>
                  <a:gd name="T6" fmla="*/ 9506 w 9506"/>
                  <a:gd name="T7" fmla="*/ 400 h 400"/>
                  <a:gd name="T8" fmla="*/ 0 w 9506"/>
                  <a:gd name="T9" fmla="*/ 400 h 400"/>
                  <a:gd name="T10" fmla="*/ 0 w 9506"/>
                  <a:gd name="T11" fmla="*/ 0 h 400"/>
                </a:gdLst>
                <a:ahLst/>
                <a:cxnLst>
                  <a:cxn ang="0">
                    <a:pos x="T0" y="T1"/>
                  </a:cxn>
                  <a:cxn ang="0">
                    <a:pos x="T2" y="T3"/>
                  </a:cxn>
                  <a:cxn ang="0">
                    <a:pos x="T4" y="T5"/>
                  </a:cxn>
                  <a:cxn ang="0">
                    <a:pos x="T6" y="T7"/>
                  </a:cxn>
                  <a:cxn ang="0">
                    <a:pos x="T8" y="T9"/>
                  </a:cxn>
                  <a:cxn ang="0">
                    <a:pos x="T10" y="T11"/>
                  </a:cxn>
                </a:cxnLst>
                <a:rect l="0" t="0" r="r" b="b"/>
                <a:pathLst>
                  <a:path w="9506" h="400">
                    <a:moveTo>
                      <a:pt x="0" y="0"/>
                    </a:moveTo>
                    <a:lnTo>
                      <a:pt x="0" y="0"/>
                    </a:lnTo>
                    <a:lnTo>
                      <a:pt x="9506" y="0"/>
                    </a:lnTo>
                    <a:lnTo>
                      <a:pt x="9506" y="400"/>
                    </a:lnTo>
                    <a:lnTo>
                      <a:pt x="0" y="400"/>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64" name="Freeform 6">
                <a:extLst>
                  <a:ext uri="{FF2B5EF4-FFF2-40B4-BE49-F238E27FC236}">
                    <a16:creationId xmlns:a16="http://schemas.microsoft.com/office/drawing/2014/main" id="{F7FEF9B7-1948-4EF7-BC6E-BBF95E2B4F7F}"/>
                  </a:ext>
                </a:extLst>
              </p:cNvPr>
              <p:cNvSpPr>
                <a:spLocks/>
              </p:cNvSpPr>
              <p:nvPr/>
            </p:nvSpPr>
            <p:spPr bwMode="auto">
              <a:xfrm>
                <a:off x="491" y="2356"/>
                <a:ext cx="3689" cy="155"/>
              </a:xfrm>
              <a:custGeom>
                <a:avLst/>
                <a:gdLst>
                  <a:gd name="T0" fmla="*/ 0 w 9507"/>
                  <a:gd name="T1" fmla="*/ 0 h 400"/>
                  <a:gd name="T2" fmla="*/ 0 w 9507"/>
                  <a:gd name="T3" fmla="*/ 0 h 400"/>
                  <a:gd name="T4" fmla="*/ 9507 w 9507"/>
                  <a:gd name="T5" fmla="*/ 0 h 400"/>
                  <a:gd name="T6" fmla="*/ 9507 w 9507"/>
                  <a:gd name="T7" fmla="*/ 400 h 400"/>
                  <a:gd name="T8" fmla="*/ 0 w 9507"/>
                  <a:gd name="T9" fmla="*/ 400 h 400"/>
                  <a:gd name="T10" fmla="*/ 0 w 9507"/>
                  <a:gd name="T11" fmla="*/ 0 h 400"/>
                </a:gdLst>
                <a:ahLst/>
                <a:cxnLst>
                  <a:cxn ang="0">
                    <a:pos x="T0" y="T1"/>
                  </a:cxn>
                  <a:cxn ang="0">
                    <a:pos x="T2" y="T3"/>
                  </a:cxn>
                  <a:cxn ang="0">
                    <a:pos x="T4" y="T5"/>
                  </a:cxn>
                  <a:cxn ang="0">
                    <a:pos x="T6" y="T7"/>
                  </a:cxn>
                  <a:cxn ang="0">
                    <a:pos x="T8" y="T9"/>
                  </a:cxn>
                  <a:cxn ang="0">
                    <a:pos x="T10" y="T11"/>
                  </a:cxn>
                </a:cxnLst>
                <a:rect l="0" t="0" r="r" b="b"/>
                <a:pathLst>
                  <a:path w="9507" h="400">
                    <a:moveTo>
                      <a:pt x="0" y="0"/>
                    </a:moveTo>
                    <a:lnTo>
                      <a:pt x="0" y="0"/>
                    </a:lnTo>
                    <a:lnTo>
                      <a:pt x="9507" y="0"/>
                    </a:lnTo>
                    <a:lnTo>
                      <a:pt x="9507" y="400"/>
                    </a:lnTo>
                    <a:lnTo>
                      <a:pt x="0" y="400"/>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65" name="Rectangle 7">
                <a:extLst>
                  <a:ext uri="{FF2B5EF4-FFF2-40B4-BE49-F238E27FC236}">
                    <a16:creationId xmlns:a16="http://schemas.microsoft.com/office/drawing/2014/main" id="{B920BD6B-F7AD-4B83-BFC2-531C7F388617}"/>
                  </a:ext>
                </a:extLst>
              </p:cNvPr>
              <p:cNvSpPr>
                <a:spLocks noChangeArrowheads="1"/>
              </p:cNvSpPr>
              <p:nvPr/>
            </p:nvSpPr>
            <p:spPr bwMode="auto">
              <a:xfrm>
                <a:off x="695" y="237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6" name="Rectangle 8">
                <a:extLst>
                  <a:ext uri="{FF2B5EF4-FFF2-40B4-BE49-F238E27FC236}">
                    <a16:creationId xmlns:a16="http://schemas.microsoft.com/office/drawing/2014/main" id="{6002CC71-F79E-49CB-B850-7825562D6646}"/>
                  </a:ext>
                </a:extLst>
              </p:cNvPr>
              <p:cNvSpPr>
                <a:spLocks noChangeArrowheads="1"/>
              </p:cNvSpPr>
              <p:nvPr/>
            </p:nvSpPr>
            <p:spPr bwMode="auto">
              <a:xfrm>
                <a:off x="738" y="2378"/>
                <a:ext cx="10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7" name="Rectangle 9">
                <a:extLst>
                  <a:ext uri="{FF2B5EF4-FFF2-40B4-BE49-F238E27FC236}">
                    <a16:creationId xmlns:a16="http://schemas.microsoft.com/office/drawing/2014/main" id="{4FC9FE85-A439-4F8D-A435-A993ABA58AF5}"/>
                  </a:ext>
                </a:extLst>
              </p:cNvPr>
              <p:cNvSpPr>
                <a:spLocks noChangeArrowheads="1"/>
              </p:cNvSpPr>
              <p:nvPr/>
            </p:nvSpPr>
            <p:spPr bwMode="auto">
              <a:xfrm>
                <a:off x="794" y="2378"/>
                <a:ext cx="12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8" name="Rectangle 10">
                <a:extLst>
                  <a:ext uri="{FF2B5EF4-FFF2-40B4-BE49-F238E27FC236}">
                    <a16:creationId xmlns:a16="http://schemas.microsoft.com/office/drawing/2014/main" id="{7696302F-CF8B-49E8-9D6B-E4922EFF8AD5}"/>
                  </a:ext>
                </a:extLst>
              </p:cNvPr>
              <p:cNvSpPr>
                <a:spLocks noChangeArrowheads="1"/>
              </p:cNvSpPr>
              <p:nvPr/>
            </p:nvSpPr>
            <p:spPr bwMode="auto">
              <a:xfrm>
                <a:off x="867" y="2378"/>
                <a:ext cx="12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9" name="Rectangle 11">
                <a:extLst>
                  <a:ext uri="{FF2B5EF4-FFF2-40B4-BE49-F238E27FC236}">
                    <a16:creationId xmlns:a16="http://schemas.microsoft.com/office/drawing/2014/main" id="{C065B0BB-2CC6-4AB3-88CE-C1CB12B7FACC}"/>
                  </a:ext>
                </a:extLst>
              </p:cNvPr>
              <p:cNvSpPr>
                <a:spLocks noChangeArrowheads="1"/>
              </p:cNvSpPr>
              <p:nvPr/>
            </p:nvSpPr>
            <p:spPr bwMode="auto">
              <a:xfrm>
                <a:off x="939" y="2378"/>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0" name="Rectangle 12">
                <a:extLst>
                  <a:ext uri="{FF2B5EF4-FFF2-40B4-BE49-F238E27FC236}">
                    <a16:creationId xmlns:a16="http://schemas.microsoft.com/office/drawing/2014/main" id="{292026C1-0C46-43F2-A4C4-92EBC0B33E1E}"/>
                  </a:ext>
                </a:extLst>
              </p:cNvPr>
              <p:cNvSpPr>
                <a:spLocks noChangeArrowheads="1"/>
              </p:cNvSpPr>
              <p:nvPr/>
            </p:nvSpPr>
            <p:spPr bwMode="auto">
              <a:xfrm>
                <a:off x="993" y="2378"/>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1" name="Rectangle 13">
                <a:extLst>
                  <a:ext uri="{FF2B5EF4-FFF2-40B4-BE49-F238E27FC236}">
                    <a16:creationId xmlns:a16="http://schemas.microsoft.com/office/drawing/2014/main" id="{DE3D600A-DA1A-47FA-ADBC-E17B63B014E0}"/>
                  </a:ext>
                </a:extLst>
              </p:cNvPr>
              <p:cNvSpPr>
                <a:spLocks noChangeArrowheads="1"/>
              </p:cNvSpPr>
              <p:nvPr/>
            </p:nvSpPr>
            <p:spPr bwMode="auto">
              <a:xfrm>
                <a:off x="1048" y="2378"/>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2" name="Rectangle 14">
                <a:extLst>
                  <a:ext uri="{FF2B5EF4-FFF2-40B4-BE49-F238E27FC236}">
                    <a16:creationId xmlns:a16="http://schemas.microsoft.com/office/drawing/2014/main" id="{AAF628EA-5C2E-40FC-97F1-4DEE8D2A6188}"/>
                  </a:ext>
                </a:extLst>
              </p:cNvPr>
              <p:cNvSpPr>
                <a:spLocks noChangeArrowheads="1"/>
              </p:cNvSpPr>
              <p:nvPr/>
            </p:nvSpPr>
            <p:spPr bwMode="auto">
              <a:xfrm>
                <a:off x="1070" y="237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3" name="Rectangle 15">
                <a:extLst>
                  <a:ext uri="{FF2B5EF4-FFF2-40B4-BE49-F238E27FC236}">
                    <a16:creationId xmlns:a16="http://schemas.microsoft.com/office/drawing/2014/main" id="{DC83D4A3-9F1A-4AC1-8470-99DC62FE6CFC}"/>
                  </a:ext>
                </a:extLst>
              </p:cNvPr>
              <p:cNvSpPr>
                <a:spLocks noChangeArrowheads="1"/>
              </p:cNvSpPr>
              <p:nvPr/>
            </p:nvSpPr>
            <p:spPr bwMode="auto">
              <a:xfrm>
                <a:off x="1111" y="237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4" name="Rectangle 16">
                <a:extLst>
                  <a:ext uri="{FF2B5EF4-FFF2-40B4-BE49-F238E27FC236}">
                    <a16:creationId xmlns:a16="http://schemas.microsoft.com/office/drawing/2014/main" id="{63A87CC7-E485-4A51-954C-8EFEDD7A0ECB}"/>
                  </a:ext>
                </a:extLst>
              </p:cNvPr>
              <p:cNvSpPr>
                <a:spLocks noChangeArrowheads="1"/>
              </p:cNvSpPr>
              <p:nvPr/>
            </p:nvSpPr>
            <p:spPr bwMode="auto">
              <a:xfrm>
                <a:off x="1154" y="2378"/>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5" name="Rectangle 17">
                <a:extLst>
                  <a:ext uri="{FF2B5EF4-FFF2-40B4-BE49-F238E27FC236}">
                    <a16:creationId xmlns:a16="http://schemas.microsoft.com/office/drawing/2014/main" id="{1861D4EC-591E-42FD-AFA9-B4E849B0D0B8}"/>
                  </a:ext>
                </a:extLst>
              </p:cNvPr>
              <p:cNvSpPr>
                <a:spLocks noChangeArrowheads="1"/>
              </p:cNvSpPr>
              <p:nvPr/>
            </p:nvSpPr>
            <p:spPr bwMode="auto">
              <a:xfrm>
                <a:off x="1173"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6" name="Rectangle 18">
                <a:extLst>
                  <a:ext uri="{FF2B5EF4-FFF2-40B4-BE49-F238E27FC236}">
                    <a16:creationId xmlns:a16="http://schemas.microsoft.com/office/drawing/2014/main" id="{C5DCB113-3BB4-4302-8F64-A0BBF77F12AE}"/>
                  </a:ext>
                </a:extLst>
              </p:cNvPr>
              <p:cNvSpPr>
                <a:spLocks noChangeArrowheads="1"/>
              </p:cNvSpPr>
              <p:nvPr/>
            </p:nvSpPr>
            <p:spPr bwMode="auto">
              <a:xfrm>
                <a:off x="1213" y="2378"/>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7" name="Rectangle 19">
                <a:extLst>
                  <a:ext uri="{FF2B5EF4-FFF2-40B4-BE49-F238E27FC236}">
                    <a16:creationId xmlns:a16="http://schemas.microsoft.com/office/drawing/2014/main" id="{A1EC42C6-7170-4880-8353-355FEC8F93CD}"/>
                  </a:ext>
                </a:extLst>
              </p:cNvPr>
              <p:cNvSpPr>
                <a:spLocks noChangeArrowheads="1"/>
              </p:cNvSpPr>
              <p:nvPr/>
            </p:nvSpPr>
            <p:spPr bwMode="auto">
              <a:xfrm>
                <a:off x="1267" y="2378"/>
                <a:ext cx="10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8" name="Rectangle 20">
                <a:extLst>
                  <a:ext uri="{FF2B5EF4-FFF2-40B4-BE49-F238E27FC236}">
                    <a16:creationId xmlns:a16="http://schemas.microsoft.com/office/drawing/2014/main" id="{8B2AA2B6-7BC9-4C43-92D5-0AD9DE5E22D7}"/>
                  </a:ext>
                </a:extLst>
              </p:cNvPr>
              <p:cNvSpPr>
                <a:spLocks noChangeArrowheads="1"/>
              </p:cNvSpPr>
              <p:nvPr/>
            </p:nvSpPr>
            <p:spPr bwMode="auto">
              <a:xfrm>
                <a:off x="1320" y="2378"/>
                <a:ext cx="10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9" name="Rectangle 21">
                <a:extLst>
                  <a:ext uri="{FF2B5EF4-FFF2-40B4-BE49-F238E27FC236}">
                    <a16:creationId xmlns:a16="http://schemas.microsoft.com/office/drawing/2014/main" id="{4FD028EA-778A-4FA0-838A-3BBACD306340}"/>
                  </a:ext>
                </a:extLst>
              </p:cNvPr>
              <p:cNvSpPr>
                <a:spLocks noChangeArrowheads="1"/>
              </p:cNvSpPr>
              <p:nvPr/>
            </p:nvSpPr>
            <p:spPr bwMode="auto">
              <a:xfrm>
                <a:off x="1369" y="2378"/>
                <a:ext cx="10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0" name="Rectangle 22">
                <a:extLst>
                  <a:ext uri="{FF2B5EF4-FFF2-40B4-BE49-F238E27FC236}">
                    <a16:creationId xmlns:a16="http://schemas.microsoft.com/office/drawing/2014/main" id="{1D8FA20A-FFD2-43FF-942A-EAF3ECC4C73B}"/>
                  </a:ext>
                </a:extLst>
              </p:cNvPr>
              <p:cNvSpPr>
                <a:spLocks noChangeArrowheads="1"/>
              </p:cNvSpPr>
              <p:nvPr/>
            </p:nvSpPr>
            <p:spPr bwMode="auto">
              <a:xfrm>
                <a:off x="1423"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1" name="Rectangle 23">
                <a:extLst>
                  <a:ext uri="{FF2B5EF4-FFF2-40B4-BE49-F238E27FC236}">
                    <a16:creationId xmlns:a16="http://schemas.microsoft.com/office/drawing/2014/main" id="{E0E2C1DB-8310-4A76-8983-A0D0F0A6BDE7}"/>
                  </a:ext>
                </a:extLst>
              </p:cNvPr>
              <p:cNvSpPr>
                <a:spLocks noChangeArrowheads="1"/>
              </p:cNvSpPr>
              <p:nvPr/>
            </p:nvSpPr>
            <p:spPr bwMode="auto">
              <a:xfrm>
                <a:off x="1463" y="2378"/>
                <a:ext cx="12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2" name="Rectangle 24">
                <a:extLst>
                  <a:ext uri="{FF2B5EF4-FFF2-40B4-BE49-F238E27FC236}">
                    <a16:creationId xmlns:a16="http://schemas.microsoft.com/office/drawing/2014/main" id="{7E01A261-0CB5-40A0-8017-3968FF0D9B3E}"/>
                  </a:ext>
                </a:extLst>
              </p:cNvPr>
              <p:cNvSpPr>
                <a:spLocks noChangeArrowheads="1"/>
              </p:cNvSpPr>
              <p:nvPr/>
            </p:nvSpPr>
            <p:spPr bwMode="auto">
              <a:xfrm>
                <a:off x="1535"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3" name="Rectangle 25">
                <a:extLst>
                  <a:ext uri="{FF2B5EF4-FFF2-40B4-BE49-F238E27FC236}">
                    <a16:creationId xmlns:a16="http://schemas.microsoft.com/office/drawing/2014/main" id="{E4CE20CC-B471-46AF-9BDC-6CB3F9AC0BEC}"/>
                  </a:ext>
                </a:extLst>
              </p:cNvPr>
              <p:cNvSpPr>
                <a:spLocks noChangeArrowheads="1"/>
              </p:cNvSpPr>
              <p:nvPr/>
            </p:nvSpPr>
            <p:spPr bwMode="auto">
              <a:xfrm>
                <a:off x="1575" y="2378"/>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4" name="Rectangle 26">
                <a:extLst>
                  <a:ext uri="{FF2B5EF4-FFF2-40B4-BE49-F238E27FC236}">
                    <a16:creationId xmlns:a16="http://schemas.microsoft.com/office/drawing/2014/main" id="{0BB9647E-B1CC-426E-BBD2-537A0B413315}"/>
                  </a:ext>
                </a:extLst>
              </p:cNvPr>
              <p:cNvSpPr>
                <a:spLocks noChangeArrowheads="1"/>
              </p:cNvSpPr>
              <p:nvPr/>
            </p:nvSpPr>
            <p:spPr bwMode="auto">
              <a:xfrm>
                <a:off x="1629" y="237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5" name="Rectangle 27">
                <a:extLst>
                  <a:ext uri="{FF2B5EF4-FFF2-40B4-BE49-F238E27FC236}">
                    <a16:creationId xmlns:a16="http://schemas.microsoft.com/office/drawing/2014/main" id="{C383461F-B6BE-4744-B109-8AEAC3E7F85B}"/>
                  </a:ext>
                </a:extLst>
              </p:cNvPr>
              <p:cNvSpPr>
                <a:spLocks noChangeArrowheads="1"/>
              </p:cNvSpPr>
              <p:nvPr/>
            </p:nvSpPr>
            <p:spPr bwMode="auto">
              <a:xfrm>
                <a:off x="1670" y="2378"/>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6" name="Rectangle 28">
                <a:extLst>
                  <a:ext uri="{FF2B5EF4-FFF2-40B4-BE49-F238E27FC236}">
                    <a16:creationId xmlns:a16="http://schemas.microsoft.com/office/drawing/2014/main" id="{6B35FA52-57ED-4589-81B2-C4D1AA1CCFA2}"/>
                  </a:ext>
                </a:extLst>
              </p:cNvPr>
              <p:cNvSpPr>
                <a:spLocks noChangeArrowheads="1"/>
              </p:cNvSpPr>
              <p:nvPr/>
            </p:nvSpPr>
            <p:spPr bwMode="auto">
              <a:xfrm>
                <a:off x="1689" y="2378"/>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7" name="Rectangle 29">
                <a:extLst>
                  <a:ext uri="{FF2B5EF4-FFF2-40B4-BE49-F238E27FC236}">
                    <a16:creationId xmlns:a16="http://schemas.microsoft.com/office/drawing/2014/main" id="{2F118A86-6D7C-4BC2-92F7-BD315F598F00}"/>
                  </a:ext>
                </a:extLst>
              </p:cNvPr>
              <p:cNvSpPr>
                <a:spLocks noChangeArrowheads="1"/>
              </p:cNvSpPr>
              <p:nvPr/>
            </p:nvSpPr>
            <p:spPr bwMode="auto">
              <a:xfrm>
                <a:off x="1708" y="2378"/>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8" name="Rectangle 30">
                <a:extLst>
                  <a:ext uri="{FF2B5EF4-FFF2-40B4-BE49-F238E27FC236}">
                    <a16:creationId xmlns:a16="http://schemas.microsoft.com/office/drawing/2014/main" id="{77ACDC3D-1C5B-48C7-ADC4-54067D11D28A}"/>
                  </a:ext>
                </a:extLst>
              </p:cNvPr>
              <p:cNvSpPr>
                <a:spLocks noChangeArrowheads="1"/>
              </p:cNvSpPr>
              <p:nvPr/>
            </p:nvSpPr>
            <p:spPr bwMode="auto">
              <a:xfrm>
                <a:off x="1726" y="237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9" name="Rectangle 31">
                <a:extLst>
                  <a:ext uri="{FF2B5EF4-FFF2-40B4-BE49-F238E27FC236}">
                    <a16:creationId xmlns:a16="http://schemas.microsoft.com/office/drawing/2014/main" id="{1F68D4B5-C34C-4A03-876F-698D8AFAFC72}"/>
                  </a:ext>
                </a:extLst>
              </p:cNvPr>
              <p:cNvSpPr>
                <a:spLocks noChangeArrowheads="1"/>
              </p:cNvSpPr>
              <p:nvPr/>
            </p:nvSpPr>
            <p:spPr bwMode="auto">
              <a:xfrm>
                <a:off x="1770"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0" name="Rectangle 32">
                <a:extLst>
                  <a:ext uri="{FF2B5EF4-FFF2-40B4-BE49-F238E27FC236}">
                    <a16:creationId xmlns:a16="http://schemas.microsoft.com/office/drawing/2014/main" id="{60C32272-BCC8-49D0-AFDF-291FAF4D0110}"/>
                  </a:ext>
                </a:extLst>
              </p:cNvPr>
              <p:cNvSpPr>
                <a:spLocks noChangeArrowheads="1"/>
              </p:cNvSpPr>
              <p:nvPr/>
            </p:nvSpPr>
            <p:spPr bwMode="auto">
              <a:xfrm>
                <a:off x="1812"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91" name="Rectangle 33">
                <a:extLst>
                  <a:ext uri="{FF2B5EF4-FFF2-40B4-BE49-F238E27FC236}">
                    <a16:creationId xmlns:a16="http://schemas.microsoft.com/office/drawing/2014/main" id="{20865A20-FC5D-4B8E-A846-F00AD1E5BFEA}"/>
                  </a:ext>
                </a:extLst>
              </p:cNvPr>
              <p:cNvSpPr>
                <a:spLocks noChangeArrowheads="1"/>
              </p:cNvSpPr>
              <p:nvPr/>
            </p:nvSpPr>
            <p:spPr bwMode="auto">
              <a:xfrm>
                <a:off x="1844"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2" name="Rectangle 34">
                <a:extLst>
                  <a:ext uri="{FF2B5EF4-FFF2-40B4-BE49-F238E27FC236}">
                    <a16:creationId xmlns:a16="http://schemas.microsoft.com/office/drawing/2014/main" id="{E55734C7-E672-4079-9F8C-46A174162DEA}"/>
                  </a:ext>
                </a:extLst>
              </p:cNvPr>
              <p:cNvSpPr>
                <a:spLocks noChangeArrowheads="1"/>
              </p:cNvSpPr>
              <p:nvPr/>
            </p:nvSpPr>
            <p:spPr bwMode="auto">
              <a:xfrm>
                <a:off x="1887"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3" name="Rectangle 35">
                <a:extLst>
                  <a:ext uri="{FF2B5EF4-FFF2-40B4-BE49-F238E27FC236}">
                    <a16:creationId xmlns:a16="http://schemas.microsoft.com/office/drawing/2014/main" id="{AFEC6E57-12C1-4295-902F-6E914157AC35}"/>
                  </a:ext>
                </a:extLst>
              </p:cNvPr>
              <p:cNvSpPr>
                <a:spLocks noChangeArrowheads="1"/>
              </p:cNvSpPr>
              <p:nvPr/>
            </p:nvSpPr>
            <p:spPr bwMode="auto">
              <a:xfrm>
                <a:off x="1931"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4" name="Rectangle 36">
                <a:extLst>
                  <a:ext uri="{FF2B5EF4-FFF2-40B4-BE49-F238E27FC236}">
                    <a16:creationId xmlns:a16="http://schemas.microsoft.com/office/drawing/2014/main" id="{136C5EE2-3B8B-4679-899E-26F08AB94151}"/>
                  </a:ext>
                </a:extLst>
              </p:cNvPr>
              <p:cNvSpPr>
                <a:spLocks noChangeArrowheads="1"/>
              </p:cNvSpPr>
              <p:nvPr/>
            </p:nvSpPr>
            <p:spPr bwMode="auto">
              <a:xfrm>
                <a:off x="1975"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5" name="Rectangle 37">
                <a:extLst>
                  <a:ext uri="{FF2B5EF4-FFF2-40B4-BE49-F238E27FC236}">
                    <a16:creationId xmlns:a16="http://schemas.microsoft.com/office/drawing/2014/main" id="{47AAB78D-09E2-425E-978F-4FEC81F3DDE3}"/>
                  </a:ext>
                </a:extLst>
              </p:cNvPr>
              <p:cNvSpPr>
                <a:spLocks noChangeArrowheads="1"/>
              </p:cNvSpPr>
              <p:nvPr/>
            </p:nvSpPr>
            <p:spPr bwMode="auto">
              <a:xfrm>
                <a:off x="2018"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6" name="Rectangle 38">
                <a:extLst>
                  <a:ext uri="{FF2B5EF4-FFF2-40B4-BE49-F238E27FC236}">
                    <a16:creationId xmlns:a16="http://schemas.microsoft.com/office/drawing/2014/main" id="{89DF933E-01DA-4896-BBBD-33D2D164B219}"/>
                  </a:ext>
                </a:extLst>
              </p:cNvPr>
              <p:cNvSpPr>
                <a:spLocks noChangeArrowheads="1"/>
              </p:cNvSpPr>
              <p:nvPr/>
            </p:nvSpPr>
            <p:spPr bwMode="auto">
              <a:xfrm>
                <a:off x="2037" y="2378"/>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7" name="Rectangle 39">
                <a:extLst>
                  <a:ext uri="{FF2B5EF4-FFF2-40B4-BE49-F238E27FC236}">
                    <a16:creationId xmlns:a16="http://schemas.microsoft.com/office/drawing/2014/main" id="{D6BEE879-67DF-49D0-9A01-CE7448741737}"/>
                  </a:ext>
                </a:extLst>
              </p:cNvPr>
              <p:cNvSpPr>
                <a:spLocks noChangeArrowheads="1"/>
              </p:cNvSpPr>
              <p:nvPr/>
            </p:nvSpPr>
            <p:spPr bwMode="auto">
              <a:xfrm>
                <a:off x="2064"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8" name="Rectangle 40">
                <a:extLst>
                  <a:ext uri="{FF2B5EF4-FFF2-40B4-BE49-F238E27FC236}">
                    <a16:creationId xmlns:a16="http://schemas.microsoft.com/office/drawing/2014/main" id="{E430F28C-C7BF-467B-87DF-C01DD480450F}"/>
                  </a:ext>
                </a:extLst>
              </p:cNvPr>
              <p:cNvSpPr>
                <a:spLocks noChangeArrowheads="1"/>
              </p:cNvSpPr>
              <p:nvPr/>
            </p:nvSpPr>
            <p:spPr bwMode="auto">
              <a:xfrm>
                <a:off x="2108"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9" name="Rectangle 41">
                <a:extLst>
                  <a:ext uri="{FF2B5EF4-FFF2-40B4-BE49-F238E27FC236}">
                    <a16:creationId xmlns:a16="http://schemas.microsoft.com/office/drawing/2014/main" id="{FCE5E2C2-177F-4FB4-A971-EFB269195F3E}"/>
                  </a:ext>
                </a:extLst>
              </p:cNvPr>
              <p:cNvSpPr>
                <a:spLocks noChangeArrowheads="1"/>
              </p:cNvSpPr>
              <p:nvPr/>
            </p:nvSpPr>
            <p:spPr bwMode="auto">
              <a:xfrm>
                <a:off x="2127"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0" name="Rectangle 42">
                <a:extLst>
                  <a:ext uri="{FF2B5EF4-FFF2-40B4-BE49-F238E27FC236}">
                    <a16:creationId xmlns:a16="http://schemas.microsoft.com/office/drawing/2014/main" id="{12FAF92E-79DC-4B11-AF34-DB95F74EFA55}"/>
                  </a:ext>
                </a:extLst>
              </p:cNvPr>
              <p:cNvSpPr>
                <a:spLocks noChangeArrowheads="1"/>
              </p:cNvSpPr>
              <p:nvPr/>
            </p:nvSpPr>
            <p:spPr bwMode="auto">
              <a:xfrm>
                <a:off x="2166" y="2378"/>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1" name="Rectangle 43">
                <a:extLst>
                  <a:ext uri="{FF2B5EF4-FFF2-40B4-BE49-F238E27FC236}">
                    <a16:creationId xmlns:a16="http://schemas.microsoft.com/office/drawing/2014/main" id="{F8B6ACBC-52C6-4C2C-8648-C931C470B29E}"/>
                  </a:ext>
                </a:extLst>
              </p:cNvPr>
              <p:cNvSpPr>
                <a:spLocks noChangeArrowheads="1"/>
              </p:cNvSpPr>
              <p:nvPr/>
            </p:nvSpPr>
            <p:spPr bwMode="auto">
              <a:xfrm>
                <a:off x="2202"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2" name="Rectangle 44">
                <a:extLst>
                  <a:ext uri="{FF2B5EF4-FFF2-40B4-BE49-F238E27FC236}">
                    <a16:creationId xmlns:a16="http://schemas.microsoft.com/office/drawing/2014/main" id="{4BDD3FC4-82BF-42BF-8B66-822E45C389E5}"/>
                  </a:ext>
                </a:extLst>
              </p:cNvPr>
              <p:cNvSpPr>
                <a:spLocks noChangeArrowheads="1"/>
              </p:cNvSpPr>
              <p:nvPr/>
            </p:nvSpPr>
            <p:spPr bwMode="auto">
              <a:xfrm>
                <a:off x="2246"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3" name="Rectangle 45">
                <a:extLst>
                  <a:ext uri="{FF2B5EF4-FFF2-40B4-BE49-F238E27FC236}">
                    <a16:creationId xmlns:a16="http://schemas.microsoft.com/office/drawing/2014/main" id="{2B7B77DF-0987-423B-8B4B-701F15E9FD77}"/>
                  </a:ext>
                </a:extLst>
              </p:cNvPr>
              <p:cNvSpPr>
                <a:spLocks noChangeArrowheads="1"/>
              </p:cNvSpPr>
              <p:nvPr/>
            </p:nvSpPr>
            <p:spPr bwMode="auto">
              <a:xfrm>
                <a:off x="2289"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4" name="Rectangle 46">
                <a:extLst>
                  <a:ext uri="{FF2B5EF4-FFF2-40B4-BE49-F238E27FC236}">
                    <a16:creationId xmlns:a16="http://schemas.microsoft.com/office/drawing/2014/main" id="{662E5C3B-0BD1-417E-B430-A73C01D8F17F}"/>
                  </a:ext>
                </a:extLst>
              </p:cNvPr>
              <p:cNvSpPr>
                <a:spLocks noChangeArrowheads="1"/>
              </p:cNvSpPr>
              <p:nvPr/>
            </p:nvSpPr>
            <p:spPr bwMode="auto">
              <a:xfrm>
                <a:off x="2322"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5" name="Rectangle 47">
                <a:extLst>
                  <a:ext uri="{FF2B5EF4-FFF2-40B4-BE49-F238E27FC236}">
                    <a16:creationId xmlns:a16="http://schemas.microsoft.com/office/drawing/2014/main" id="{1171EDEF-F998-46AB-9D70-C0BEA25BF081}"/>
                  </a:ext>
                </a:extLst>
              </p:cNvPr>
              <p:cNvSpPr>
                <a:spLocks noChangeArrowheads="1"/>
              </p:cNvSpPr>
              <p:nvPr/>
            </p:nvSpPr>
            <p:spPr bwMode="auto">
              <a:xfrm>
                <a:off x="2365" y="2378"/>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6" name="Rectangle 48">
                <a:extLst>
                  <a:ext uri="{FF2B5EF4-FFF2-40B4-BE49-F238E27FC236}">
                    <a16:creationId xmlns:a16="http://schemas.microsoft.com/office/drawing/2014/main" id="{FCC1A775-1D57-473A-8AE0-4D4117320869}"/>
                  </a:ext>
                </a:extLst>
              </p:cNvPr>
              <p:cNvSpPr>
                <a:spLocks noChangeArrowheads="1"/>
              </p:cNvSpPr>
              <p:nvPr/>
            </p:nvSpPr>
            <p:spPr bwMode="auto">
              <a:xfrm>
                <a:off x="2393"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7" name="Rectangle 49">
                <a:extLst>
                  <a:ext uri="{FF2B5EF4-FFF2-40B4-BE49-F238E27FC236}">
                    <a16:creationId xmlns:a16="http://schemas.microsoft.com/office/drawing/2014/main" id="{7DA0D84E-6955-449C-9BDC-5E106E8E8C05}"/>
                  </a:ext>
                </a:extLst>
              </p:cNvPr>
              <p:cNvSpPr>
                <a:spLocks noChangeArrowheads="1"/>
              </p:cNvSpPr>
              <p:nvPr/>
            </p:nvSpPr>
            <p:spPr bwMode="auto">
              <a:xfrm>
                <a:off x="2435"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8" name="Rectangle 50">
                <a:extLst>
                  <a:ext uri="{FF2B5EF4-FFF2-40B4-BE49-F238E27FC236}">
                    <a16:creationId xmlns:a16="http://schemas.microsoft.com/office/drawing/2014/main" id="{12E9EF8B-84C0-46D4-8A5C-4DFD6EB4A7CA}"/>
                  </a:ext>
                </a:extLst>
              </p:cNvPr>
              <p:cNvSpPr>
                <a:spLocks noChangeArrowheads="1"/>
              </p:cNvSpPr>
              <p:nvPr/>
            </p:nvSpPr>
            <p:spPr bwMode="auto">
              <a:xfrm>
                <a:off x="2464"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9" name="Rectangle 51">
                <a:extLst>
                  <a:ext uri="{FF2B5EF4-FFF2-40B4-BE49-F238E27FC236}">
                    <a16:creationId xmlns:a16="http://schemas.microsoft.com/office/drawing/2014/main" id="{576AD1CD-4451-4AF5-8172-7A5623FC724B}"/>
                  </a:ext>
                </a:extLst>
              </p:cNvPr>
              <p:cNvSpPr>
                <a:spLocks noChangeArrowheads="1"/>
              </p:cNvSpPr>
              <p:nvPr/>
            </p:nvSpPr>
            <p:spPr bwMode="auto">
              <a:xfrm>
                <a:off x="2496" y="2378"/>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0" name="Rectangle 52">
                <a:extLst>
                  <a:ext uri="{FF2B5EF4-FFF2-40B4-BE49-F238E27FC236}">
                    <a16:creationId xmlns:a16="http://schemas.microsoft.com/office/drawing/2014/main" id="{962C8851-D6BB-4F74-B992-94629E8D65A0}"/>
                  </a:ext>
                </a:extLst>
              </p:cNvPr>
              <p:cNvSpPr>
                <a:spLocks noChangeArrowheads="1"/>
              </p:cNvSpPr>
              <p:nvPr/>
            </p:nvSpPr>
            <p:spPr bwMode="auto">
              <a:xfrm>
                <a:off x="2533" y="2378"/>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1" name="Rectangle 53">
                <a:extLst>
                  <a:ext uri="{FF2B5EF4-FFF2-40B4-BE49-F238E27FC236}">
                    <a16:creationId xmlns:a16="http://schemas.microsoft.com/office/drawing/2014/main" id="{19D521C9-4165-4C37-B7B3-0623FC69D21D}"/>
                  </a:ext>
                </a:extLst>
              </p:cNvPr>
              <p:cNvSpPr>
                <a:spLocks noChangeArrowheads="1"/>
              </p:cNvSpPr>
              <p:nvPr/>
            </p:nvSpPr>
            <p:spPr bwMode="auto">
              <a:xfrm>
                <a:off x="2599"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2" name="Rectangle 54">
                <a:extLst>
                  <a:ext uri="{FF2B5EF4-FFF2-40B4-BE49-F238E27FC236}">
                    <a16:creationId xmlns:a16="http://schemas.microsoft.com/office/drawing/2014/main" id="{9170D9EB-DBA0-47A8-80AC-A11BD3C949BF}"/>
                  </a:ext>
                </a:extLst>
              </p:cNvPr>
              <p:cNvSpPr>
                <a:spLocks noChangeArrowheads="1"/>
              </p:cNvSpPr>
              <p:nvPr/>
            </p:nvSpPr>
            <p:spPr bwMode="auto">
              <a:xfrm>
                <a:off x="2642" y="2378"/>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3" name="Rectangle 55">
                <a:extLst>
                  <a:ext uri="{FF2B5EF4-FFF2-40B4-BE49-F238E27FC236}">
                    <a16:creationId xmlns:a16="http://schemas.microsoft.com/office/drawing/2014/main" id="{44F40054-323B-4862-8686-E69A7F91E295}"/>
                  </a:ext>
                </a:extLst>
              </p:cNvPr>
              <p:cNvSpPr>
                <a:spLocks noChangeArrowheads="1"/>
              </p:cNvSpPr>
              <p:nvPr/>
            </p:nvSpPr>
            <p:spPr bwMode="auto">
              <a:xfrm>
                <a:off x="2669"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4" name="Rectangle 56">
                <a:extLst>
                  <a:ext uri="{FF2B5EF4-FFF2-40B4-BE49-F238E27FC236}">
                    <a16:creationId xmlns:a16="http://schemas.microsoft.com/office/drawing/2014/main" id="{FA4548BA-6325-4B44-85EB-2533385039DF}"/>
                  </a:ext>
                </a:extLst>
              </p:cNvPr>
              <p:cNvSpPr>
                <a:spLocks noChangeArrowheads="1"/>
              </p:cNvSpPr>
              <p:nvPr/>
            </p:nvSpPr>
            <p:spPr bwMode="auto">
              <a:xfrm>
                <a:off x="2713" y="2378"/>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5" name="Rectangle 57">
                <a:extLst>
                  <a:ext uri="{FF2B5EF4-FFF2-40B4-BE49-F238E27FC236}">
                    <a16:creationId xmlns:a16="http://schemas.microsoft.com/office/drawing/2014/main" id="{EAB4469B-7F15-4048-8DF8-BE975112FEC1}"/>
                  </a:ext>
                </a:extLst>
              </p:cNvPr>
              <p:cNvSpPr>
                <a:spLocks noChangeArrowheads="1"/>
              </p:cNvSpPr>
              <p:nvPr/>
            </p:nvSpPr>
            <p:spPr bwMode="auto">
              <a:xfrm>
                <a:off x="2779"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6" name="Rectangle 58">
                <a:extLst>
                  <a:ext uri="{FF2B5EF4-FFF2-40B4-BE49-F238E27FC236}">
                    <a16:creationId xmlns:a16="http://schemas.microsoft.com/office/drawing/2014/main" id="{A5012172-1F0A-4144-9105-81CACAF0FD15}"/>
                  </a:ext>
                </a:extLst>
              </p:cNvPr>
              <p:cNvSpPr>
                <a:spLocks noChangeArrowheads="1"/>
              </p:cNvSpPr>
              <p:nvPr/>
            </p:nvSpPr>
            <p:spPr bwMode="auto">
              <a:xfrm>
                <a:off x="2811"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7" name="Rectangle 59">
                <a:extLst>
                  <a:ext uri="{FF2B5EF4-FFF2-40B4-BE49-F238E27FC236}">
                    <a16:creationId xmlns:a16="http://schemas.microsoft.com/office/drawing/2014/main" id="{60D8F2C2-21B5-4F49-8F04-837823F0F518}"/>
                  </a:ext>
                </a:extLst>
              </p:cNvPr>
              <p:cNvSpPr>
                <a:spLocks noChangeArrowheads="1"/>
              </p:cNvSpPr>
              <p:nvPr/>
            </p:nvSpPr>
            <p:spPr bwMode="auto">
              <a:xfrm>
                <a:off x="2830" y="2378"/>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8" name="Rectangle 60">
                <a:extLst>
                  <a:ext uri="{FF2B5EF4-FFF2-40B4-BE49-F238E27FC236}">
                    <a16:creationId xmlns:a16="http://schemas.microsoft.com/office/drawing/2014/main" id="{4D77C7D1-0F10-4896-A848-29783C9D18CC}"/>
                  </a:ext>
                </a:extLst>
              </p:cNvPr>
              <p:cNvSpPr>
                <a:spLocks noChangeArrowheads="1"/>
              </p:cNvSpPr>
              <p:nvPr/>
            </p:nvSpPr>
            <p:spPr bwMode="auto">
              <a:xfrm>
                <a:off x="2870"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9" name="Rectangle 61">
                <a:extLst>
                  <a:ext uri="{FF2B5EF4-FFF2-40B4-BE49-F238E27FC236}">
                    <a16:creationId xmlns:a16="http://schemas.microsoft.com/office/drawing/2014/main" id="{0BC67BA2-8577-4670-8BC9-A043BD2BD014}"/>
                  </a:ext>
                </a:extLst>
              </p:cNvPr>
              <p:cNvSpPr>
                <a:spLocks noChangeArrowheads="1"/>
              </p:cNvSpPr>
              <p:nvPr/>
            </p:nvSpPr>
            <p:spPr bwMode="auto">
              <a:xfrm>
                <a:off x="2913"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0" name="Rectangle 62">
                <a:extLst>
                  <a:ext uri="{FF2B5EF4-FFF2-40B4-BE49-F238E27FC236}">
                    <a16:creationId xmlns:a16="http://schemas.microsoft.com/office/drawing/2014/main" id="{9FBA3843-794E-4F57-9359-9693AA21BA22}"/>
                  </a:ext>
                </a:extLst>
              </p:cNvPr>
              <p:cNvSpPr>
                <a:spLocks noChangeArrowheads="1"/>
              </p:cNvSpPr>
              <p:nvPr/>
            </p:nvSpPr>
            <p:spPr bwMode="auto">
              <a:xfrm>
                <a:off x="2956"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1" name="Rectangle 63">
                <a:extLst>
                  <a:ext uri="{FF2B5EF4-FFF2-40B4-BE49-F238E27FC236}">
                    <a16:creationId xmlns:a16="http://schemas.microsoft.com/office/drawing/2014/main" id="{917E3B95-E966-47E9-A3F2-C2AC0E3E72F3}"/>
                  </a:ext>
                </a:extLst>
              </p:cNvPr>
              <p:cNvSpPr>
                <a:spLocks noChangeArrowheads="1"/>
              </p:cNvSpPr>
              <p:nvPr/>
            </p:nvSpPr>
            <p:spPr bwMode="auto">
              <a:xfrm>
                <a:off x="2975" y="2378"/>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2" name="Rectangle 64">
                <a:extLst>
                  <a:ext uri="{FF2B5EF4-FFF2-40B4-BE49-F238E27FC236}">
                    <a16:creationId xmlns:a16="http://schemas.microsoft.com/office/drawing/2014/main" id="{E7F88071-10CB-425A-8855-78BF8C3E18A8}"/>
                  </a:ext>
                </a:extLst>
              </p:cNvPr>
              <p:cNvSpPr>
                <a:spLocks noChangeArrowheads="1"/>
              </p:cNvSpPr>
              <p:nvPr/>
            </p:nvSpPr>
            <p:spPr bwMode="auto">
              <a:xfrm>
                <a:off x="3003"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3" name="Rectangle 65">
                <a:extLst>
                  <a:ext uri="{FF2B5EF4-FFF2-40B4-BE49-F238E27FC236}">
                    <a16:creationId xmlns:a16="http://schemas.microsoft.com/office/drawing/2014/main" id="{E7E3E190-A674-4CCE-8FD8-ABA24C674AF0}"/>
                  </a:ext>
                </a:extLst>
              </p:cNvPr>
              <p:cNvSpPr>
                <a:spLocks noChangeArrowheads="1"/>
              </p:cNvSpPr>
              <p:nvPr/>
            </p:nvSpPr>
            <p:spPr bwMode="auto">
              <a:xfrm>
                <a:off x="3044"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4" name="Rectangle 66">
                <a:extLst>
                  <a:ext uri="{FF2B5EF4-FFF2-40B4-BE49-F238E27FC236}">
                    <a16:creationId xmlns:a16="http://schemas.microsoft.com/office/drawing/2014/main" id="{586A2A65-42A1-44E1-A73A-29317DBD2829}"/>
                  </a:ext>
                </a:extLst>
              </p:cNvPr>
              <p:cNvSpPr>
                <a:spLocks noChangeArrowheads="1"/>
              </p:cNvSpPr>
              <p:nvPr/>
            </p:nvSpPr>
            <p:spPr bwMode="auto">
              <a:xfrm>
                <a:off x="3088"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5" name="Rectangle 67">
                <a:extLst>
                  <a:ext uri="{FF2B5EF4-FFF2-40B4-BE49-F238E27FC236}">
                    <a16:creationId xmlns:a16="http://schemas.microsoft.com/office/drawing/2014/main" id="{61A2329F-1B7B-42AB-ADE2-FB8CCA5DFDD4}"/>
                  </a:ext>
                </a:extLst>
              </p:cNvPr>
              <p:cNvSpPr>
                <a:spLocks noChangeArrowheads="1"/>
              </p:cNvSpPr>
              <p:nvPr/>
            </p:nvSpPr>
            <p:spPr bwMode="auto">
              <a:xfrm>
                <a:off x="3131" y="2378"/>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6" name="Rectangle 68">
                <a:extLst>
                  <a:ext uri="{FF2B5EF4-FFF2-40B4-BE49-F238E27FC236}">
                    <a16:creationId xmlns:a16="http://schemas.microsoft.com/office/drawing/2014/main" id="{F8E0823C-81CF-49A6-B185-9D9616399C1F}"/>
                  </a:ext>
                </a:extLst>
              </p:cNvPr>
              <p:cNvSpPr>
                <a:spLocks noChangeArrowheads="1"/>
              </p:cNvSpPr>
              <p:nvPr/>
            </p:nvSpPr>
            <p:spPr bwMode="auto">
              <a:xfrm>
                <a:off x="3166" y="23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7" name="Rectangle 69">
                <a:extLst>
                  <a:ext uri="{FF2B5EF4-FFF2-40B4-BE49-F238E27FC236}">
                    <a16:creationId xmlns:a16="http://schemas.microsoft.com/office/drawing/2014/main" id="{C444E7F1-0831-45C9-B3C6-7BB25502EF13}"/>
                  </a:ext>
                </a:extLst>
              </p:cNvPr>
              <p:cNvSpPr>
                <a:spLocks noChangeArrowheads="1"/>
              </p:cNvSpPr>
              <p:nvPr/>
            </p:nvSpPr>
            <p:spPr bwMode="auto">
              <a:xfrm>
                <a:off x="3208"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8" name="Rectangle 70">
                <a:extLst>
                  <a:ext uri="{FF2B5EF4-FFF2-40B4-BE49-F238E27FC236}">
                    <a16:creationId xmlns:a16="http://schemas.microsoft.com/office/drawing/2014/main" id="{DEDB00E2-92FB-4F47-8A5D-E63F624CB145}"/>
                  </a:ext>
                </a:extLst>
              </p:cNvPr>
              <p:cNvSpPr>
                <a:spLocks noChangeArrowheads="1"/>
              </p:cNvSpPr>
              <p:nvPr/>
            </p:nvSpPr>
            <p:spPr bwMode="auto">
              <a:xfrm>
                <a:off x="3226"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9" name="Rectangle 71">
                <a:extLst>
                  <a:ext uri="{FF2B5EF4-FFF2-40B4-BE49-F238E27FC236}">
                    <a16:creationId xmlns:a16="http://schemas.microsoft.com/office/drawing/2014/main" id="{31849B87-6259-4AED-B098-915BA51A5DC1}"/>
                  </a:ext>
                </a:extLst>
              </p:cNvPr>
              <p:cNvSpPr>
                <a:spLocks noChangeArrowheads="1"/>
              </p:cNvSpPr>
              <p:nvPr/>
            </p:nvSpPr>
            <p:spPr bwMode="auto">
              <a:xfrm>
                <a:off x="3245"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0" name="Rectangle 72">
                <a:extLst>
                  <a:ext uri="{FF2B5EF4-FFF2-40B4-BE49-F238E27FC236}">
                    <a16:creationId xmlns:a16="http://schemas.microsoft.com/office/drawing/2014/main" id="{F6B7B662-F444-422D-A480-66E6E87F67CC}"/>
                  </a:ext>
                </a:extLst>
              </p:cNvPr>
              <p:cNvSpPr>
                <a:spLocks noChangeArrowheads="1"/>
              </p:cNvSpPr>
              <p:nvPr/>
            </p:nvSpPr>
            <p:spPr bwMode="auto">
              <a:xfrm>
                <a:off x="3288" y="2378"/>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1" name="Rectangle 73">
                <a:extLst>
                  <a:ext uri="{FF2B5EF4-FFF2-40B4-BE49-F238E27FC236}">
                    <a16:creationId xmlns:a16="http://schemas.microsoft.com/office/drawing/2014/main" id="{58692624-7A24-4829-9D8A-E9931647E56F}"/>
                  </a:ext>
                </a:extLst>
              </p:cNvPr>
              <p:cNvSpPr>
                <a:spLocks noChangeArrowheads="1"/>
              </p:cNvSpPr>
              <p:nvPr/>
            </p:nvSpPr>
            <p:spPr bwMode="auto">
              <a:xfrm>
                <a:off x="3313"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2" name="Rectangle 74">
                <a:extLst>
                  <a:ext uri="{FF2B5EF4-FFF2-40B4-BE49-F238E27FC236}">
                    <a16:creationId xmlns:a16="http://schemas.microsoft.com/office/drawing/2014/main" id="{7AA1CD6D-B089-48E2-8E17-8F9DEC1A88BC}"/>
                  </a:ext>
                </a:extLst>
              </p:cNvPr>
              <p:cNvSpPr>
                <a:spLocks noChangeArrowheads="1"/>
              </p:cNvSpPr>
              <p:nvPr/>
            </p:nvSpPr>
            <p:spPr bwMode="auto">
              <a:xfrm>
                <a:off x="3346" y="2378"/>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3" name="Rectangle 75">
                <a:extLst>
                  <a:ext uri="{FF2B5EF4-FFF2-40B4-BE49-F238E27FC236}">
                    <a16:creationId xmlns:a16="http://schemas.microsoft.com/office/drawing/2014/main" id="{07299845-C340-4ED2-9AB6-8EAF099069C6}"/>
                  </a:ext>
                </a:extLst>
              </p:cNvPr>
              <p:cNvSpPr>
                <a:spLocks noChangeArrowheads="1"/>
              </p:cNvSpPr>
              <p:nvPr/>
            </p:nvSpPr>
            <p:spPr bwMode="auto">
              <a:xfrm>
                <a:off x="3381"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4" name="Rectangle 76">
                <a:extLst>
                  <a:ext uri="{FF2B5EF4-FFF2-40B4-BE49-F238E27FC236}">
                    <a16:creationId xmlns:a16="http://schemas.microsoft.com/office/drawing/2014/main" id="{8E453E27-E904-443E-852D-72F767D23993}"/>
                  </a:ext>
                </a:extLst>
              </p:cNvPr>
              <p:cNvSpPr>
                <a:spLocks noChangeArrowheads="1"/>
              </p:cNvSpPr>
              <p:nvPr/>
            </p:nvSpPr>
            <p:spPr bwMode="auto">
              <a:xfrm>
                <a:off x="3424"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5" name="Rectangle 77">
                <a:extLst>
                  <a:ext uri="{FF2B5EF4-FFF2-40B4-BE49-F238E27FC236}">
                    <a16:creationId xmlns:a16="http://schemas.microsoft.com/office/drawing/2014/main" id="{91902753-06AA-473F-94AB-B04D9CCC77CE}"/>
                  </a:ext>
                </a:extLst>
              </p:cNvPr>
              <p:cNvSpPr>
                <a:spLocks noChangeArrowheads="1"/>
              </p:cNvSpPr>
              <p:nvPr/>
            </p:nvSpPr>
            <p:spPr bwMode="auto">
              <a:xfrm>
                <a:off x="3468"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6" name="Rectangle 78">
                <a:extLst>
                  <a:ext uri="{FF2B5EF4-FFF2-40B4-BE49-F238E27FC236}">
                    <a16:creationId xmlns:a16="http://schemas.microsoft.com/office/drawing/2014/main" id="{6B063500-8818-429E-B6BD-3C5FA33DE78C}"/>
                  </a:ext>
                </a:extLst>
              </p:cNvPr>
              <p:cNvSpPr>
                <a:spLocks noChangeArrowheads="1"/>
              </p:cNvSpPr>
              <p:nvPr/>
            </p:nvSpPr>
            <p:spPr bwMode="auto">
              <a:xfrm>
                <a:off x="3512"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7" name="Rectangle 79">
                <a:extLst>
                  <a:ext uri="{FF2B5EF4-FFF2-40B4-BE49-F238E27FC236}">
                    <a16:creationId xmlns:a16="http://schemas.microsoft.com/office/drawing/2014/main" id="{63913E3D-A19A-47BE-A705-86B0E161FFF9}"/>
                  </a:ext>
                </a:extLst>
              </p:cNvPr>
              <p:cNvSpPr>
                <a:spLocks noChangeArrowheads="1"/>
              </p:cNvSpPr>
              <p:nvPr/>
            </p:nvSpPr>
            <p:spPr bwMode="auto">
              <a:xfrm>
                <a:off x="3531"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8" name="Rectangle 80">
                <a:extLst>
                  <a:ext uri="{FF2B5EF4-FFF2-40B4-BE49-F238E27FC236}">
                    <a16:creationId xmlns:a16="http://schemas.microsoft.com/office/drawing/2014/main" id="{48E7CB12-9711-4DEF-99ED-78591B3012C6}"/>
                  </a:ext>
                </a:extLst>
              </p:cNvPr>
              <p:cNvSpPr>
                <a:spLocks noChangeArrowheads="1"/>
              </p:cNvSpPr>
              <p:nvPr/>
            </p:nvSpPr>
            <p:spPr bwMode="auto">
              <a:xfrm>
                <a:off x="3549" y="2378"/>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9" name="Rectangle 81">
                <a:extLst>
                  <a:ext uri="{FF2B5EF4-FFF2-40B4-BE49-F238E27FC236}">
                    <a16:creationId xmlns:a16="http://schemas.microsoft.com/office/drawing/2014/main" id="{D44F433B-3D77-452F-9FA5-17CC545FE9D4}"/>
                  </a:ext>
                </a:extLst>
              </p:cNvPr>
              <p:cNvSpPr>
                <a:spLocks noChangeArrowheads="1"/>
              </p:cNvSpPr>
              <p:nvPr/>
            </p:nvSpPr>
            <p:spPr bwMode="auto">
              <a:xfrm>
                <a:off x="3577" y="2378"/>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0" name="Rectangle 82">
                <a:extLst>
                  <a:ext uri="{FF2B5EF4-FFF2-40B4-BE49-F238E27FC236}">
                    <a16:creationId xmlns:a16="http://schemas.microsoft.com/office/drawing/2014/main" id="{DBD6D270-BC82-4F9B-8962-19AF74DCDA76}"/>
                  </a:ext>
                </a:extLst>
              </p:cNvPr>
              <p:cNvSpPr>
                <a:spLocks noChangeArrowheads="1"/>
              </p:cNvSpPr>
              <p:nvPr/>
            </p:nvSpPr>
            <p:spPr bwMode="auto">
              <a:xfrm>
                <a:off x="3605" y="2378"/>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1" name="Rectangle 83">
                <a:extLst>
                  <a:ext uri="{FF2B5EF4-FFF2-40B4-BE49-F238E27FC236}">
                    <a16:creationId xmlns:a16="http://schemas.microsoft.com/office/drawing/2014/main" id="{5C73DEA7-0A21-4CAA-9A82-1FCC27039F01}"/>
                  </a:ext>
                </a:extLst>
              </p:cNvPr>
              <p:cNvSpPr>
                <a:spLocks noChangeArrowheads="1"/>
              </p:cNvSpPr>
              <p:nvPr/>
            </p:nvSpPr>
            <p:spPr bwMode="auto">
              <a:xfrm>
                <a:off x="3644"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2" name="Rectangle 84">
                <a:extLst>
                  <a:ext uri="{FF2B5EF4-FFF2-40B4-BE49-F238E27FC236}">
                    <a16:creationId xmlns:a16="http://schemas.microsoft.com/office/drawing/2014/main" id="{D72FDEC9-771C-430F-B232-A9B4F51A5DBD}"/>
                  </a:ext>
                </a:extLst>
              </p:cNvPr>
              <p:cNvSpPr>
                <a:spLocks noChangeArrowheads="1"/>
              </p:cNvSpPr>
              <p:nvPr/>
            </p:nvSpPr>
            <p:spPr bwMode="auto">
              <a:xfrm>
                <a:off x="3687"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3" name="Rectangle 85">
                <a:extLst>
                  <a:ext uri="{FF2B5EF4-FFF2-40B4-BE49-F238E27FC236}">
                    <a16:creationId xmlns:a16="http://schemas.microsoft.com/office/drawing/2014/main" id="{4157C75E-B8AA-4373-A1BB-7F80F9C2FE74}"/>
                  </a:ext>
                </a:extLst>
              </p:cNvPr>
              <p:cNvSpPr>
                <a:spLocks noChangeArrowheads="1"/>
              </p:cNvSpPr>
              <p:nvPr/>
            </p:nvSpPr>
            <p:spPr bwMode="auto">
              <a:xfrm>
                <a:off x="3720" y="2378"/>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4" name="Rectangle 86">
                <a:extLst>
                  <a:ext uri="{FF2B5EF4-FFF2-40B4-BE49-F238E27FC236}">
                    <a16:creationId xmlns:a16="http://schemas.microsoft.com/office/drawing/2014/main" id="{400A3A55-2A05-4E19-9193-21E8524EBEB8}"/>
                  </a:ext>
                </a:extLst>
              </p:cNvPr>
              <p:cNvSpPr>
                <a:spLocks noChangeArrowheads="1"/>
              </p:cNvSpPr>
              <p:nvPr/>
            </p:nvSpPr>
            <p:spPr bwMode="auto">
              <a:xfrm>
                <a:off x="3786"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5" name="Rectangle 87">
                <a:extLst>
                  <a:ext uri="{FF2B5EF4-FFF2-40B4-BE49-F238E27FC236}">
                    <a16:creationId xmlns:a16="http://schemas.microsoft.com/office/drawing/2014/main" id="{0E0FA95E-AEB6-4CF6-BAC7-E1DF52FDCC07}"/>
                  </a:ext>
                </a:extLst>
              </p:cNvPr>
              <p:cNvSpPr>
                <a:spLocks noChangeArrowheads="1"/>
              </p:cNvSpPr>
              <p:nvPr/>
            </p:nvSpPr>
            <p:spPr bwMode="auto">
              <a:xfrm>
                <a:off x="3804"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6" name="Rectangle 88">
                <a:extLst>
                  <a:ext uri="{FF2B5EF4-FFF2-40B4-BE49-F238E27FC236}">
                    <a16:creationId xmlns:a16="http://schemas.microsoft.com/office/drawing/2014/main" id="{3817DFC4-5FB8-4FB3-97E1-CF4D1EB21B15}"/>
                  </a:ext>
                </a:extLst>
              </p:cNvPr>
              <p:cNvSpPr>
                <a:spLocks noChangeArrowheads="1"/>
              </p:cNvSpPr>
              <p:nvPr/>
            </p:nvSpPr>
            <p:spPr bwMode="auto">
              <a:xfrm>
                <a:off x="3837" y="237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7" name="Rectangle 89">
                <a:extLst>
                  <a:ext uri="{FF2B5EF4-FFF2-40B4-BE49-F238E27FC236}">
                    <a16:creationId xmlns:a16="http://schemas.microsoft.com/office/drawing/2014/main" id="{22C495BA-6B9D-48C2-AD4A-883945F14717}"/>
                  </a:ext>
                </a:extLst>
              </p:cNvPr>
              <p:cNvSpPr>
                <a:spLocks noChangeArrowheads="1"/>
              </p:cNvSpPr>
              <p:nvPr/>
            </p:nvSpPr>
            <p:spPr bwMode="auto">
              <a:xfrm>
                <a:off x="3869"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8" name="Rectangle 90">
                <a:extLst>
                  <a:ext uri="{FF2B5EF4-FFF2-40B4-BE49-F238E27FC236}">
                    <a16:creationId xmlns:a16="http://schemas.microsoft.com/office/drawing/2014/main" id="{DC58EEF0-37D2-4707-9B27-E378D5F02DF5}"/>
                  </a:ext>
                </a:extLst>
              </p:cNvPr>
              <p:cNvSpPr>
                <a:spLocks noChangeArrowheads="1"/>
              </p:cNvSpPr>
              <p:nvPr/>
            </p:nvSpPr>
            <p:spPr bwMode="auto">
              <a:xfrm>
                <a:off x="3888"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9" name="Rectangle 91">
                <a:extLst>
                  <a:ext uri="{FF2B5EF4-FFF2-40B4-BE49-F238E27FC236}">
                    <a16:creationId xmlns:a16="http://schemas.microsoft.com/office/drawing/2014/main" id="{6C508A86-664C-4BEC-9105-9C54FE4AA588}"/>
                  </a:ext>
                </a:extLst>
              </p:cNvPr>
              <p:cNvSpPr>
                <a:spLocks noChangeArrowheads="1"/>
              </p:cNvSpPr>
              <p:nvPr/>
            </p:nvSpPr>
            <p:spPr bwMode="auto">
              <a:xfrm>
                <a:off x="3932" y="237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0" name="Rectangle 92">
                <a:extLst>
                  <a:ext uri="{FF2B5EF4-FFF2-40B4-BE49-F238E27FC236}">
                    <a16:creationId xmlns:a16="http://schemas.microsoft.com/office/drawing/2014/main" id="{33448B5F-0123-4510-9D5A-EC6D3C81C125}"/>
                  </a:ext>
                </a:extLst>
              </p:cNvPr>
              <p:cNvSpPr>
                <a:spLocks noChangeArrowheads="1"/>
              </p:cNvSpPr>
              <p:nvPr/>
            </p:nvSpPr>
            <p:spPr bwMode="auto">
              <a:xfrm>
                <a:off x="3975" y="2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1" name="Freeform 93">
                <a:extLst>
                  <a:ext uri="{FF2B5EF4-FFF2-40B4-BE49-F238E27FC236}">
                    <a16:creationId xmlns:a16="http://schemas.microsoft.com/office/drawing/2014/main" id="{0F2948F8-626E-444C-BE6B-D1ACE061EB8C}"/>
                  </a:ext>
                </a:extLst>
              </p:cNvPr>
              <p:cNvSpPr>
                <a:spLocks noEditPoints="1"/>
              </p:cNvSpPr>
              <p:nvPr/>
            </p:nvSpPr>
            <p:spPr bwMode="auto">
              <a:xfrm>
                <a:off x="1857" y="1646"/>
                <a:ext cx="31" cy="702"/>
              </a:xfrm>
              <a:custGeom>
                <a:avLst/>
                <a:gdLst>
                  <a:gd name="T0" fmla="*/ 45 w 80"/>
                  <a:gd name="T1" fmla="*/ 0 h 1807"/>
                  <a:gd name="T2" fmla="*/ 45 w 80"/>
                  <a:gd name="T3" fmla="*/ 0 h 1807"/>
                  <a:gd name="T4" fmla="*/ 45 w 80"/>
                  <a:gd name="T5" fmla="*/ 1740 h 1807"/>
                  <a:gd name="T6" fmla="*/ 35 w 80"/>
                  <a:gd name="T7" fmla="*/ 1740 h 1807"/>
                  <a:gd name="T8" fmla="*/ 35 w 80"/>
                  <a:gd name="T9" fmla="*/ 0 h 1807"/>
                  <a:gd name="T10" fmla="*/ 45 w 80"/>
                  <a:gd name="T11" fmla="*/ 0 h 1807"/>
                  <a:gd name="T12" fmla="*/ 80 w 80"/>
                  <a:gd name="T13" fmla="*/ 1727 h 1807"/>
                  <a:gd name="T14" fmla="*/ 80 w 80"/>
                  <a:gd name="T15" fmla="*/ 1727 h 1807"/>
                  <a:gd name="T16" fmla="*/ 40 w 80"/>
                  <a:gd name="T17" fmla="*/ 1807 h 1807"/>
                  <a:gd name="T18" fmla="*/ 0 w 80"/>
                  <a:gd name="T19" fmla="*/ 1727 h 1807"/>
                  <a:gd name="T20" fmla="*/ 80 w 80"/>
                  <a:gd name="T21" fmla="*/ 1727 h 18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807">
                    <a:moveTo>
                      <a:pt x="45" y="0"/>
                    </a:moveTo>
                    <a:lnTo>
                      <a:pt x="45" y="0"/>
                    </a:lnTo>
                    <a:lnTo>
                      <a:pt x="45" y="1740"/>
                    </a:lnTo>
                    <a:lnTo>
                      <a:pt x="35" y="1740"/>
                    </a:lnTo>
                    <a:lnTo>
                      <a:pt x="35" y="0"/>
                    </a:lnTo>
                    <a:lnTo>
                      <a:pt x="45" y="0"/>
                    </a:lnTo>
                    <a:close/>
                    <a:moveTo>
                      <a:pt x="80" y="1727"/>
                    </a:moveTo>
                    <a:lnTo>
                      <a:pt x="80" y="1727"/>
                    </a:lnTo>
                    <a:lnTo>
                      <a:pt x="40" y="1807"/>
                    </a:lnTo>
                    <a:lnTo>
                      <a:pt x="0" y="1727"/>
                    </a:lnTo>
                    <a:lnTo>
                      <a:pt x="80" y="1727"/>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2" name="Freeform 94">
                <a:extLst>
                  <a:ext uri="{FF2B5EF4-FFF2-40B4-BE49-F238E27FC236}">
                    <a16:creationId xmlns:a16="http://schemas.microsoft.com/office/drawing/2014/main" id="{605B81FB-B9CA-4DF2-B533-3E7D56B3F8B9}"/>
                  </a:ext>
                </a:extLst>
              </p:cNvPr>
              <p:cNvSpPr>
                <a:spLocks/>
              </p:cNvSpPr>
              <p:nvPr/>
            </p:nvSpPr>
            <p:spPr bwMode="auto">
              <a:xfrm>
                <a:off x="2328" y="1895"/>
                <a:ext cx="367" cy="207"/>
              </a:xfrm>
              <a:custGeom>
                <a:avLst/>
                <a:gdLst>
                  <a:gd name="T0" fmla="*/ 0 w 947"/>
                  <a:gd name="T1" fmla="*/ 0 h 533"/>
                  <a:gd name="T2" fmla="*/ 0 w 947"/>
                  <a:gd name="T3" fmla="*/ 0 h 533"/>
                  <a:gd name="T4" fmla="*/ 947 w 947"/>
                  <a:gd name="T5" fmla="*/ 0 h 533"/>
                  <a:gd name="T6" fmla="*/ 947 w 947"/>
                  <a:gd name="T7" fmla="*/ 533 h 533"/>
                  <a:gd name="T8" fmla="*/ 0 w 947"/>
                  <a:gd name="T9" fmla="*/ 533 h 533"/>
                  <a:gd name="T10" fmla="*/ 0 w 947"/>
                  <a:gd name="T11" fmla="*/ 0 h 533"/>
                </a:gdLst>
                <a:ahLst/>
                <a:cxnLst>
                  <a:cxn ang="0">
                    <a:pos x="T0" y="T1"/>
                  </a:cxn>
                  <a:cxn ang="0">
                    <a:pos x="T2" y="T3"/>
                  </a:cxn>
                  <a:cxn ang="0">
                    <a:pos x="T4" y="T5"/>
                  </a:cxn>
                  <a:cxn ang="0">
                    <a:pos x="T6" y="T7"/>
                  </a:cxn>
                  <a:cxn ang="0">
                    <a:pos x="T8" y="T9"/>
                  </a:cxn>
                  <a:cxn ang="0">
                    <a:pos x="T10" y="T11"/>
                  </a:cxn>
                </a:cxnLst>
                <a:rect l="0" t="0" r="r" b="b"/>
                <a:pathLst>
                  <a:path w="947" h="533">
                    <a:moveTo>
                      <a:pt x="0" y="0"/>
                    </a:moveTo>
                    <a:lnTo>
                      <a:pt x="0" y="0"/>
                    </a:lnTo>
                    <a:lnTo>
                      <a:pt x="947" y="0"/>
                    </a:lnTo>
                    <a:lnTo>
                      <a:pt x="947" y="533"/>
                    </a:lnTo>
                    <a:lnTo>
                      <a:pt x="0" y="533"/>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3" name="Freeform 95">
                <a:extLst>
                  <a:ext uri="{FF2B5EF4-FFF2-40B4-BE49-F238E27FC236}">
                    <a16:creationId xmlns:a16="http://schemas.microsoft.com/office/drawing/2014/main" id="{BBB7D87B-0646-4474-A3F6-16A083956AD3}"/>
                  </a:ext>
                </a:extLst>
              </p:cNvPr>
              <p:cNvSpPr>
                <a:spLocks/>
              </p:cNvSpPr>
              <p:nvPr/>
            </p:nvSpPr>
            <p:spPr bwMode="auto">
              <a:xfrm>
                <a:off x="2328" y="1895"/>
                <a:ext cx="367" cy="207"/>
              </a:xfrm>
              <a:custGeom>
                <a:avLst/>
                <a:gdLst>
                  <a:gd name="T0" fmla="*/ 0 w 947"/>
                  <a:gd name="T1" fmla="*/ 0 h 533"/>
                  <a:gd name="T2" fmla="*/ 0 w 947"/>
                  <a:gd name="T3" fmla="*/ 0 h 533"/>
                  <a:gd name="T4" fmla="*/ 947 w 947"/>
                  <a:gd name="T5" fmla="*/ 0 h 533"/>
                  <a:gd name="T6" fmla="*/ 947 w 947"/>
                  <a:gd name="T7" fmla="*/ 533 h 533"/>
                  <a:gd name="T8" fmla="*/ 0 w 947"/>
                  <a:gd name="T9" fmla="*/ 533 h 533"/>
                  <a:gd name="T10" fmla="*/ 0 w 947"/>
                  <a:gd name="T11" fmla="*/ 0 h 533"/>
                </a:gdLst>
                <a:ahLst/>
                <a:cxnLst>
                  <a:cxn ang="0">
                    <a:pos x="T0" y="T1"/>
                  </a:cxn>
                  <a:cxn ang="0">
                    <a:pos x="T2" y="T3"/>
                  </a:cxn>
                  <a:cxn ang="0">
                    <a:pos x="T4" y="T5"/>
                  </a:cxn>
                  <a:cxn ang="0">
                    <a:pos x="T6" y="T7"/>
                  </a:cxn>
                  <a:cxn ang="0">
                    <a:pos x="T8" y="T9"/>
                  </a:cxn>
                  <a:cxn ang="0">
                    <a:pos x="T10" y="T11"/>
                  </a:cxn>
                </a:cxnLst>
                <a:rect l="0" t="0" r="r" b="b"/>
                <a:pathLst>
                  <a:path w="947" h="533">
                    <a:moveTo>
                      <a:pt x="0" y="0"/>
                    </a:moveTo>
                    <a:lnTo>
                      <a:pt x="0" y="0"/>
                    </a:lnTo>
                    <a:lnTo>
                      <a:pt x="947" y="0"/>
                    </a:lnTo>
                    <a:lnTo>
                      <a:pt x="947" y="533"/>
                    </a:lnTo>
                    <a:lnTo>
                      <a:pt x="0" y="533"/>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4" name="Rectangle 96">
                <a:extLst>
                  <a:ext uri="{FF2B5EF4-FFF2-40B4-BE49-F238E27FC236}">
                    <a16:creationId xmlns:a16="http://schemas.microsoft.com/office/drawing/2014/main" id="{23934CC7-0F23-403C-A2C5-3EDE6F47CD64}"/>
                  </a:ext>
                </a:extLst>
              </p:cNvPr>
              <p:cNvSpPr>
                <a:spLocks noChangeArrowheads="1"/>
              </p:cNvSpPr>
              <p:nvPr/>
            </p:nvSpPr>
            <p:spPr bwMode="auto">
              <a:xfrm>
                <a:off x="2373" y="1896"/>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5" name="Rectangle 97">
                <a:extLst>
                  <a:ext uri="{FF2B5EF4-FFF2-40B4-BE49-F238E27FC236}">
                    <a16:creationId xmlns:a16="http://schemas.microsoft.com/office/drawing/2014/main" id="{7E4D0749-F863-44F5-879A-992B37A4D20D}"/>
                  </a:ext>
                </a:extLst>
              </p:cNvPr>
              <p:cNvSpPr>
                <a:spLocks noChangeArrowheads="1"/>
              </p:cNvSpPr>
              <p:nvPr/>
            </p:nvSpPr>
            <p:spPr bwMode="auto">
              <a:xfrm>
                <a:off x="2417" y="1896"/>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6" name="Rectangle 98">
                <a:extLst>
                  <a:ext uri="{FF2B5EF4-FFF2-40B4-BE49-F238E27FC236}">
                    <a16:creationId xmlns:a16="http://schemas.microsoft.com/office/drawing/2014/main" id="{80635AE5-C26D-4A6A-98EE-C9736AA3A406}"/>
                  </a:ext>
                </a:extLst>
              </p:cNvPr>
              <p:cNvSpPr>
                <a:spLocks noChangeArrowheads="1"/>
              </p:cNvSpPr>
              <p:nvPr/>
            </p:nvSpPr>
            <p:spPr bwMode="auto">
              <a:xfrm>
                <a:off x="2457" y="1896"/>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7" name="Rectangle 99">
                <a:extLst>
                  <a:ext uri="{FF2B5EF4-FFF2-40B4-BE49-F238E27FC236}">
                    <a16:creationId xmlns:a16="http://schemas.microsoft.com/office/drawing/2014/main" id="{A509A6DA-092A-4D4D-A5B9-D25DDD56596E}"/>
                  </a:ext>
                </a:extLst>
              </p:cNvPr>
              <p:cNvSpPr>
                <a:spLocks noChangeArrowheads="1"/>
              </p:cNvSpPr>
              <p:nvPr/>
            </p:nvSpPr>
            <p:spPr bwMode="auto">
              <a:xfrm>
                <a:off x="2523" y="189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8" name="Rectangle 100">
                <a:extLst>
                  <a:ext uri="{FF2B5EF4-FFF2-40B4-BE49-F238E27FC236}">
                    <a16:creationId xmlns:a16="http://schemas.microsoft.com/office/drawing/2014/main" id="{E40AACFC-82C8-41B6-9AE9-8C5EC1D0DA42}"/>
                  </a:ext>
                </a:extLst>
              </p:cNvPr>
              <p:cNvSpPr>
                <a:spLocks noChangeArrowheads="1"/>
              </p:cNvSpPr>
              <p:nvPr/>
            </p:nvSpPr>
            <p:spPr bwMode="auto">
              <a:xfrm>
                <a:off x="2566" y="189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9" name="Rectangle 101">
                <a:extLst>
                  <a:ext uri="{FF2B5EF4-FFF2-40B4-BE49-F238E27FC236}">
                    <a16:creationId xmlns:a16="http://schemas.microsoft.com/office/drawing/2014/main" id="{66E7E432-AD7F-4956-9D93-BAAD1F305AA2}"/>
                  </a:ext>
                </a:extLst>
              </p:cNvPr>
              <p:cNvSpPr>
                <a:spLocks noChangeArrowheads="1"/>
              </p:cNvSpPr>
              <p:nvPr/>
            </p:nvSpPr>
            <p:spPr bwMode="auto">
              <a:xfrm>
                <a:off x="2609" y="1896"/>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0" name="Rectangle 102">
                <a:extLst>
                  <a:ext uri="{FF2B5EF4-FFF2-40B4-BE49-F238E27FC236}">
                    <a16:creationId xmlns:a16="http://schemas.microsoft.com/office/drawing/2014/main" id="{BF162365-B647-4939-AE2D-0A1B186973E0}"/>
                  </a:ext>
                </a:extLst>
              </p:cNvPr>
              <p:cNvSpPr>
                <a:spLocks noChangeArrowheads="1"/>
              </p:cNvSpPr>
              <p:nvPr/>
            </p:nvSpPr>
            <p:spPr bwMode="auto">
              <a:xfrm>
                <a:off x="2642" y="189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1" name="Rectangle 103">
                <a:extLst>
                  <a:ext uri="{FF2B5EF4-FFF2-40B4-BE49-F238E27FC236}">
                    <a16:creationId xmlns:a16="http://schemas.microsoft.com/office/drawing/2014/main" id="{5E8CD813-DF8A-4659-8C13-AE9D56D79AB4}"/>
                  </a:ext>
                </a:extLst>
              </p:cNvPr>
              <p:cNvSpPr>
                <a:spLocks noChangeArrowheads="1"/>
              </p:cNvSpPr>
              <p:nvPr/>
            </p:nvSpPr>
            <p:spPr bwMode="auto">
              <a:xfrm>
                <a:off x="2418" y="1994"/>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2" name="Rectangle 104">
                <a:extLst>
                  <a:ext uri="{FF2B5EF4-FFF2-40B4-BE49-F238E27FC236}">
                    <a16:creationId xmlns:a16="http://schemas.microsoft.com/office/drawing/2014/main" id="{560933BE-2160-4F38-A094-D78306161BFE}"/>
                  </a:ext>
                </a:extLst>
              </p:cNvPr>
              <p:cNvSpPr>
                <a:spLocks noChangeArrowheads="1"/>
              </p:cNvSpPr>
              <p:nvPr/>
            </p:nvSpPr>
            <p:spPr bwMode="auto">
              <a:xfrm>
                <a:off x="2459" y="19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3" name="Rectangle 105">
                <a:extLst>
                  <a:ext uri="{FF2B5EF4-FFF2-40B4-BE49-F238E27FC236}">
                    <a16:creationId xmlns:a16="http://schemas.microsoft.com/office/drawing/2014/main" id="{14792093-E906-40A3-A3C8-A0EBD9EEC08F}"/>
                  </a:ext>
                </a:extLst>
              </p:cNvPr>
              <p:cNvSpPr>
                <a:spLocks noChangeArrowheads="1"/>
              </p:cNvSpPr>
              <p:nvPr/>
            </p:nvSpPr>
            <p:spPr bwMode="auto">
              <a:xfrm>
                <a:off x="2502" y="1994"/>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4" name="Rectangle 106">
                <a:extLst>
                  <a:ext uri="{FF2B5EF4-FFF2-40B4-BE49-F238E27FC236}">
                    <a16:creationId xmlns:a16="http://schemas.microsoft.com/office/drawing/2014/main" id="{D133B633-C500-45C6-B595-19C94D88B000}"/>
                  </a:ext>
                </a:extLst>
              </p:cNvPr>
              <p:cNvSpPr>
                <a:spLocks noChangeArrowheads="1"/>
              </p:cNvSpPr>
              <p:nvPr/>
            </p:nvSpPr>
            <p:spPr bwMode="auto">
              <a:xfrm>
                <a:off x="2530" y="1994"/>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5" name="Rectangle 107">
                <a:extLst>
                  <a:ext uri="{FF2B5EF4-FFF2-40B4-BE49-F238E27FC236}">
                    <a16:creationId xmlns:a16="http://schemas.microsoft.com/office/drawing/2014/main" id="{39852920-D602-40E9-B399-A3A16F085519}"/>
                  </a:ext>
                </a:extLst>
              </p:cNvPr>
              <p:cNvSpPr>
                <a:spLocks noChangeArrowheads="1"/>
              </p:cNvSpPr>
              <p:nvPr/>
            </p:nvSpPr>
            <p:spPr bwMode="auto">
              <a:xfrm>
                <a:off x="2560" y="1994"/>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6" name="Freeform 108">
                <a:extLst>
                  <a:ext uri="{FF2B5EF4-FFF2-40B4-BE49-F238E27FC236}">
                    <a16:creationId xmlns:a16="http://schemas.microsoft.com/office/drawing/2014/main" id="{FCEBCABB-05AF-45F7-A290-7F913758FC0B}"/>
                  </a:ext>
                </a:extLst>
              </p:cNvPr>
              <p:cNvSpPr>
                <a:spLocks noEditPoints="1"/>
              </p:cNvSpPr>
              <p:nvPr/>
            </p:nvSpPr>
            <p:spPr bwMode="auto">
              <a:xfrm>
                <a:off x="1872" y="1983"/>
                <a:ext cx="446" cy="31"/>
              </a:xfrm>
              <a:custGeom>
                <a:avLst/>
                <a:gdLst>
                  <a:gd name="T0" fmla="*/ 0 w 1148"/>
                  <a:gd name="T1" fmla="*/ 48 h 80"/>
                  <a:gd name="T2" fmla="*/ 0 w 1148"/>
                  <a:gd name="T3" fmla="*/ 48 h 80"/>
                  <a:gd name="T4" fmla="*/ 1081 w 1148"/>
                  <a:gd name="T5" fmla="*/ 45 h 80"/>
                  <a:gd name="T6" fmla="*/ 1081 w 1148"/>
                  <a:gd name="T7" fmla="*/ 35 h 80"/>
                  <a:gd name="T8" fmla="*/ 0 w 1148"/>
                  <a:gd name="T9" fmla="*/ 38 h 80"/>
                  <a:gd name="T10" fmla="*/ 0 w 1148"/>
                  <a:gd name="T11" fmla="*/ 48 h 80"/>
                  <a:gd name="T12" fmla="*/ 1068 w 1148"/>
                  <a:gd name="T13" fmla="*/ 80 h 80"/>
                  <a:gd name="T14" fmla="*/ 1068 w 1148"/>
                  <a:gd name="T15" fmla="*/ 80 h 80"/>
                  <a:gd name="T16" fmla="*/ 1148 w 1148"/>
                  <a:gd name="T17" fmla="*/ 40 h 80"/>
                  <a:gd name="T18" fmla="*/ 1067 w 1148"/>
                  <a:gd name="T19" fmla="*/ 0 h 80"/>
                  <a:gd name="T20" fmla="*/ 1068 w 1148"/>
                  <a:gd name="T21" fmla="*/ 8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48" h="80">
                    <a:moveTo>
                      <a:pt x="0" y="48"/>
                    </a:moveTo>
                    <a:lnTo>
                      <a:pt x="0" y="48"/>
                    </a:lnTo>
                    <a:lnTo>
                      <a:pt x="1081" y="45"/>
                    </a:lnTo>
                    <a:lnTo>
                      <a:pt x="1081" y="35"/>
                    </a:lnTo>
                    <a:lnTo>
                      <a:pt x="0" y="38"/>
                    </a:lnTo>
                    <a:lnTo>
                      <a:pt x="0" y="48"/>
                    </a:lnTo>
                    <a:close/>
                    <a:moveTo>
                      <a:pt x="1068" y="80"/>
                    </a:moveTo>
                    <a:lnTo>
                      <a:pt x="1068" y="80"/>
                    </a:lnTo>
                    <a:lnTo>
                      <a:pt x="1148" y="40"/>
                    </a:lnTo>
                    <a:lnTo>
                      <a:pt x="1067" y="0"/>
                    </a:lnTo>
                    <a:lnTo>
                      <a:pt x="1068"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67" name="Rectangle 109">
                <a:extLst>
                  <a:ext uri="{FF2B5EF4-FFF2-40B4-BE49-F238E27FC236}">
                    <a16:creationId xmlns:a16="http://schemas.microsoft.com/office/drawing/2014/main" id="{066A8A05-1FB2-47C0-98DA-A6BA53A8FC75}"/>
                  </a:ext>
                </a:extLst>
              </p:cNvPr>
              <p:cNvSpPr>
                <a:spLocks noChangeArrowheads="1"/>
              </p:cNvSpPr>
              <p:nvPr/>
            </p:nvSpPr>
            <p:spPr bwMode="auto">
              <a:xfrm>
                <a:off x="869" y="917"/>
                <a:ext cx="9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8" name="Rectangle 110">
                <a:extLst>
                  <a:ext uri="{FF2B5EF4-FFF2-40B4-BE49-F238E27FC236}">
                    <a16:creationId xmlns:a16="http://schemas.microsoft.com/office/drawing/2014/main" id="{C0C85AA2-B5A8-4C77-96FF-BA74BDF54C43}"/>
                  </a:ext>
                </a:extLst>
              </p:cNvPr>
              <p:cNvSpPr>
                <a:spLocks noChangeArrowheads="1"/>
              </p:cNvSpPr>
              <p:nvPr/>
            </p:nvSpPr>
            <p:spPr bwMode="auto">
              <a:xfrm>
                <a:off x="916" y="917"/>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9" name="Rectangle 111">
                <a:extLst>
                  <a:ext uri="{FF2B5EF4-FFF2-40B4-BE49-F238E27FC236}">
                    <a16:creationId xmlns:a16="http://schemas.microsoft.com/office/drawing/2014/main" id="{913B22AC-3F4E-4509-8917-429D13C625F5}"/>
                  </a:ext>
                </a:extLst>
              </p:cNvPr>
              <p:cNvSpPr>
                <a:spLocks noChangeArrowheads="1"/>
              </p:cNvSpPr>
              <p:nvPr/>
            </p:nvSpPr>
            <p:spPr bwMode="auto">
              <a:xfrm>
                <a:off x="957" y="917"/>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0" name="Rectangle 112">
                <a:extLst>
                  <a:ext uri="{FF2B5EF4-FFF2-40B4-BE49-F238E27FC236}">
                    <a16:creationId xmlns:a16="http://schemas.microsoft.com/office/drawing/2014/main" id="{0F3B7183-DF99-4A3B-AB86-E64B2B5EC94E}"/>
                  </a:ext>
                </a:extLst>
              </p:cNvPr>
              <p:cNvSpPr>
                <a:spLocks noChangeArrowheads="1"/>
              </p:cNvSpPr>
              <p:nvPr/>
            </p:nvSpPr>
            <p:spPr bwMode="auto">
              <a:xfrm>
                <a:off x="990" y="917"/>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1" name="Rectangle 113">
                <a:extLst>
                  <a:ext uri="{FF2B5EF4-FFF2-40B4-BE49-F238E27FC236}">
                    <a16:creationId xmlns:a16="http://schemas.microsoft.com/office/drawing/2014/main" id="{9B6A1C0B-AF1B-4338-A8C1-41D744D0F99D}"/>
                  </a:ext>
                </a:extLst>
              </p:cNvPr>
              <p:cNvSpPr>
                <a:spLocks noChangeArrowheads="1"/>
              </p:cNvSpPr>
              <p:nvPr/>
            </p:nvSpPr>
            <p:spPr bwMode="auto">
              <a:xfrm>
                <a:off x="1031" y="917"/>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2" name="Rectangle 114">
                <a:extLst>
                  <a:ext uri="{FF2B5EF4-FFF2-40B4-BE49-F238E27FC236}">
                    <a16:creationId xmlns:a16="http://schemas.microsoft.com/office/drawing/2014/main" id="{7562DFA6-01B0-4DE2-A4E8-1E7CEFDF4E8B}"/>
                  </a:ext>
                </a:extLst>
              </p:cNvPr>
              <p:cNvSpPr>
                <a:spLocks noChangeArrowheads="1"/>
              </p:cNvSpPr>
              <p:nvPr/>
            </p:nvSpPr>
            <p:spPr bwMode="auto">
              <a:xfrm>
                <a:off x="1051" y="917"/>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3" name="Rectangle 115">
                <a:extLst>
                  <a:ext uri="{FF2B5EF4-FFF2-40B4-BE49-F238E27FC236}">
                    <a16:creationId xmlns:a16="http://schemas.microsoft.com/office/drawing/2014/main" id="{B0472B2A-52B0-4FBC-9AE2-9EA025EAEC37}"/>
                  </a:ext>
                </a:extLst>
              </p:cNvPr>
              <p:cNvSpPr>
                <a:spLocks noChangeArrowheads="1"/>
              </p:cNvSpPr>
              <p:nvPr/>
            </p:nvSpPr>
            <p:spPr bwMode="auto">
              <a:xfrm>
                <a:off x="1071" y="917"/>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4" name="Rectangle 116">
                <a:extLst>
                  <a:ext uri="{FF2B5EF4-FFF2-40B4-BE49-F238E27FC236}">
                    <a16:creationId xmlns:a16="http://schemas.microsoft.com/office/drawing/2014/main" id="{1A668D96-0D61-40D7-A13D-D0099BB481DE}"/>
                  </a:ext>
                </a:extLst>
              </p:cNvPr>
              <p:cNvSpPr>
                <a:spLocks noChangeArrowheads="1"/>
              </p:cNvSpPr>
              <p:nvPr/>
            </p:nvSpPr>
            <p:spPr bwMode="auto">
              <a:xfrm>
                <a:off x="1116" y="917"/>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5" name="Rectangle 117">
                <a:extLst>
                  <a:ext uri="{FF2B5EF4-FFF2-40B4-BE49-F238E27FC236}">
                    <a16:creationId xmlns:a16="http://schemas.microsoft.com/office/drawing/2014/main" id="{025A0608-805A-4680-9172-EA11837E5411}"/>
                  </a:ext>
                </a:extLst>
              </p:cNvPr>
              <p:cNvSpPr>
                <a:spLocks noChangeArrowheads="1"/>
              </p:cNvSpPr>
              <p:nvPr/>
            </p:nvSpPr>
            <p:spPr bwMode="auto">
              <a:xfrm>
                <a:off x="1809" y="928"/>
                <a:ext cx="9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6" name="Rectangle 118">
                <a:extLst>
                  <a:ext uri="{FF2B5EF4-FFF2-40B4-BE49-F238E27FC236}">
                    <a16:creationId xmlns:a16="http://schemas.microsoft.com/office/drawing/2014/main" id="{850E8C94-2437-4091-BDE3-267C5806B9B1}"/>
                  </a:ext>
                </a:extLst>
              </p:cNvPr>
              <p:cNvSpPr>
                <a:spLocks noChangeArrowheads="1"/>
              </p:cNvSpPr>
              <p:nvPr/>
            </p:nvSpPr>
            <p:spPr bwMode="auto">
              <a:xfrm>
                <a:off x="1854" y="92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7" name="Rectangle 119">
                <a:extLst>
                  <a:ext uri="{FF2B5EF4-FFF2-40B4-BE49-F238E27FC236}">
                    <a16:creationId xmlns:a16="http://schemas.microsoft.com/office/drawing/2014/main" id="{F554B33C-DB2A-45F4-91A7-1684B2BEBB7D}"/>
                  </a:ext>
                </a:extLst>
              </p:cNvPr>
              <p:cNvSpPr>
                <a:spLocks noChangeArrowheads="1"/>
              </p:cNvSpPr>
              <p:nvPr/>
            </p:nvSpPr>
            <p:spPr bwMode="auto">
              <a:xfrm>
                <a:off x="1896" y="928"/>
                <a:ext cx="7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8" name="Rectangle 120">
                <a:extLst>
                  <a:ext uri="{FF2B5EF4-FFF2-40B4-BE49-F238E27FC236}">
                    <a16:creationId xmlns:a16="http://schemas.microsoft.com/office/drawing/2014/main" id="{F027179A-50A6-42AD-A7C7-7A262DE19A70}"/>
                  </a:ext>
                </a:extLst>
              </p:cNvPr>
              <p:cNvSpPr>
                <a:spLocks noChangeArrowheads="1"/>
              </p:cNvSpPr>
              <p:nvPr/>
            </p:nvSpPr>
            <p:spPr bwMode="auto">
              <a:xfrm>
                <a:off x="1921" y="92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9" name="Rectangle 121">
                <a:extLst>
                  <a:ext uri="{FF2B5EF4-FFF2-40B4-BE49-F238E27FC236}">
                    <a16:creationId xmlns:a16="http://schemas.microsoft.com/office/drawing/2014/main" id="{50C1054D-37B6-4D3C-BCB5-AC81C2C21F4F}"/>
                  </a:ext>
                </a:extLst>
              </p:cNvPr>
              <p:cNvSpPr>
                <a:spLocks noChangeArrowheads="1"/>
              </p:cNvSpPr>
              <p:nvPr/>
            </p:nvSpPr>
            <p:spPr bwMode="auto">
              <a:xfrm>
                <a:off x="1962" y="92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Calibri Bold" panose="020F0702030404030204" pitchFamily="34" charset="0"/>
                  </a:rPr>
                  <a:t>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80" name="Rectangle 122">
                <a:extLst>
                  <a:ext uri="{FF2B5EF4-FFF2-40B4-BE49-F238E27FC236}">
                    <a16:creationId xmlns:a16="http://schemas.microsoft.com/office/drawing/2014/main" id="{2860C961-58EE-41A5-8509-73CCA5DFFA33}"/>
                  </a:ext>
                </a:extLst>
              </p:cNvPr>
              <p:cNvSpPr>
                <a:spLocks noChangeArrowheads="1"/>
              </p:cNvSpPr>
              <p:nvPr/>
            </p:nvSpPr>
            <p:spPr bwMode="auto">
              <a:xfrm>
                <a:off x="2006" y="928"/>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1" name="Rectangle 123">
                <a:extLst>
                  <a:ext uri="{FF2B5EF4-FFF2-40B4-BE49-F238E27FC236}">
                    <a16:creationId xmlns:a16="http://schemas.microsoft.com/office/drawing/2014/main" id="{BB550701-2A16-46EF-8003-46FC39A50981}"/>
                  </a:ext>
                </a:extLst>
              </p:cNvPr>
              <p:cNvSpPr>
                <a:spLocks noChangeArrowheads="1"/>
              </p:cNvSpPr>
              <p:nvPr/>
            </p:nvSpPr>
            <p:spPr bwMode="auto">
              <a:xfrm>
                <a:off x="2035" y="928"/>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2" name="Rectangle 124">
                <a:extLst>
                  <a:ext uri="{FF2B5EF4-FFF2-40B4-BE49-F238E27FC236}">
                    <a16:creationId xmlns:a16="http://schemas.microsoft.com/office/drawing/2014/main" id="{AEE28BA9-2681-4EDA-B157-C6691BAF8892}"/>
                  </a:ext>
                </a:extLst>
              </p:cNvPr>
              <p:cNvSpPr>
                <a:spLocks noChangeArrowheads="1"/>
              </p:cNvSpPr>
              <p:nvPr/>
            </p:nvSpPr>
            <p:spPr bwMode="auto">
              <a:xfrm>
                <a:off x="2065" y="928"/>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3" name="Rectangle 125">
                <a:extLst>
                  <a:ext uri="{FF2B5EF4-FFF2-40B4-BE49-F238E27FC236}">
                    <a16:creationId xmlns:a16="http://schemas.microsoft.com/office/drawing/2014/main" id="{7C1C9AD5-88D8-4AD4-8E59-3A05B9C24E14}"/>
                  </a:ext>
                </a:extLst>
              </p:cNvPr>
              <p:cNvSpPr>
                <a:spLocks noChangeArrowheads="1"/>
              </p:cNvSpPr>
              <p:nvPr/>
            </p:nvSpPr>
            <p:spPr bwMode="auto">
              <a:xfrm>
                <a:off x="3139" y="938"/>
                <a:ext cx="10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4" name="Rectangle 126">
                <a:extLst>
                  <a:ext uri="{FF2B5EF4-FFF2-40B4-BE49-F238E27FC236}">
                    <a16:creationId xmlns:a16="http://schemas.microsoft.com/office/drawing/2014/main" id="{AC0580FB-A4E8-404B-93F8-90205C8A869E}"/>
                  </a:ext>
                </a:extLst>
              </p:cNvPr>
              <p:cNvSpPr>
                <a:spLocks noChangeArrowheads="1"/>
              </p:cNvSpPr>
              <p:nvPr/>
            </p:nvSpPr>
            <p:spPr bwMode="auto">
              <a:xfrm>
                <a:off x="3196" y="93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5" name="Rectangle 127">
                <a:extLst>
                  <a:ext uri="{FF2B5EF4-FFF2-40B4-BE49-F238E27FC236}">
                    <a16:creationId xmlns:a16="http://schemas.microsoft.com/office/drawing/2014/main" id="{618F437E-546E-4494-91C4-4B6ABE0D6981}"/>
                  </a:ext>
                </a:extLst>
              </p:cNvPr>
              <p:cNvSpPr>
                <a:spLocks noChangeArrowheads="1"/>
              </p:cNvSpPr>
              <p:nvPr/>
            </p:nvSpPr>
            <p:spPr bwMode="auto">
              <a:xfrm>
                <a:off x="3240" y="938"/>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6" name="Rectangle 128">
                <a:extLst>
                  <a:ext uri="{FF2B5EF4-FFF2-40B4-BE49-F238E27FC236}">
                    <a16:creationId xmlns:a16="http://schemas.microsoft.com/office/drawing/2014/main" id="{55DC9C1A-7201-4526-A557-D6780E6A6FBC}"/>
                  </a:ext>
                </a:extLst>
              </p:cNvPr>
              <p:cNvSpPr>
                <a:spLocks noChangeArrowheads="1"/>
              </p:cNvSpPr>
              <p:nvPr/>
            </p:nvSpPr>
            <p:spPr bwMode="auto">
              <a:xfrm>
                <a:off x="3279" y="93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7" name="Rectangle 129">
                <a:extLst>
                  <a:ext uri="{FF2B5EF4-FFF2-40B4-BE49-F238E27FC236}">
                    <a16:creationId xmlns:a16="http://schemas.microsoft.com/office/drawing/2014/main" id="{B74FC3CE-5943-4871-BCD5-1B032397632C}"/>
                  </a:ext>
                </a:extLst>
              </p:cNvPr>
              <p:cNvSpPr>
                <a:spLocks noChangeArrowheads="1"/>
              </p:cNvSpPr>
              <p:nvPr/>
            </p:nvSpPr>
            <p:spPr bwMode="auto">
              <a:xfrm>
                <a:off x="3323" y="938"/>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8" name="Rectangle 130">
                <a:extLst>
                  <a:ext uri="{FF2B5EF4-FFF2-40B4-BE49-F238E27FC236}">
                    <a16:creationId xmlns:a16="http://schemas.microsoft.com/office/drawing/2014/main" id="{9D8F6C77-275A-4D27-AA59-D8CED57DE65D}"/>
                  </a:ext>
                </a:extLst>
              </p:cNvPr>
              <p:cNvSpPr>
                <a:spLocks noChangeArrowheads="1"/>
              </p:cNvSpPr>
              <p:nvPr/>
            </p:nvSpPr>
            <p:spPr bwMode="auto">
              <a:xfrm>
                <a:off x="3343" y="938"/>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9" name="Rectangle 131">
                <a:extLst>
                  <a:ext uri="{FF2B5EF4-FFF2-40B4-BE49-F238E27FC236}">
                    <a16:creationId xmlns:a16="http://schemas.microsoft.com/office/drawing/2014/main" id="{4C4B2307-A788-4400-A795-8AE8F9F0B8E9}"/>
                  </a:ext>
                </a:extLst>
              </p:cNvPr>
              <p:cNvSpPr>
                <a:spLocks noChangeArrowheads="1"/>
              </p:cNvSpPr>
              <p:nvPr/>
            </p:nvSpPr>
            <p:spPr bwMode="auto">
              <a:xfrm>
                <a:off x="3388" y="938"/>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0" name="Freeform 132">
                <a:extLst>
                  <a:ext uri="{FF2B5EF4-FFF2-40B4-BE49-F238E27FC236}">
                    <a16:creationId xmlns:a16="http://schemas.microsoft.com/office/drawing/2014/main" id="{4320A2E6-DDE1-46DE-8E2E-4F1B6F6E1B7D}"/>
                  </a:ext>
                </a:extLst>
              </p:cNvPr>
              <p:cNvSpPr>
                <a:spLocks noEditPoints="1"/>
              </p:cNvSpPr>
              <p:nvPr/>
            </p:nvSpPr>
            <p:spPr bwMode="auto">
              <a:xfrm>
                <a:off x="2695" y="1988"/>
                <a:ext cx="340" cy="31"/>
              </a:xfrm>
              <a:custGeom>
                <a:avLst/>
                <a:gdLst>
                  <a:gd name="T0" fmla="*/ 877 w 877"/>
                  <a:gd name="T1" fmla="*/ 35 h 80"/>
                  <a:gd name="T2" fmla="*/ 877 w 877"/>
                  <a:gd name="T3" fmla="*/ 35 h 80"/>
                  <a:gd name="T4" fmla="*/ 66 w 877"/>
                  <a:gd name="T5" fmla="*/ 35 h 80"/>
                  <a:gd name="T6" fmla="*/ 66 w 877"/>
                  <a:gd name="T7" fmla="*/ 45 h 80"/>
                  <a:gd name="T8" fmla="*/ 877 w 877"/>
                  <a:gd name="T9" fmla="*/ 45 h 80"/>
                  <a:gd name="T10" fmla="*/ 877 w 877"/>
                  <a:gd name="T11" fmla="*/ 35 h 80"/>
                  <a:gd name="T12" fmla="*/ 80 w 877"/>
                  <a:gd name="T13" fmla="*/ 0 h 80"/>
                  <a:gd name="T14" fmla="*/ 80 w 877"/>
                  <a:gd name="T15" fmla="*/ 0 h 80"/>
                  <a:gd name="T16" fmla="*/ 0 w 877"/>
                  <a:gd name="T17" fmla="*/ 40 h 80"/>
                  <a:gd name="T18" fmla="*/ 80 w 877"/>
                  <a:gd name="T19" fmla="*/ 80 h 80"/>
                  <a:gd name="T20" fmla="*/ 80 w 877"/>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77" h="80">
                    <a:moveTo>
                      <a:pt x="877" y="35"/>
                    </a:moveTo>
                    <a:lnTo>
                      <a:pt x="877" y="35"/>
                    </a:lnTo>
                    <a:lnTo>
                      <a:pt x="66" y="35"/>
                    </a:lnTo>
                    <a:lnTo>
                      <a:pt x="66" y="45"/>
                    </a:lnTo>
                    <a:lnTo>
                      <a:pt x="877" y="45"/>
                    </a:lnTo>
                    <a:lnTo>
                      <a:pt x="877" y="35"/>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1" name="Freeform 133">
                <a:extLst>
                  <a:ext uri="{FF2B5EF4-FFF2-40B4-BE49-F238E27FC236}">
                    <a16:creationId xmlns:a16="http://schemas.microsoft.com/office/drawing/2014/main" id="{721DA7B3-7362-4493-AE22-F2D1DA775ECE}"/>
                  </a:ext>
                </a:extLst>
              </p:cNvPr>
              <p:cNvSpPr>
                <a:spLocks noEditPoints="1"/>
              </p:cNvSpPr>
              <p:nvPr/>
            </p:nvSpPr>
            <p:spPr bwMode="auto">
              <a:xfrm>
                <a:off x="3016" y="1201"/>
                <a:ext cx="31" cy="1149"/>
              </a:xfrm>
              <a:custGeom>
                <a:avLst/>
                <a:gdLst>
                  <a:gd name="T0" fmla="*/ 44 w 80"/>
                  <a:gd name="T1" fmla="*/ 0 h 2959"/>
                  <a:gd name="T2" fmla="*/ 44 w 80"/>
                  <a:gd name="T3" fmla="*/ 0 h 2959"/>
                  <a:gd name="T4" fmla="*/ 45 w 80"/>
                  <a:gd name="T5" fmla="*/ 2892 h 2959"/>
                  <a:gd name="T6" fmla="*/ 35 w 80"/>
                  <a:gd name="T7" fmla="*/ 2892 h 2959"/>
                  <a:gd name="T8" fmla="*/ 34 w 80"/>
                  <a:gd name="T9" fmla="*/ 0 h 2959"/>
                  <a:gd name="T10" fmla="*/ 44 w 80"/>
                  <a:gd name="T11" fmla="*/ 0 h 2959"/>
                  <a:gd name="T12" fmla="*/ 80 w 80"/>
                  <a:gd name="T13" fmla="*/ 2879 h 2959"/>
                  <a:gd name="T14" fmla="*/ 80 w 80"/>
                  <a:gd name="T15" fmla="*/ 2879 h 2959"/>
                  <a:gd name="T16" fmla="*/ 40 w 80"/>
                  <a:gd name="T17" fmla="*/ 2959 h 2959"/>
                  <a:gd name="T18" fmla="*/ 0 w 80"/>
                  <a:gd name="T19" fmla="*/ 2879 h 2959"/>
                  <a:gd name="T20" fmla="*/ 80 w 80"/>
                  <a:gd name="T21" fmla="*/ 2879 h 2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2959">
                    <a:moveTo>
                      <a:pt x="44" y="0"/>
                    </a:moveTo>
                    <a:lnTo>
                      <a:pt x="44" y="0"/>
                    </a:lnTo>
                    <a:lnTo>
                      <a:pt x="45" y="2892"/>
                    </a:lnTo>
                    <a:lnTo>
                      <a:pt x="35" y="2892"/>
                    </a:lnTo>
                    <a:lnTo>
                      <a:pt x="34" y="0"/>
                    </a:lnTo>
                    <a:lnTo>
                      <a:pt x="44" y="0"/>
                    </a:lnTo>
                    <a:close/>
                    <a:moveTo>
                      <a:pt x="80" y="2879"/>
                    </a:moveTo>
                    <a:lnTo>
                      <a:pt x="80" y="2879"/>
                    </a:lnTo>
                    <a:lnTo>
                      <a:pt x="40" y="2959"/>
                    </a:lnTo>
                    <a:lnTo>
                      <a:pt x="0" y="2879"/>
                    </a:lnTo>
                    <a:lnTo>
                      <a:pt x="80" y="2879"/>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2" name="Freeform 134">
                <a:extLst>
                  <a:ext uri="{FF2B5EF4-FFF2-40B4-BE49-F238E27FC236}">
                    <a16:creationId xmlns:a16="http://schemas.microsoft.com/office/drawing/2014/main" id="{D593056F-C4B4-42FB-8A4E-EBCDBD9CB6EB}"/>
                  </a:ext>
                </a:extLst>
              </p:cNvPr>
              <p:cNvSpPr>
                <a:spLocks noEditPoints="1"/>
              </p:cNvSpPr>
              <p:nvPr/>
            </p:nvSpPr>
            <p:spPr bwMode="auto">
              <a:xfrm>
                <a:off x="3570" y="1553"/>
                <a:ext cx="31" cy="795"/>
              </a:xfrm>
              <a:custGeom>
                <a:avLst/>
                <a:gdLst>
                  <a:gd name="T0" fmla="*/ 43 w 80"/>
                  <a:gd name="T1" fmla="*/ 0 h 2048"/>
                  <a:gd name="T2" fmla="*/ 43 w 80"/>
                  <a:gd name="T3" fmla="*/ 0 h 2048"/>
                  <a:gd name="T4" fmla="*/ 34 w 80"/>
                  <a:gd name="T5" fmla="*/ 1982 h 2048"/>
                  <a:gd name="T6" fmla="*/ 44 w 80"/>
                  <a:gd name="T7" fmla="*/ 1982 h 2048"/>
                  <a:gd name="T8" fmla="*/ 53 w 80"/>
                  <a:gd name="T9" fmla="*/ 0 h 2048"/>
                  <a:gd name="T10" fmla="*/ 43 w 80"/>
                  <a:gd name="T11" fmla="*/ 0 h 2048"/>
                  <a:gd name="T12" fmla="*/ 0 w 80"/>
                  <a:gd name="T13" fmla="*/ 1968 h 2048"/>
                  <a:gd name="T14" fmla="*/ 0 w 80"/>
                  <a:gd name="T15" fmla="*/ 1968 h 2048"/>
                  <a:gd name="T16" fmla="*/ 39 w 80"/>
                  <a:gd name="T17" fmla="*/ 2048 h 2048"/>
                  <a:gd name="T18" fmla="*/ 80 w 80"/>
                  <a:gd name="T19" fmla="*/ 1969 h 2048"/>
                  <a:gd name="T20" fmla="*/ 0 w 80"/>
                  <a:gd name="T21" fmla="*/ 1968 h 2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2048">
                    <a:moveTo>
                      <a:pt x="43" y="0"/>
                    </a:moveTo>
                    <a:lnTo>
                      <a:pt x="43" y="0"/>
                    </a:lnTo>
                    <a:lnTo>
                      <a:pt x="34" y="1982"/>
                    </a:lnTo>
                    <a:lnTo>
                      <a:pt x="44" y="1982"/>
                    </a:lnTo>
                    <a:lnTo>
                      <a:pt x="53" y="0"/>
                    </a:lnTo>
                    <a:lnTo>
                      <a:pt x="43" y="0"/>
                    </a:lnTo>
                    <a:close/>
                    <a:moveTo>
                      <a:pt x="0" y="1968"/>
                    </a:moveTo>
                    <a:lnTo>
                      <a:pt x="0" y="1968"/>
                    </a:lnTo>
                    <a:lnTo>
                      <a:pt x="39" y="2048"/>
                    </a:lnTo>
                    <a:lnTo>
                      <a:pt x="80" y="1969"/>
                    </a:lnTo>
                    <a:lnTo>
                      <a:pt x="0" y="1968"/>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3" name="Freeform 135">
                <a:extLst>
                  <a:ext uri="{FF2B5EF4-FFF2-40B4-BE49-F238E27FC236}">
                    <a16:creationId xmlns:a16="http://schemas.microsoft.com/office/drawing/2014/main" id="{CA55B121-69CE-4B29-A542-F384BE7AC5A0}"/>
                  </a:ext>
                </a:extLst>
              </p:cNvPr>
              <p:cNvSpPr>
                <a:spLocks/>
              </p:cNvSpPr>
              <p:nvPr/>
            </p:nvSpPr>
            <p:spPr bwMode="auto">
              <a:xfrm>
                <a:off x="1401" y="2568"/>
                <a:ext cx="720" cy="311"/>
              </a:xfrm>
              <a:custGeom>
                <a:avLst/>
                <a:gdLst>
                  <a:gd name="T0" fmla="*/ 0 w 1854"/>
                  <a:gd name="T1" fmla="*/ 0 h 800"/>
                  <a:gd name="T2" fmla="*/ 0 w 1854"/>
                  <a:gd name="T3" fmla="*/ 0 h 800"/>
                  <a:gd name="T4" fmla="*/ 1854 w 1854"/>
                  <a:gd name="T5" fmla="*/ 0 h 800"/>
                  <a:gd name="T6" fmla="*/ 1854 w 1854"/>
                  <a:gd name="T7" fmla="*/ 800 h 800"/>
                  <a:gd name="T8" fmla="*/ 0 w 1854"/>
                  <a:gd name="T9" fmla="*/ 800 h 800"/>
                  <a:gd name="T10" fmla="*/ 0 w 1854"/>
                  <a:gd name="T11" fmla="*/ 0 h 800"/>
                </a:gdLst>
                <a:ahLst/>
                <a:cxnLst>
                  <a:cxn ang="0">
                    <a:pos x="T0" y="T1"/>
                  </a:cxn>
                  <a:cxn ang="0">
                    <a:pos x="T2" y="T3"/>
                  </a:cxn>
                  <a:cxn ang="0">
                    <a:pos x="T4" y="T5"/>
                  </a:cxn>
                  <a:cxn ang="0">
                    <a:pos x="T6" y="T7"/>
                  </a:cxn>
                  <a:cxn ang="0">
                    <a:pos x="T8" y="T9"/>
                  </a:cxn>
                  <a:cxn ang="0">
                    <a:pos x="T10" y="T11"/>
                  </a:cxn>
                </a:cxnLst>
                <a:rect l="0" t="0" r="r" b="b"/>
                <a:pathLst>
                  <a:path w="1854" h="800">
                    <a:moveTo>
                      <a:pt x="0" y="0"/>
                    </a:moveTo>
                    <a:lnTo>
                      <a:pt x="0" y="0"/>
                    </a:lnTo>
                    <a:lnTo>
                      <a:pt x="1854" y="0"/>
                    </a:lnTo>
                    <a:lnTo>
                      <a:pt x="1854" y="800"/>
                    </a:lnTo>
                    <a:lnTo>
                      <a:pt x="0" y="800"/>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4" name="Freeform 136">
                <a:extLst>
                  <a:ext uri="{FF2B5EF4-FFF2-40B4-BE49-F238E27FC236}">
                    <a16:creationId xmlns:a16="http://schemas.microsoft.com/office/drawing/2014/main" id="{1CC39EBD-38A1-4097-A666-DE6A35951BE7}"/>
                  </a:ext>
                </a:extLst>
              </p:cNvPr>
              <p:cNvSpPr>
                <a:spLocks/>
              </p:cNvSpPr>
              <p:nvPr/>
            </p:nvSpPr>
            <p:spPr bwMode="auto">
              <a:xfrm>
                <a:off x="1401" y="2568"/>
                <a:ext cx="720" cy="311"/>
              </a:xfrm>
              <a:custGeom>
                <a:avLst/>
                <a:gdLst>
                  <a:gd name="T0" fmla="*/ 0 w 1854"/>
                  <a:gd name="T1" fmla="*/ 0 h 800"/>
                  <a:gd name="T2" fmla="*/ 0 w 1854"/>
                  <a:gd name="T3" fmla="*/ 0 h 800"/>
                  <a:gd name="T4" fmla="*/ 1854 w 1854"/>
                  <a:gd name="T5" fmla="*/ 0 h 800"/>
                  <a:gd name="T6" fmla="*/ 1854 w 1854"/>
                  <a:gd name="T7" fmla="*/ 800 h 800"/>
                  <a:gd name="T8" fmla="*/ 0 w 1854"/>
                  <a:gd name="T9" fmla="*/ 800 h 800"/>
                  <a:gd name="T10" fmla="*/ 0 w 1854"/>
                  <a:gd name="T11" fmla="*/ 0 h 800"/>
                </a:gdLst>
                <a:ahLst/>
                <a:cxnLst>
                  <a:cxn ang="0">
                    <a:pos x="T0" y="T1"/>
                  </a:cxn>
                  <a:cxn ang="0">
                    <a:pos x="T2" y="T3"/>
                  </a:cxn>
                  <a:cxn ang="0">
                    <a:pos x="T4" y="T5"/>
                  </a:cxn>
                  <a:cxn ang="0">
                    <a:pos x="T6" y="T7"/>
                  </a:cxn>
                  <a:cxn ang="0">
                    <a:pos x="T8" y="T9"/>
                  </a:cxn>
                  <a:cxn ang="0">
                    <a:pos x="T10" y="T11"/>
                  </a:cxn>
                </a:cxnLst>
                <a:rect l="0" t="0" r="r" b="b"/>
                <a:pathLst>
                  <a:path w="1854" h="800">
                    <a:moveTo>
                      <a:pt x="0" y="0"/>
                    </a:moveTo>
                    <a:lnTo>
                      <a:pt x="0" y="0"/>
                    </a:lnTo>
                    <a:lnTo>
                      <a:pt x="1854" y="0"/>
                    </a:lnTo>
                    <a:lnTo>
                      <a:pt x="1854" y="800"/>
                    </a:lnTo>
                    <a:lnTo>
                      <a:pt x="0" y="800"/>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95" name="Rectangle 137">
                <a:extLst>
                  <a:ext uri="{FF2B5EF4-FFF2-40B4-BE49-F238E27FC236}">
                    <a16:creationId xmlns:a16="http://schemas.microsoft.com/office/drawing/2014/main" id="{27486699-5953-47F9-AEB5-E9943847CA2B}"/>
                  </a:ext>
                </a:extLst>
              </p:cNvPr>
              <p:cNvSpPr>
                <a:spLocks noChangeArrowheads="1"/>
              </p:cNvSpPr>
              <p:nvPr/>
            </p:nvSpPr>
            <p:spPr bwMode="auto">
              <a:xfrm>
                <a:off x="1449" y="2569"/>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96" name="Rectangle 138">
                <a:extLst>
                  <a:ext uri="{FF2B5EF4-FFF2-40B4-BE49-F238E27FC236}">
                    <a16:creationId xmlns:a16="http://schemas.microsoft.com/office/drawing/2014/main" id="{D3FFE93D-89F8-4467-A01E-0F84048C5AB0}"/>
                  </a:ext>
                </a:extLst>
              </p:cNvPr>
              <p:cNvSpPr>
                <a:spLocks noChangeArrowheads="1"/>
              </p:cNvSpPr>
              <p:nvPr/>
            </p:nvSpPr>
            <p:spPr bwMode="auto">
              <a:xfrm>
                <a:off x="1493" y="25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7" name="Rectangle 139">
                <a:extLst>
                  <a:ext uri="{FF2B5EF4-FFF2-40B4-BE49-F238E27FC236}">
                    <a16:creationId xmlns:a16="http://schemas.microsoft.com/office/drawing/2014/main" id="{C1AA20B2-36A4-4584-B7AE-F2C2B209D572}"/>
                  </a:ext>
                </a:extLst>
              </p:cNvPr>
              <p:cNvSpPr>
                <a:spLocks noChangeArrowheads="1"/>
              </p:cNvSpPr>
              <p:nvPr/>
            </p:nvSpPr>
            <p:spPr bwMode="auto">
              <a:xfrm>
                <a:off x="1532" y="256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8" name="Rectangle 140">
                <a:extLst>
                  <a:ext uri="{FF2B5EF4-FFF2-40B4-BE49-F238E27FC236}">
                    <a16:creationId xmlns:a16="http://schemas.microsoft.com/office/drawing/2014/main" id="{19E785B1-DF52-4C67-B283-067A8BC20980}"/>
                  </a:ext>
                </a:extLst>
              </p:cNvPr>
              <p:cNvSpPr>
                <a:spLocks noChangeArrowheads="1"/>
              </p:cNvSpPr>
              <p:nvPr/>
            </p:nvSpPr>
            <p:spPr bwMode="auto">
              <a:xfrm>
                <a:off x="1565"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9" name="Rectangle 141">
                <a:extLst>
                  <a:ext uri="{FF2B5EF4-FFF2-40B4-BE49-F238E27FC236}">
                    <a16:creationId xmlns:a16="http://schemas.microsoft.com/office/drawing/2014/main" id="{B1DB20C4-47E6-4B48-AF81-5C42EED71606}"/>
                  </a:ext>
                </a:extLst>
              </p:cNvPr>
              <p:cNvSpPr>
                <a:spLocks noChangeArrowheads="1"/>
              </p:cNvSpPr>
              <p:nvPr/>
            </p:nvSpPr>
            <p:spPr bwMode="auto">
              <a:xfrm>
                <a:off x="1606"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0" name="Rectangle 142">
                <a:extLst>
                  <a:ext uri="{FF2B5EF4-FFF2-40B4-BE49-F238E27FC236}">
                    <a16:creationId xmlns:a16="http://schemas.microsoft.com/office/drawing/2014/main" id="{E4DFCFDF-1803-4885-9B2C-926C8D1CFCEA}"/>
                  </a:ext>
                </a:extLst>
              </p:cNvPr>
              <p:cNvSpPr>
                <a:spLocks noChangeArrowheads="1"/>
              </p:cNvSpPr>
              <p:nvPr/>
            </p:nvSpPr>
            <p:spPr bwMode="auto">
              <a:xfrm>
                <a:off x="1625" y="2569"/>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1" name="Rectangle 143">
                <a:extLst>
                  <a:ext uri="{FF2B5EF4-FFF2-40B4-BE49-F238E27FC236}">
                    <a16:creationId xmlns:a16="http://schemas.microsoft.com/office/drawing/2014/main" id="{6FB9D204-39CB-4B50-9D61-B646C905BF01}"/>
                  </a:ext>
                </a:extLst>
              </p:cNvPr>
              <p:cNvSpPr>
                <a:spLocks noChangeArrowheads="1"/>
              </p:cNvSpPr>
              <p:nvPr/>
            </p:nvSpPr>
            <p:spPr bwMode="auto">
              <a:xfrm>
                <a:off x="1691" y="25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2" name="Rectangle 144">
                <a:extLst>
                  <a:ext uri="{FF2B5EF4-FFF2-40B4-BE49-F238E27FC236}">
                    <a16:creationId xmlns:a16="http://schemas.microsoft.com/office/drawing/2014/main" id="{9AFE03ED-D17D-463A-A24B-58F94DE2EDD9}"/>
                  </a:ext>
                </a:extLst>
              </p:cNvPr>
              <p:cNvSpPr>
                <a:spLocks noChangeArrowheads="1"/>
              </p:cNvSpPr>
              <p:nvPr/>
            </p:nvSpPr>
            <p:spPr bwMode="auto">
              <a:xfrm>
                <a:off x="1730"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3" name="Rectangle 145">
                <a:extLst>
                  <a:ext uri="{FF2B5EF4-FFF2-40B4-BE49-F238E27FC236}">
                    <a16:creationId xmlns:a16="http://schemas.microsoft.com/office/drawing/2014/main" id="{945CA09D-2213-466F-8CD9-5DAA917ABD08}"/>
                  </a:ext>
                </a:extLst>
              </p:cNvPr>
              <p:cNvSpPr>
                <a:spLocks noChangeArrowheads="1"/>
              </p:cNvSpPr>
              <p:nvPr/>
            </p:nvSpPr>
            <p:spPr bwMode="auto">
              <a:xfrm>
                <a:off x="1773" y="25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4" name="Rectangle 146">
                <a:extLst>
                  <a:ext uri="{FF2B5EF4-FFF2-40B4-BE49-F238E27FC236}">
                    <a16:creationId xmlns:a16="http://schemas.microsoft.com/office/drawing/2014/main" id="{2FEE6305-49AA-420F-8E7D-4DF27914FDA6}"/>
                  </a:ext>
                </a:extLst>
              </p:cNvPr>
              <p:cNvSpPr>
                <a:spLocks noChangeArrowheads="1"/>
              </p:cNvSpPr>
              <p:nvPr/>
            </p:nvSpPr>
            <p:spPr bwMode="auto">
              <a:xfrm>
                <a:off x="1813" y="2569"/>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5" name="Rectangle 147">
                <a:extLst>
                  <a:ext uri="{FF2B5EF4-FFF2-40B4-BE49-F238E27FC236}">
                    <a16:creationId xmlns:a16="http://schemas.microsoft.com/office/drawing/2014/main" id="{C637B706-69CA-4CED-98B2-497754B2974A}"/>
                  </a:ext>
                </a:extLst>
              </p:cNvPr>
              <p:cNvSpPr>
                <a:spLocks noChangeArrowheads="1"/>
              </p:cNvSpPr>
              <p:nvPr/>
            </p:nvSpPr>
            <p:spPr bwMode="auto">
              <a:xfrm>
                <a:off x="1851"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6" name="Rectangle 148">
                <a:extLst>
                  <a:ext uri="{FF2B5EF4-FFF2-40B4-BE49-F238E27FC236}">
                    <a16:creationId xmlns:a16="http://schemas.microsoft.com/office/drawing/2014/main" id="{79B05BAA-72A0-4EAB-BB05-33663E585ED5}"/>
                  </a:ext>
                </a:extLst>
              </p:cNvPr>
              <p:cNvSpPr>
                <a:spLocks noChangeArrowheads="1"/>
              </p:cNvSpPr>
              <p:nvPr/>
            </p:nvSpPr>
            <p:spPr bwMode="auto">
              <a:xfrm>
                <a:off x="1893" y="2569"/>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7" name="Rectangle 149">
                <a:extLst>
                  <a:ext uri="{FF2B5EF4-FFF2-40B4-BE49-F238E27FC236}">
                    <a16:creationId xmlns:a16="http://schemas.microsoft.com/office/drawing/2014/main" id="{82D01AFA-3A52-4A33-A442-4DB6ADA79592}"/>
                  </a:ext>
                </a:extLst>
              </p:cNvPr>
              <p:cNvSpPr>
                <a:spLocks noChangeArrowheads="1"/>
              </p:cNvSpPr>
              <p:nvPr/>
            </p:nvSpPr>
            <p:spPr bwMode="auto">
              <a:xfrm>
                <a:off x="1958"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8" name="Rectangle 150">
                <a:extLst>
                  <a:ext uri="{FF2B5EF4-FFF2-40B4-BE49-F238E27FC236}">
                    <a16:creationId xmlns:a16="http://schemas.microsoft.com/office/drawing/2014/main" id="{D0CE15D3-B439-477E-8F4A-4029681DE816}"/>
                  </a:ext>
                </a:extLst>
              </p:cNvPr>
              <p:cNvSpPr>
                <a:spLocks noChangeArrowheads="1"/>
              </p:cNvSpPr>
              <p:nvPr/>
            </p:nvSpPr>
            <p:spPr bwMode="auto">
              <a:xfrm>
                <a:off x="2000"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9" name="Rectangle 151">
                <a:extLst>
                  <a:ext uri="{FF2B5EF4-FFF2-40B4-BE49-F238E27FC236}">
                    <a16:creationId xmlns:a16="http://schemas.microsoft.com/office/drawing/2014/main" id="{512A28FC-751E-4AB4-BDCA-10654C805BEF}"/>
                  </a:ext>
                </a:extLst>
              </p:cNvPr>
              <p:cNvSpPr>
                <a:spLocks noChangeArrowheads="1"/>
              </p:cNvSpPr>
              <p:nvPr/>
            </p:nvSpPr>
            <p:spPr bwMode="auto">
              <a:xfrm>
                <a:off x="2042" y="25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0" name="Rectangle 152">
                <a:extLst>
                  <a:ext uri="{FF2B5EF4-FFF2-40B4-BE49-F238E27FC236}">
                    <a16:creationId xmlns:a16="http://schemas.microsoft.com/office/drawing/2014/main" id="{C8C8266C-74B1-479D-B322-7686B15AF09C}"/>
                  </a:ext>
                </a:extLst>
              </p:cNvPr>
              <p:cNvSpPr>
                <a:spLocks noChangeArrowheads="1"/>
              </p:cNvSpPr>
              <p:nvPr/>
            </p:nvSpPr>
            <p:spPr bwMode="auto">
              <a:xfrm>
                <a:off x="2070"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1" name="Rectangle 153">
                <a:extLst>
                  <a:ext uri="{FF2B5EF4-FFF2-40B4-BE49-F238E27FC236}">
                    <a16:creationId xmlns:a16="http://schemas.microsoft.com/office/drawing/2014/main" id="{A4F833A4-5640-4E1C-96C2-58FE677764FE}"/>
                  </a:ext>
                </a:extLst>
              </p:cNvPr>
              <p:cNvSpPr>
                <a:spLocks noChangeArrowheads="1"/>
              </p:cNvSpPr>
              <p:nvPr/>
            </p:nvSpPr>
            <p:spPr bwMode="auto">
              <a:xfrm>
                <a:off x="1489" y="2668"/>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2" name="Rectangle 154">
                <a:extLst>
                  <a:ext uri="{FF2B5EF4-FFF2-40B4-BE49-F238E27FC236}">
                    <a16:creationId xmlns:a16="http://schemas.microsoft.com/office/drawing/2014/main" id="{E5A11CF9-EDE3-4BDA-8D8B-35F06EE69D8F}"/>
                  </a:ext>
                </a:extLst>
              </p:cNvPr>
              <p:cNvSpPr>
                <a:spLocks noChangeArrowheads="1"/>
              </p:cNvSpPr>
              <p:nvPr/>
            </p:nvSpPr>
            <p:spPr bwMode="auto">
              <a:xfrm>
                <a:off x="1516"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3" name="Rectangle 155">
                <a:extLst>
                  <a:ext uri="{FF2B5EF4-FFF2-40B4-BE49-F238E27FC236}">
                    <a16:creationId xmlns:a16="http://schemas.microsoft.com/office/drawing/2014/main" id="{B5A83114-B001-4306-ACF6-163765EEDFA0}"/>
                  </a:ext>
                </a:extLst>
              </p:cNvPr>
              <p:cNvSpPr>
                <a:spLocks noChangeArrowheads="1"/>
              </p:cNvSpPr>
              <p:nvPr/>
            </p:nvSpPr>
            <p:spPr bwMode="auto">
              <a:xfrm>
                <a:off x="1560"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4" name="Rectangle 156">
                <a:extLst>
                  <a:ext uri="{FF2B5EF4-FFF2-40B4-BE49-F238E27FC236}">
                    <a16:creationId xmlns:a16="http://schemas.microsoft.com/office/drawing/2014/main" id="{89861FDA-32BD-4E9F-A216-18B1EFE491EA}"/>
                  </a:ext>
                </a:extLst>
              </p:cNvPr>
              <p:cNvSpPr>
                <a:spLocks noChangeArrowheads="1"/>
              </p:cNvSpPr>
              <p:nvPr/>
            </p:nvSpPr>
            <p:spPr bwMode="auto">
              <a:xfrm>
                <a:off x="1579"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5" name="Rectangle 157">
                <a:extLst>
                  <a:ext uri="{FF2B5EF4-FFF2-40B4-BE49-F238E27FC236}">
                    <a16:creationId xmlns:a16="http://schemas.microsoft.com/office/drawing/2014/main" id="{910F1297-B02D-465F-823B-9B83B0834EDC}"/>
                  </a:ext>
                </a:extLst>
              </p:cNvPr>
              <p:cNvSpPr>
                <a:spLocks noChangeArrowheads="1"/>
              </p:cNvSpPr>
              <p:nvPr/>
            </p:nvSpPr>
            <p:spPr bwMode="auto">
              <a:xfrm>
                <a:off x="1622" y="266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6" name="Rectangle 158">
                <a:extLst>
                  <a:ext uri="{FF2B5EF4-FFF2-40B4-BE49-F238E27FC236}">
                    <a16:creationId xmlns:a16="http://schemas.microsoft.com/office/drawing/2014/main" id="{4A5111A8-FE1E-46AC-80FD-B5003BB14D58}"/>
                  </a:ext>
                </a:extLst>
              </p:cNvPr>
              <p:cNvSpPr>
                <a:spLocks noChangeArrowheads="1"/>
              </p:cNvSpPr>
              <p:nvPr/>
            </p:nvSpPr>
            <p:spPr bwMode="auto">
              <a:xfrm>
                <a:off x="1663" y="2668"/>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v</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17" name="Rectangle 159">
                <a:extLst>
                  <a:ext uri="{FF2B5EF4-FFF2-40B4-BE49-F238E27FC236}">
                    <a16:creationId xmlns:a16="http://schemas.microsoft.com/office/drawing/2014/main" id="{4DB18521-AF1F-4750-AEB4-4765CB84C766}"/>
                  </a:ext>
                </a:extLst>
              </p:cNvPr>
              <p:cNvSpPr>
                <a:spLocks noChangeArrowheads="1"/>
              </p:cNvSpPr>
              <p:nvPr/>
            </p:nvSpPr>
            <p:spPr bwMode="auto">
              <a:xfrm>
                <a:off x="1699" y="266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8" name="Rectangle 160">
                <a:extLst>
                  <a:ext uri="{FF2B5EF4-FFF2-40B4-BE49-F238E27FC236}">
                    <a16:creationId xmlns:a16="http://schemas.microsoft.com/office/drawing/2014/main" id="{7F9846C7-349C-4C82-9F9D-74FC4603045C}"/>
                  </a:ext>
                </a:extLst>
              </p:cNvPr>
              <p:cNvSpPr>
                <a:spLocks noChangeArrowheads="1"/>
              </p:cNvSpPr>
              <p:nvPr/>
            </p:nvSpPr>
            <p:spPr bwMode="auto">
              <a:xfrm>
                <a:off x="1741"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9" name="Rectangle 161">
                <a:extLst>
                  <a:ext uri="{FF2B5EF4-FFF2-40B4-BE49-F238E27FC236}">
                    <a16:creationId xmlns:a16="http://schemas.microsoft.com/office/drawing/2014/main" id="{62809EF4-F894-4FEC-B7A0-F692EDB536F9}"/>
                  </a:ext>
                </a:extLst>
              </p:cNvPr>
              <p:cNvSpPr>
                <a:spLocks noChangeArrowheads="1"/>
              </p:cNvSpPr>
              <p:nvPr/>
            </p:nvSpPr>
            <p:spPr bwMode="auto">
              <a:xfrm>
                <a:off x="1759"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0" name="Rectangle 162">
                <a:extLst>
                  <a:ext uri="{FF2B5EF4-FFF2-40B4-BE49-F238E27FC236}">
                    <a16:creationId xmlns:a16="http://schemas.microsoft.com/office/drawing/2014/main" id="{07045D82-DB6B-4A94-AA07-D9968C96F3D6}"/>
                  </a:ext>
                </a:extLst>
              </p:cNvPr>
              <p:cNvSpPr>
                <a:spLocks noChangeArrowheads="1"/>
              </p:cNvSpPr>
              <p:nvPr/>
            </p:nvSpPr>
            <p:spPr bwMode="auto">
              <a:xfrm>
                <a:off x="1804"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1" name="Rectangle 163">
                <a:extLst>
                  <a:ext uri="{FF2B5EF4-FFF2-40B4-BE49-F238E27FC236}">
                    <a16:creationId xmlns:a16="http://schemas.microsoft.com/office/drawing/2014/main" id="{76EB863C-9688-4A2B-AD71-1A865A619C94}"/>
                  </a:ext>
                </a:extLst>
              </p:cNvPr>
              <p:cNvSpPr>
                <a:spLocks noChangeArrowheads="1"/>
              </p:cNvSpPr>
              <p:nvPr/>
            </p:nvSpPr>
            <p:spPr bwMode="auto">
              <a:xfrm>
                <a:off x="1847"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2" name="Rectangle 164">
                <a:extLst>
                  <a:ext uri="{FF2B5EF4-FFF2-40B4-BE49-F238E27FC236}">
                    <a16:creationId xmlns:a16="http://schemas.microsoft.com/office/drawing/2014/main" id="{F1F7034F-470B-43A4-9A2F-45D2B933B456}"/>
                  </a:ext>
                </a:extLst>
              </p:cNvPr>
              <p:cNvSpPr>
                <a:spLocks noChangeArrowheads="1"/>
              </p:cNvSpPr>
              <p:nvPr/>
            </p:nvSpPr>
            <p:spPr bwMode="auto">
              <a:xfrm>
                <a:off x="1866" y="266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3" name="Rectangle 165">
                <a:extLst>
                  <a:ext uri="{FF2B5EF4-FFF2-40B4-BE49-F238E27FC236}">
                    <a16:creationId xmlns:a16="http://schemas.microsoft.com/office/drawing/2014/main" id="{8E9DC554-2D8A-4D26-AF16-23D54115AF84}"/>
                  </a:ext>
                </a:extLst>
              </p:cNvPr>
              <p:cNvSpPr>
                <a:spLocks noChangeArrowheads="1"/>
              </p:cNvSpPr>
              <p:nvPr/>
            </p:nvSpPr>
            <p:spPr bwMode="auto">
              <a:xfrm>
                <a:off x="1898" y="2668"/>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4" name="Rectangle 166">
                <a:extLst>
                  <a:ext uri="{FF2B5EF4-FFF2-40B4-BE49-F238E27FC236}">
                    <a16:creationId xmlns:a16="http://schemas.microsoft.com/office/drawing/2014/main" id="{E68F6CBD-A9D5-466E-BC54-B1328661930E}"/>
                  </a:ext>
                </a:extLst>
              </p:cNvPr>
              <p:cNvSpPr>
                <a:spLocks noChangeArrowheads="1"/>
              </p:cNvSpPr>
              <p:nvPr/>
            </p:nvSpPr>
            <p:spPr bwMode="auto">
              <a:xfrm>
                <a:off x="1937" y="2668"/>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5" name="Rectangle 167">
                <a:extLst>
                  <a:ext uri="{FF2B5EF4-FFF2-40B4-BE49-F238E27FC236}">
                    <a16:creationId xmlns:a16="http://schemas.microsoft.com/office/drawing/2014/main" id="{43B37DF7-DD5C-4907-AF97-818D773E6CE5}"/>
                  </a:ext>
                </a:extLst>
              </p:cNvPr>
              <p:cNvSpPr>
                <a:spLocks noChangeArrowheads="1"/>
              </p:cNvSpPr>
              <p:nvPr/>
            </p:nvSpPr>
            <p:spPr bwMode="auto">
              <a:xfrm>
                <a:off x="1960" y="266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6" name="Rectangle 168">
                <a:extLst>
                  <a:ext uri="{FF2B5EF4-FFF2-40B4-BE49-F238E27FC236}">
                    <a16:creationId xmlns:a16="http://schemas.microsoft.com/office/drawing/2014/main" id="{4E9B4CBD-BD34-49E2-BCBF-EA1361D12872}"/>
                  </a:ext>
                </a:extLst>
              </p:cNvPr>
              <p:cNvSpPr>
                <a:spLocks noChangeArrowheads="1"/>
              </p:cNvSpPr>
              <p:nvPr/>
            </p:nvSpPr>
            <p:spPr bwMode="auto">
              <a:xfrm>
                <a:off x="2001" y="2668"/>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7" name="Rectangle 169">
                <a:extLst>
                  <a:ext uri="{FF2B5EF4-FFF2-40B4-BE49-F238E27FC236}">
                    <a16:creationId xmlns:a16="http://schemas.microsoft.com/office/drawing/2014/main" id="{E698C117-7722-4AE4-8877-3639E8CBFA07}"/>
                  </a:ext>
                </a:extLst>
              </p:cNvPr>
              <p:cNvSpPr>
                <a:spLocks noChangeArrowheads="1"/>
              </p:cNvSpPr>
              <p:nvPr/>
            </p:nvSpPr>
            <p:spPr bwMode="auto">
              <a:xfrm>
                <a:off x="2030"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8" name="Rectangle 170">
                <a:extLst>
                  <a:ext uri="{FF2B5EF4-FFF2-40B4-BE49-F238E27FC236}">
                    <a16:creationId xmlns:a16="http://schemas.microsoft.com/office/drawing/2014/main" id="{B3E73237-0412-4620-A52B-7E87246CDCFD}"/>
                  </a:ext>
                </a:extLst>
              </p:cNvPr>
              <p:cNvSpPr>
                <a:spLocks noChangeArrowheads="1"/>
              </p:cNvSpPr>
              <p:nvPr/>
            </p:nvSpPr>
            <p:spPr bwMode="auto">
              <a:xfrm>
                <a:off x="1564"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9" name="Rectangle 171">
                <a:extLst>
                  <a:ext uri="{FF2B5EF4-FFF2-40B4-BE49-F238E27FC236}">
                    <a16:creationId xmlns:a16="http://schemas.microsoft.com/office/drawing/2014/main" id="{EB9BCC0B-2C83-4D3E-86D1-9B927510B14D}"/>
                  </a:ext>
                </a:extLst>
              </p:cNvPr>
              <p:cNvSpPr>
                <a:spLocks noChangeArrowheads="1"/>
              </p:cNvSpPr>
              <p:nvPr/>
            </p:nvSpPr>
            <p:spPr bwMode="auto">
              <a:xfrm>
                <a:off x="1608"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0" name="Rectangle 172">
                <a:extLst>
                  <a:ext uri="{FF2B5EF4-FFF2-40B4-BE49-F238E27FC236}">
                    <a16:creationId xmlns:a16="http://schemas.microsoft.com/office/drawing/2014/main" id="{708B8173-5A71-4160-A472-EC8F16EC9EE2}"/>
                  </a:ext>
                </a:extLst>
              </p:cNvPr>
              <p:cNvSpPr>
                <a:spLocks noChangeArrowheads="1"/>
              </p:cNvSpPr>
              <p:nvPr/>
            </p:nvSpPr>
            <p:spPr bwMode="auto">
              <a:xfrm>
                <a:off x="1652" y="2766"/>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1" name="Rectangle 173">
                <a:extLst>
                  <a:ext uri="{FF2B5EF4-FFF2-40B4-BE49-F238E27FC236}">
                    <a16:creationId xmlns:a16="http://schemas.microsoft.com/office/drawing/2014/main" id="{B2688EC9-14B0-412A-BACD-A458E5B55009}"/>
                  </a:ext>
                </a:extLst>
              </p:cNvPr>
              <p:cNvSpPr>
                <a:spLocks noChangeArrowheads="1"/>
              </p:cNvSpPr>
              <p:nvPr/>
            </p:nvSpPr>
            <p:spPr bwMode="auto">
              <a:xfrm>
                <a:off x="1718" y="2766"/>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2" name="Rectangle 174">
                <a:extLst>
                  <a:ext uri="{FF2B5EF4-FFF2-40B4-BE49-F238E27FC236}">
                    <a16:creationId xmlns:a16="http://schemas.microsoft.com/office/drawing/2014/main" id="{DB7DA69A-8F58-4D6A-9EA3-622B78FC195A}"/>
                  </a:ext>
                </a:extLst>
              </p:cNvPr>
              <p:cNvSpPr>
                <a:spLocks noChangeArrowheads="1"/>
              </p:cNvSpPr>
              <p:nvPr/>
            </p:nvSpPr>
            <p:spPr bwMode="auto">
              <a:xfrm>
                <a:off x="1759" y="276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3" name="Rectangle 175">
                <a:extLst>
                  <a:ext uri="{FF2B5EF4-FFF2-40B4-BE49-F238E27FC236}">
                    <a16:creationId xmlns:a16="http://schemas.microsoft.com/office/drawing/2014/main" id="{99C9D086-8569-4777-9C1E-8A494D20A6F1}"/>
                  </a:ext>
                </a:extLst>
              </p:cNvPr>
              <p:cNvSpPr>
                <a:spLocks noChangeArrowheads="1"/>
              </p:cNvSpPr>
              <p:nvPr/>
            </p:nvSpPr>
            <p:spPr bwMode="auto">
              <a:xfrm>
                <a:off x="1778"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4" name="Rectangle 176">
                <a:extLst>
                  <a:ext uri="{FF2B5EF4-FFF2-40B4-BE49-F238E27FC236}">
                    <a16:creationId xmlns:a16="http://schemas.microsoft.com/office/drawing/2014/main" id="{2E443129-3BE2-4F4C-9F5F-D12523F9F7B8}"/>
                  </a:ext>
                </a:extLst>
              </p:cNvPr>
              <p:cNvSpPr>
                <a:spLocks noChangeArrowheads="1"/>
              </p:cNvSpPr>
              <p:nvPr/>
            </p:nvSpPr>
            <p:spPr bwMode="auto">
              <a:xfrm>
                <a:off x="1821" y="276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5" name="Rectangle 177">
                <a:extLst>
                  <a:ext uri="{FF2B5EF4-FFF2-40B4-BE49-F238E27FC236}">
                    <a16:creationId xmlns:a16="http://schemas.microsoft.com/office/drawing/2014/main" id="{68C15B99-34EE-426D-A268-C5FC7FFF9674}"/>
                  </a:ext>
                </a:extLst>
              </p:cNvPr>
              <p:cNvSpPr>
                <a:spLocks noChangeArrowheads="1"/>
              </p:cNvSpPr>
              <p:nvPr/>
            </p:nvSpPr>
            <p:spPr bwMode="auto">
              <a:xfrm>
                <a:off x="1840" y="2766"/>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6" name="Rectangle 178">
                <a:extLst>
                  <a:ext uri="{FF2B5EF4-FFF2-40B4-BE49-F238E27FC236}">
                    <a16:creationId xmlns:a16="http://schemas.microsoft.com/office/drawing/2014/main" id="{E7A38C1E-B44E-4EDC-9E9F-E29FB328B294}"/>
                  </a:ext>
                </a:extLst>
              </p:cNvPr>
              <p:cNvSpPr>
                <a:spLocks noChangeArrowheads="1"/>
              </p:cNvSpPr>
              <p:nvPr/>
            </p:nvSpPr>
            <p:spPr bwMode="auto">
              <a:xfrm>
                <a:off x="1879"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7" name="Rectangle 179">
                <a:extLst>
                  <a:ext uri="{FF2B5EF4-FFF2-40B4-BE49-F238E27FC236}">
                    <a16:creationId xmlns:a16="http://schemas.microsoft.com/office/drawing/2014/main" id="{74CBCD80-E676-464E-BB01-D79A22A34152}"/>
                  </a:ext>
                </a:extLst>
              </p:cNvPr>
              <p:cNvSpPr>
                <a:spLocks noChangeArrowheads="1"/>
              </p:cNvSpPr>
              <p:nvPr/>
            </p:nvSpPr>
            <p:spPr bwMode="auto">
              <a:xfrm>
                <a:off x="1923" y="2766"/>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8" name="Freeform 180">
                <a:extLst>
                  <a:ext uri="{FF2B5EF4-FFF2-40B4-BE49-F238E27FC236}">
                    <a16:creationId xmlns:a16="http://schemas.microsoft.com/office/drawing/2014/main" id="{6B2028A6-8825-4CB0-8A9D-68546EA2090C}"/>
                  </a:ext>
                </a:extLst>
              </p:cNvPr>
              <p:cNvSpPr>
                <a:spLocks noEditPoints="1"/>
              </p:cNvSpPr>
              <p:nvPr/>
            </p:nvSpPr>
            <p:spPr bwMode="auto">
              <a:xfrm>
                <a:off x="978" y="1372"/>
                <a:ext cx="31" cy="985"/>
              </a:xfrm>
              <a:custGeom>
                <a:avLst/>
                <a:gdLst>
                  <a:gd name="T0" fmla="*/ 51 w 80"/>
                  <a:gd name="T1" fmla="*/ 0 h 2537"/>
                  <a:gd name="T2" fmla="*/ 51 w 80"/>
                  <a:gd name="T3" fmla="*/ 0 h 2537"/>
                  <a:gd name="T4" fmla="*/ 35 w 80"/>
                  <a:gd name="T5" fmla="*/ 2470 h 2537"/>
                  <a:gd name="T6" fmla="*/ 45 w 80"/>
                  <a:gd name="T7" fmla="*/ 2470 h 2537"/>
                  <a:gd name="T8" fmla="*/ 61 w 80"/>
                  <a:gd name="T9" fmla="*/ 0 h 2537"/>
                  <a:gd name="T10" fmla="*/ 51 w 80"/>
                  <a:gd name="T11" fmla="*/ 0 h 2537"/>
                  <a:gd name="T12" fmla="*/ 0 w 80"/>
                  <a:gd name="T13" fmla="*/ 2457 h 2537"/>
                  <a:gd name="T14" fmla="*/ 0 w 80"/>
                  <a:gd name="T15" fmla="*/ 2457 h 2537"/>
                  <a:gd name="T16" fmla="*/ 39 w 80"/>
                  <a:gd name="T17" fmla="*/ 2537 h 2537"/>
                  <a:gd name="T18" fmla="*/ 80 w 80"/>
                  <a:gd name="T19" fmla="*/ 2457 h 2537"/>
                  <a:gd name="T20" fmla="*/ 0 w 80"/>
                  <a:gd name="T21" fmla="*/ 2457 h 2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2537">
                    <a:moveTo>
                      <a:pt x="51" y="0"/>
                    </a:moveTo>
                    <a:lnTo>
                      <a:pt x="51" y="0"/>
                    </a:lnTo>
                    <a:lnTo>
                      <a:pt x="35" y="2470"/>
                    </a:lnTo>
                    <a:lnTo>
                      <a:pt x="45" y="2470"/>
                    </a:lnTo>
                    <a:lnTo>
                      <a:pt x="61" y="0"/>
                    </a:lnTo>
                    <a:lnTo>
                      <a:pt x="51" y="0"/>
                    </a:lnTo>
                    <a:close/>
                    <a:moveTo>
                      <a:pt x="0" y="2457"/>
                    </a:moveTo>
                    <a:lnTo>
                      <a:pt x="0" y="2457"/>
                    </a:lnTo>
                    <a:lnTo>
                      <a:pt x="39" y="2537"/>
                    </a:lnTo>
                    <a:lnTo>
                      <a:pt x="80" y="2457"/>
                    </a:lnTo>
                    <a:lnTo>
                      <a:pt x="0" y="2457"/>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39" name="Freeform 181">
                <a:extLst>
                  <a:ext uri="{FF2B5EF4-FFF2-40B4-BE49-F238E27FC236}">
                    <a16:creationId xmlns:a16="http://schemas.microsoft.com/office/drawing/2014/main" id="{9B586143-4372-49F1-97F4-0ED93E7C5487}"/>
                  </a:ext>
                </a:extLst>
              </p:cNvPr>
              <p:cNvSpPr>
                <a:spLocks/>
              </p:cNvSpPr>
              <p:nvPr/>
            </p:nvSpPr>
            <p:spPr bwMode="auto">
              <a:xfrm>
                <a:off x="600" y="1045"/>
                <a:ext cx="739" cy="710"/>
              </a:xfrm>
              <a:custGeom>
                <a:avLst/>
                <a:gdLst>
                  <a:gd name="T0" fmla="*/ 0 w 1906"/>
                  <a:gd name="T1" fmla="*/ 0 h 1827"/>
                  <a:gd name="T2" fmla="*/ 0 w 1906"/>
                  <a:gd name="T3" fmla="*/ 0 h 1827"/>
                  <a:gd name="T4" fmla="*/ 1906 w 1906"/>
                  <a:gd name="T5" fmla="*/ 0 h 1827"/>
                  <a:gd name="T6" fmla="*/ 1906 w 1906"/>
                  <a:gd name="T7" fmla="*/ 1827 h 1827"/>
                  <a:gd name="T8" fmla="*/ 0 w 1906"/>
                  <a:gd name="T9" fmla="*/ 1827 h 1827"/>
                  <a:gd name="T10" fmla="*/ 0 w 1906"/>
                  <a:gd name="T11" fmla="*/ 0 h 1827"/>
                </a:gdLst>
                <a:ahLst/>
                <a:cxnLst>
                  <a:cxn ang="0">
                    <a:pos x="T0" y="T1"/>
                  </a:cxn>
                  <a:cxn ang="0">
                    <a:pos x="T2" y="T3"/>
                  </a:cxn>
                  <a:cxn ang="0">
                    <a:pos x="T4" y="T5"/>
                  </a:cxn>
                  <a:cxn ang="0">
                    <a:pos x="T6" y="T7"/>
                  </a:cxn>
                  <a:cxn ang="0">
                    <a:pos x="T8" y="T9"/>
                  </a:cxn>
                  <a:cxn ang="0">
                    <a:pos x="T10" y="T11"/>
                  </a:cxn>
                </a:cxnLst>
                <a:rect l="0" t="0" r="r" b="b"/>
                <a:pathLst>
                  <a:path w="1906" h="1827">
                    <a:moveTo>
                      <a:pt x="0" y="0"/>
                    </a:moveTo>
                    <a:lnTo>
                      <a:pt x="0" y="0"/>
                    </a:lnTo>
                    <a:lnTo>
                      <a:pt x="1906" y="0"/>
                    </a:lnTo>
                    <a:lnTo>
                      <a:pt x="1906" y="1827"/>
                    </a:lnTo>
                    <a:lnTo>
                      <a:pt x="0" y="1827"/>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40" name="Freeform 182">
                <a:extLst>
                  <a:ext uri="{FF2B5EF4-FFF2-40B4-BE49-F238E27FC236}">
                    <a16:creationId xmlns:a16="http://schemas.microsoft.com/office/drawing/2014/main" id="{19504344-2232-4DEC-889B-69777F54B985}"/>
                  </a:ext>
                </a:extLst>
              </p:cNvPr>
              <p:cNvSpPr>
                <a:spLocks/>
              </p:cNvSpPr>
              <p:nvPr/>
            </p:nvSpPr>
            <p:spPr bwMode="auto">
              <a:xfrm>
                <a:off x="600" y="1045"/>
                <a:ext cx="740" cy="710"/>
              </a:xfrm>
              <a:custGeom>
                <a:avLst/>
                <a:gdLst>
                  <a:gd name="T0" fmla="*/ 0 w 1907"/>
                  <a:gd name="T1" fmla="*/ 0 h 1827"/>
                  <a:gd name="T2" fmla="*/ 0 w 1907"/>
                  <a:gd name="T3" fmla="*/ 0 h 1827"/>
                  <a:gd name="T4" fmla="*/ 1907 w 1907"/>
                  <a:gd name="T5" fmla="*/ 0 h 1827"/>
                  <a:gd name="T6" fmla="*/ 1907 w 1907"/>
                  <a:gd name="T7" fmla="*/ 1827 h 1827"/>
                  <a:gd name="T8" fmla="*/ 0 w 1907"/>
                  <a:gd name="T9" fmla="*/ 1827 h 1827"/>
                  <a:gd name="T10" fmla="*/ 0 w 1907"/>
                  <a:gd name="T11" fmla="*/ 0 h 1827"/>
                </a:gdLst>
                <a:ahLst/>
                <a:cxnLst>
                  <a:cxn ang="0">
                    <a:pos x="T0" y="T1"/>
                  </a:cxn>
                  <a:cxn ang="0">
                    <a:pos x="T2" y="T3"/>
                  </a:cxn>
                  <a:cxn ang="0">
                    <a:pos x="T4" y="T5"/>
                  </a:cxn>
                  <a:cxn ang="0">
                    <a:pos x="T6" y="T7"/>
                  </a:cxn>
                  <a:cxn ang="0">
                    <a:pos x="T8" y="T9"/>
                  </a:cxn>
                  <a:cxn ang="0">
                    <a:pos x="T10" y="T11"/>
                  </a:cxn>
                </a:cxnLst>
                <a:rect l="0" t="0" r="r" b="b"/>
                <a:pathLst>
                  <a:path w="1907" h="1827">
                    <a:moveTo>
                      <a:pt x="0" y="0"/>
                    </a:moveTo>
                    <a:lnTo>
                      <a:pt x="0" y="0"/>
                    </a:lnTo>
                    <a:lnTo>
                      <a:pt x="1907" y="0"/>
                    </a:lnTo>
                    <a:lnTo>
                      <a:pt x="1907" y="1827"/>
                    </a:lnTo>
                    <a:lnTo>
                      <a:pt x="0" y="1827"/>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41" name="Rectangle 183">
                <a:extLst>
                  <a:ext uri="{FF2B5EF4-FFF2-40B4-BE49-F238E27FC236}">
                    <a16:creationId xmlns:a16="http://schemas.microsoft.com/office/drawing/2014/main" id="{3DDCF106-58A6-43D1-B18E-AF36C02D1692}"/>
                  </a:ext>
                </a:extLst>
              </p:cNvPr>
              <p:cNvSpPr>
                <a:spLocks noChangeArrowheads="1"/>
              </p:cNvSpPr>
              <p:nvPr/>
            </p:nvSpPr>
            <p:spPr bwMode="auto">
              <a:xfrm>
                <a:off x="649" y="1099"/>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2" name="Rectangle 184">
                <a:extLst>
                  <a:ext uri="{FF2B5EF4-FFF2-40B4-BE49-F238E27FC236}">
                    <a16:creationId xmlns:a16="http://schemas.microsoft.com/office/drawing/2014/main" id="{D2AC24AE-5C8B-4F0B-BD1E-70176246021F}"/>
                  </a:ext>
                </a:extLst>
              </p:cNvPr>
              <p:cNvSpPr>
                <a:spLocks noChangeArrowheads="1"/>
              </p:cNvSpPr>
              <p:nvPr/>
            </p:nvSpPr>
            <p:spPr bwMode="auto">
              <a:xfrm>
                <a:off x="694" y="109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3" name="Rectangle 185">
                <a:extLst>
                  <a:ext uri="{FF2B5EF4-FFF2-40B4-BE49-F238E27FC236}">
                    <a16:creationId xmlns:a16="http://schemas.microsoft.com/office/drawing/2014/main" id="{15F751E0-9177-43B6-8374-2888F59951C2}"/>
                  </a:ext>
                </a:extLst>
              </p:cNvPr>
              <p:cNvSpPr>
                <a:spLocks noChangeArrowheads="1"/>
              </p:cNvSpPr>
              <p:nvPr/>
            </p:nvSpPr>
            <p:spPr bwMode="auto">
              <a:xfrm>
                <a:off x="733" y="109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4" name="Rectangle 186">
                <a:extLst>
                  <a:ext uri="{FF2B5EF4-FFF2-40B4-BE49-F238E27FC236}">
                    <a16:creationId xmlns:a16="http://schemas.microsoft.com/office/drawing/2014/main" id="{D9EC2205-EDC3-4DE2-ABDE-113B393B31B8}"/>
                  </a:ext>
                </a:extLst>
              </p:cNvPr>
              <p:cNvSpPr>
                <a:spLocks noChangeArrowheads="1"/>
              </p:cNvSpPr>
              <p:nvPr/>
            </p:nvSpPr>
            <p:spPr bwMode="auto">
              <a:xfrm>
                <a:off x="759" y="109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5" name="Rectangle 187">
                <a:extLst>
                  <a:ext uri="{FF2B5EF4-FFF2-40B4-BE49-F238E27FC236}">
                    <a16:creationId xmlns:a16="http://schemas.microsoft.com/office/drawing/2014/main" id="{4509BC96-3DF7-47E1-8582-9D848C0EE3ED}"/>
                  </a:ext>
                </a:extLst>
              </p:cNvPr>
              <p:cNvSpPr>
                <a:spLocks noChangeArrowheads="1"/>
              </p:cNvSpPr>
              <p:nvPr/>
            </p:nvSpPr>
            <p:spPr bwMode="auto">
              <a:xfrm>
                <a:off x="801" y="10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6" name="Rectangle 188">
                <a:extLst>
                  <a:ext uri="{FF2B5EF4-FFF2-40B4-BE49-F238E27FC236}">
                    <a16:creationId xmlns:a16="http://schemas.microsoft.com/office/drawing/2014/main" id="{73585312-C0BD-4F91-8EE2-31D9B3FD03FA}"/>
                  </a:ext>
                </a:extLst>
              </p:cNvPr>
              <p:cNvSpPr>
                <a:spLocks noChangeArrowheads="1"/>
              </p:cNvSpPr>
              <p:nvPr/>
            </p:nvSpPr>
            <p:spPr bwMode="auto">
              <a:xfrm>
                <a:off x="820" y="10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7" name="Rectangle 189">
                <a:extLst>
                  <a:ext uri="{FF2B5EF4-FFF2-40B4-BE49-F238E27FC236}">
                    <a16:creationId xmlns:a16="http://schemas.microsoft.com/office/drawing/2014/main" id="{B87938E0-14DE-4E89-BBC5-93F3F46899BE}"/>
                  </a:ext>
                </a:extLst>
              </p:cNvPr>
              <p:cNvSpPr>
                <a:spLocks noChangeArrowheads="1"/>
              </p:cNvSpPr>
              <p:nvPr/>
            </p:nvSpPr>
            <p:spPr bwMode="auto">
              <a:xfrm>
                <a:off x="863" y="1099"/>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8" name="Rectangle 190">
                <a:extLst>
                  <a:ext uri="{FF2B5EF4-FFF2-40B4-BE49-F238E27FC236}">
                    <a16:creationId xmlns:a16="http://schemas.microsoft.com/office/drawing/2014/main" id="{E4EA1F11-5852-4FDA-A4DC-32A2C83D7207}"/>
                  </a:ext>
                </a:extLst>
              </p:cNvPr>
              <p:cNvSpPr>
                <a:spLocks noChangeArrowheads="1"/>
              </p:cNvSpPr>
              <p:nvPr/>
            </p:nvSpPr>
            <p:spPr bwMode="auto">
              <a:xfrm>
                <a:off x="889" y="10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9" name="Rectangle 191">
                <a:extLst>
                  <a:ext uri="{FF2B5EF4-FFF2-40B4-BE49-F238E27FC236}">
                    <a16:creationId xmlns:a16="http://schemas.microsoft.com/office/drawing/2014/main" id="{180D91F0-89A7-465C-9E85-7A5166FA07DA}"/>
                  </a:ext>
                </a:extLst>
              </p:cNvPr>
              <p:cNvSpPr>
                <a:spLocks noChangeArrowheads="1"/>
              </p:cNvSpPr>
              <p:nvPr/>
            </p:nvSpPr>
            <p:spPr bwMode="auto">
              <a:xfrm>
                <a:off x="908" y="109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0" name="Rectangle 192">
                <a:extLst>
                  <a:ext uri="{FF2B5EF4-FFF2-40B4-BE49-F238E27FC236}">
                    <a16:creationId xmlns:a16="http://schemas.microsoft.com/office/drawing/2014/main" id="{18F77FDE-6D58-4C7A-AC63-7AEFB4682DE7}"/>
                  </a:ext>
                </a:extLst>
              </p:cNvPr>
              <p:cNvSpPr>
                <a:spLocks noChangeArrowheads="1"/>
              </p:cNvSpPr>
              <p:nvPr/>
            </p:nvSpPr>
            <p:spPr bwMode="auto">
              <a:xfrm>
                <a:off x="940" y="109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1" name="Rectangle 193">
                <a:extLst>
                  <a:ext uri="{FF2B5EF4-FFF2-40B4-BE49-F238E27FC236}">
                    <a16:creationId xmlns:a16="http://schemas.microsoft.com/office/drawing/2014/main" id="{A3A87F1B-8315-4139-B631-E004C1FB329B}"/>
                  </a:ext>
                </a:extLst>
              </p:cNvPr>
              <p:cNvSpPr>
                <a:spLocks noChangeArrowheads="1"/>
              </p:cNvSpPr>
              <p:nvPr/>
            </p:nvSpPr>
            <p:spPr bwMode="auto">
              <a:xfrm>
                <a:off x="979" y="1099"/>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2" name="Rectangle 194">
                <a:extLst>
                  <a:ext uri="{FF2B5EF4-FFF2-40B4-BE49-F238E27FC236}">
                    <a16:creationId xmlns:a16="http://schemas.microsoft.com/office/drawing/2014/main" id="{541C114C-26A8-4F7E-8DA7-75D770F60AC4}"/>
                  </a:ext>
                </a:extLst>
              </p:cNvPr>
              <p:cNvSpPr>
                <a:spLocks noChangeArrowheads="1"/>
              </p:cNvSpPr>
              <p:nvPr/>
            </p:nvSpPr>
            <p:spPr bwMode="auto">
              <a:xfrm>
                <a:off x="1002" y="109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3" name="Rectangle 195">
                <a:extLst>
                  <a:ext uri="{FF2B5EF4-FFF2-40B4-BE49-F238E27FC236}">
                    <a16:creationId xmlns:a16="http://schemas.microsoft.com/office/drawing/2014/main" id="{E0C02484-E8C2-4BDF-885A-D535E48CA59B}"/>
                  </a:ext>
                </a:extLst>
              </p:cNvPr>
              <p:cNvSpPr>
                <a:spLocks noChangeArrowheads="1"/>
              </p:cNvSpPr>
              <p:nvPr/>
            </p:nvSpPr>
            <p:spPr bwMode="auto">
              <a:xfrm>
                <a:off x="1044" y="1099"/>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4" name="Rectangle 196">
                <a:extLst>
                  <a:ext uri="{FF2B5EF4-FFF2-40B4-BE49-F238E27FC236}">
                    <a16:creationId xmlns:a16="http://schemas.microsoft.com/office/drawing/2014/main" id="{550B6ED0-8C1B-4384-9035-74680B6DFD9A}"/>
                  </a:ext>
                </a:extLst>
              </p:cNvPr>
              <p:cNvSpPr>
                <a:spLocks noChangeArrowheads="1"/>
              </p:cNvSpPr>
              <p:nvPr/>
            </p:nvSpPr>
            <p:spPr bwMode="auto">
              <a:xfrm>
                <a:off x="1073" y="10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5" name="Rectangle 197">
                <a:extLst>
                  <a:ext uri="{FF2B5EF4-FFF2-40B4-BE49-F238E27FC236}">
                    <a16:creationId xmlns:a16="http://schemas.microsoft.com/office/drawing/2014/main" id="{9DC9E419-43CE-43B2-924D-B9FF47D6A59C}"/>
                  </a:ext>
                </a:extLst>
              </p:cNvPr>
              <p:cNvSpPr>
                <a:spLocks noChangeArrowheads="1"/>
              </p:cNvSpPr>
              <p:nvPr/>
            </p:nvSpPr>
            <p:spPr bwMode="auto">
              <a:xfrm>
                <a:off x="1091" y="10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6" name="Rectangle 198">
                <a:extLst>
                  <a:ext uri="{FF2B5EF4-FFF2-40B4-BE49-F238E27FC236}">
                    <a16:creationId xmlns:a16="http://schemas.microsoft.com/office/drawing/2014/main" id="{A284ACEB-7437-43D0-B981-72C3F3299939}"/>
                  </a:ext>
                </a:extLst>
              </p:cNvPr>
              <p:cNvSpPr>
                <a:spLocks noChangeArrowheads="1"/>
              </p:cNvSpPr>
              <p:nvPr/>
            </p:nvSpPr>
            <p:spPr bwMode="auto">
              <a:xfrm>
                <a:off x="1135" y="10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7" name="Rectangle 199">
                <a:extLst>
                  <a:ext uri="{FF2B5EF4-FFF2-40B4-BE49-F238E27FC236}">
                    <a16:creationId xmlns:a16="http://schemas.microsoft.com/office/drawing/2014/main" id="{FB17EDA9-487E-4C8C-A708-9A589A193A6E}"/>
                  </a:ext>
                </a:extLst>
              </p:cNvPr>
              <p:cNvSpPr>
                <a:spLocks noChangeArrowheads="1"/>
              </p:cNvSpPr>
              <p:nvPr/>
            </p:nvSpPr>
            <p:spPr bwMode="auto">
              <a:xfrm>
                <a:off x="1179" y="1099"/>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8" name="Rectangle 200">
                <a:extLst>
                  <a:ext uri="{FF2B5EF4-FFF2-40B4-BE49-F238E27FC236}">
                    <a16:creationId xmlns:a16="http://schemas.microsoft.com/office/drawing/2014/main" id="{146797F5-363C-465D-B919-111F0D774B2E}"/>
                  </a:ext>
                </a:extLst>
              </p:cNvPr>
              <p:cNvSpPr>
                <a:spLocks noChangeArrowheads="1"/>
              </p:cNvSpPr>
              <p:nvPr/>
            </p:nvSpPr>
            <p:spPr bwMode="auto">
              <a:xfrm>
                <a:off x="1245" y="109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9" name="Rectangle 201">
                <a:extLst>
                  <a:ext uri="{FF2B5EF4-FFF2-40B4-BE49-F238E27FC236}">
                    <a16:creationId xmlns:a16="http://schemas.microsoft.com/office/drawing/2014/main" id="{92A257CE-9E97-4A76-B778-45DF3277DB02}"/>
                  </a:ext>
                </a:extLst>
              </p:cNvPr>
              <p:cNvSpPr>
                <a:spLocks noChangeArrowheads="1"/>
              </p:cNvSpPr>
              <p:nvPr/>
            </p:nvSpPr>
            <p:spPr bwMode="auto">
              <a:xfrm>
                <a:off x="1286" y="10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60" name="Rectangle 202">
                <a:extLst>
                  <a:ext uri="{FF2B5EF4-FFF2-40B4-BE49-F238E27FC236}">
                    <a16:creationId xmlns:a16="http://schemas.microsoft.com/office/drawing/2014/main" id="{5F3282FC-1220-4E19-90AA-D3169CFDF2D6}"/>
                  </a:ext>
                </a:extLst>
              </p:cNvPr>
              <p:cNvSpPr>
                <a:spLocks noChangeArrowheads="1"/>
              </p:cNvSpPr>
              <p:nvPr/>
            </p:nvSpPr>
            <p:spPr bwMode="auto">
              <a:xfrm>
                <a:off x="794" y="11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61" name="Rectangle 203">
                <a:extLst>
                  <a:ext uri="{FF2B5EF4-FFF2-40B4-BE49-F238E27FC236}">
                    <a16:creationId xmlns:a16="http://schemas.microsoft.com/office/drawing/2014/main" id="{AC9B9B71-1309-4A01-90B5-0EAE0B4B346A}"/>
                  </a:ext>
                </a:extLst>
              </p:cNvPr>
              <p:cNvSpPr>
                <a:spLocks noChangeArrowheads="1"/>
              </p:cNvSpPr>
              <p:nvPr/>
            </p:nvSpPr>
            <p:spPr bwMode="auto">
              <a:xfrm>
                <a:off x="837" y="1197"/>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62" name="Rectangle 204">
                <a:extLst>
                  <a:ext uri="{FF2B5EF4-FFF2-40B4-BE49-F238E27FC236}">
                    <a16:creationId xmlns:a16="http://schemas.microsoft.com/office/drawing/2014/main" id="{1FD5241E-D012-433B-9E96-93C4A822CD95}"/>
                  </a:ext>
                </a:extLst>
              </p:cNvPr>
              <p:cNvSpPr>
                <a:spLocks noChangeArrowheads="1"/>
              </p:cNvSpPr>
              <p:nvPr/>
            </p:nvSpPr>
            <p:spPr bwMode="auto">
              <a:xfrm>
                <a:off x="879" y="11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8" name="Group 406">
              <a:extLst>
                <a:ext uri="{FF2B5EF4-FFF2-40B4-BE49-F238E27FC236}">
                  <a16:creationId xmlns:a16="http://schemas.microsoft.com/office/drawing/2014/main" id="{084A6FFB-4BBB-4DE5-B130-F8D2EF988E93}"/>
                </a:ext>
              </a:extLst>
            </p:cNvPr>
            <p:cNvGrpSpPr>
              <a:grpSpLocks/>
            </p:cNvGrpSpPr>
            <p:nvPr/>
          </p:nvGrpSpPr>
          <p:grpSpPr bwMode="auto">
            <a:xfrm>
              <a:off x="644" y="1040"/>
              <a:ext cx="3200" cy="979"/>
              <a:chOff x="644" y="1040"/>
              <a:chExt cx="3200" cy="979"/>
            </a:xfrm>
          </p:grpSpPr>
          <p:sp>
            <p:nvSpPr>
              <p:cNvPr id="763" name="Rectangle 206">
                <a:extLst>
                  <a:ext uri="{FF2B5EF4-FFF2-40B4-BE49-F238E27FC236}">
                    <a16:creationId xmlns:a16="http://schemas.microsoft.com/office/drawing/2014/main" id="{2D79B204-EE3D-4FC8-B4AD-B1F024178FF1}"/>
                  </a:ext>
                </a:extLst>
              </p:cNvPr>
              <p:cNvSpPr>
                <a:spLocks noChangeArrowheads="1"/>
              </p:cNvSpPr>
              <p:nvPr/>
            </p:nvSpPr>
            <p:spPr bwMode="auto">
              <a:xfrm>
                <a:off x="922" y="1197"/>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4" name="Rectangle 207">
                <a:extLst>
                  <a:ext uri="{FF2B5EF4-FFF2-40B4-BE49-F238E27FC236}">
                    <a16:creationId xmlns:a16="http://schemas.microsoft.com/office/drawing/2014/main" id="{FA22CBD9-917E-41CF-ABA0-3AAD2BCA7779}"/>
                  </a:ext>
                </a:extLst>
              </p:cNvPr>
              <p:cNvSpPr>
                <a:spLocks noChangeArrowheads="1"/>
              </p:cNvSpPr>
              <p:nvPr/>
            </p:nvSpPr>
            <p:spPr bwMode="auto">
              <a:xfrm>
                <a:off x="960" y="1197"/>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5" name="Rectangle 208">
                <a:extLst>
                  <a:ext uri="{FF2B5EF4-FFF2-40B4-BE49-F238E27FC236}">
                    <a16:creationId xmlns:a16="http://schemas.microsoft.com/office/drawing/2014/main" id="{4E8993F4-A7D9-4540-83B1-6830DDCB9DC4}"/>
                  </a:ext>
                </a:extLst>
              </p:cNvPr>
              <p:cNvSpPr>
                <a:spLocks noChangeArrowheads="1"/>
              </p:cNvSpPr>
              <p:nvPr/>
            </p:nvSpPr>
            <p:spPr bwMode="auto">
              <a:xfrm>
                <a:off x="997" y="1197"/>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6" name="Rectangle 209">
                <a:extLst>
                  <a:ext uri="{FF2B5EF4-FFF2-40B4-BE49-F238E27FC236}">
                    <a16:creationId xmlns:a16="http://schemas.microsoft.com/office/drawing/2014/main" id="{DC0C00D2-8507-4466-834C-E03EC7FFA498}"/>
                  </a:ext>
                </a:extLst>
              </p:cNvPr>
              <p:cNvSpPr>
                <a:spLocks noChangeArrowheads="1"/>
              </p:cNvSpPr>
              <p:nvPr/>
            </p:nvSpPr>
            <p:spPr bwMode="auto">
              <a:xfrm>
                <a:off x="1016" y="11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7" name="Rectangle 210">
                <a:extLst>
                  <a:ext uri="{FF2B5EF4-FFF2-40B4-BE49-F238E27FC236}">
                    <a16:creationId xmlns:a16="http://schemas.microsoft.com/office/drawing/2014/main" id="{6F888EEB-9626-4787-A6DE-75A6246C715C}"/>
                  </a:ext>
                </a:extLst>
              </p:cNvPr>
              <p:cNvSpPr>
                <a:spLocks noChangeArrowheads="1"/>
              </p:cNvSpPr>
              <p:nvPr/>
            </p:nvSpPr>
            <p:spPr bwMode="auto">
              <a:xfrm>
                <a:off x="1060" y="1197"/>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8" name="Rectangle 211">
                <a:extLst>
                  <a:ext uri="{FF2B5EF4-FFF2-40B4-BE49-F238E27FC236}">
                    <a16:creationId xmlns:a16="http://schemas.microsoft.com/office/drawing/2014/main" id="{989DF820-92F7-4463-A3D3-AFB891FEFF31}"/>
                  </a:ext>
                </a:extLst>
              </p:cNvPr>
              <p:cNvSpPr>
                <a:spLocks noChangeArrowheads="1"/>
              </p:cNvSpPr>
              <p:nvPr/>
            </p:nvSpPr>
            <p:spPr bwMode="auto">
              <a:xfrm>
                <a:off x="1088" y="1197"/>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9" name="Rectangle 212">
                <a:extLst>
                  <a:ext uri="{FF2B5EF4-FFF2-40B4-BE49-F238E27FC236}">
                    <a16:creationId xmlns:a16="http://schemas.microsoft.com/office/drawing/2014/main" id="{05A4E659-A633-4C3D-B7FE-2E14906E1D92}"/>
                  </a:ext>
                </a:extLst>
              </p:cNvPr>
              <p:cNvSpPr>
                <a:spLocks noChangeArrowheads="1"/>
              </p:cNvSpPr>
              <p:nvPr/>
            </p:nvSpPr>
            <p:spPr bwMode="auto">
              <a:xfrm>
                <a:off x="1120" y="1197"/>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0" name="Rectangle 213">
                <a:extLst>
                  <a:ext uri="{FF2B5EF4-FFF2-40B4-BE49-F238E27FC236}">
                    <a16:creationId xmlns:a16="http://schemas.microsoft.com/office/drawing/2014/main" id="{9BFB7DB0-3392-4832-B322-FFAB45859A5C}"/>
                  </a:ext>
                </a:extLst>
              </p:cNvPr>
              <p:cNvSpPr>
                <a:spLocks noChangeArrowheads="1"/>
              </p:cNvSpPr>
              <p:nvPr/>
            </p:nvSpPr>
            <p:spPr bwMode="auto">
              <a:xfrm>
                <a:off x="1141" y="1197"/>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1" name="Rectangle 214">
                <a:extLst>
                  <a:ext uri="{FF2B5EF4-FFF2-40B4-BE49-F238E27FC236}">
                    <a16:creationId xmlns:a16="http://schemas.microsoft.com/office/drawing/2014/main" id="{C3CED4A3-451F-4E12-9416-8F937013BD49}"/>
                  </a:ext>
                </a:extLst>
              </p:cNvPr>
              <p:cNvSpPr>
                <a:spLocks noChangeArrowheads="1"/>
              </p:cNvSpPr>
              <p:nvPr/>
            </p:nvSpPr>
            <p:spPr bwMode="auto">
              <a:xfrm>
                <a:off x="719" y="1295"/>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2" name="Rectangle 215">
                <a:extLst>
                  <a:ext uri="{FF2B5EF4-FFF2-40B4-BE49-F238E27FC236}">
                    <a16:creationId xmlns:a16="http://schemas.microsoft.com/office/drawing/2014/main" id="{21EC361A-97BE-4125-B06A-43C165AEFE86}"/>
                  </a:ext>
                </a:extLst>
              </p:cNvPr>
              <p:cNvSpPr>
                <a:spLocks noChangeArrowheads="1"/>
              </p:cNvSpPr>
              <p:nvPr/>
            </p:nvSpPr>
            <p:spPr bwMode="auto">
              <a:xfrm>
                <a:off x="759" y="1295"/>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3" name="Rectangle 216">
                <a:extLst>
                  <a:ext uri="{FF2B5EF4-FFF2-40B4-BE49-F238E27FC236}">
                    <a16:creationId xmlns:a16="http://schemas.microsoft.com/office/drawing/2014/main" id="{D67EF62F-9089-4A16-B940-712EC9926DAF}"/>
                  </a:ext>
                </a:extLst>
              </p:cNvPr>
              <p:cNvSpPr>
                <a:spLocks noChangeArrowheads="1"/>
              </p:cNvSpPr>
              <p:nvPr/>
            </p:nvSpPr>
            <p:spPr bwMode="auto">
              <a:xfrm>
                <a:off x="795" y="129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4" name="Rectangle 217">
                <a:extLst>
                  <a:ext uri="{FF2B5EF4-FFF2-40B4-BE49-F238E27FC236}">
                    <a16:creationId xmlns:a16="http://schemas.microsoft.com/office/drawing/2014/main" id="{131DFE83-0FAE-4D43-8874-BF0C43441ADC}"/>
                  </a:ext>
                </a:extLst>
              </p:cNvPr>
              <p:cNvSpPr>
                <a:spLocks noChangeArrowheads="1"/>
              </p:cNvSpPr>
              <p:nvPr/>
            </p:nvSpPr>
            <p:spPr bwMode="auto">
              <a:xfrm>
                <a:off x="838" y="129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5" name="Rectangle 218">
                <a:extLst>
                  <a:ext uri="{FF2B5EF4-FFF2-40B4-BE49-F238E27FC236}">
                    <a16:creationId xmlns:a16="http://schemas.microsoft.com/office/drawing/2014/main" id="{A0A62E07-B2AF-4676-87DF-D1FDDE66B644}"/>
                  </a:ext>
                </a:extLst>
              </p:cNvPr>
              <p:cNvSpPr>
                <a:spLocks noChangeArrowheads="1"/>
              </p:cNvSpPr>
              <p:nvPr/>
            </p:nvSpPr>
            <p:spPr bwMode="auto">
              <a:xfrm>
                <a:off x="882" y="1295"/>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6" name="Rectangle 219">
                <a:extLst>
                  <a:ext uri="{FF2B5EF4-FFF2-40B4-BE49-F238E27FC236}">
                    <a16:creationId xmlns:a16="http://schemas.microsoft.com/office/drawing/2014/main" id="{0CD38860-6349-4C04-9E12-745D1F2D3F35}"/>
                  </a:ext>
                </a:extLst>
              </p:cNvPr>
              <p:cNvSpPr>
                <a:spLocks noChangeArrowheads="1"/>
              </p:cNvSpPr>
              <p:nvPr/>
            </p:nvSpPr>
            <p:spPr bwMode="auto">
              <a:xfrm>
                <a:off x="914" y="129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7" name="Rectangle 220">
                <a:extLst>
                  <a:ext uri="{FF2B5EF4-FFF2-40B4-BE49-F238E27FC236}">
                    <a16:creationId xmlns:a16="http://schemas.microsoft.com/office/drawing/2014/main" id="{350EB925-4B79-4715-A0E1-1891F0E898E1}"/>
                  </a:ext>
                </a:extLst>
              </p:cNvPr>
              <p:cNvSpPr>
                <a:spLocks noChangeArrowheads="1"/>
              </p:cNvSpPr>
              <p:nvPr/>
            </p:nvSpPr>
            <p:spPr bwMode="auto">
              <a:xfrm>
                <a:off x="958" y="1295"/>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8" name="Rectangle 221">
                <a:extLst>
                  <a:ext uri="{FF2B5EF4-FFF2-40B4-BE49-F238E27FC236}">
                    <a16:creationId xmlns:a16="http://schemas.microsoft.com/office/drawing/2014/main" id="{66F13A62-1F34-498B-A3ED-BDE0980AF3C9}"/>
                  </a:ext>
                </a:extLst>
              </p:cNvPr>
              <p:cNvSpPr>
                <a:spLocks noChangeArrowheads="1"/>
              </p:cNvSpPr>
              <p:nvPr/>
            </p:nvSpPr>
            <p:spPr bwMode="auto">
              <a:xfrm>
                <a:off x="986" y="1295"/>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9" name="Rectangle 222">
                <a:extLst>
                  <a:ext uri="{FF2B5EF4-FFF2-40B4-BE49-F238E27FC236}">
                    <a16:creationId xmlns:a16="http://schemas.microsoft.com/office/drawing/2014/main" id="{9BD08A90-EA86-4199-8BA3-484FD014A3C8}"/>
                  </a:ext>
                </a:extLst>
              </p:cNvPr>
              <p:cNvSpPr>
                <a:spLocks noChangeArrowheads="1"/>
              </p:cNvSpPr>
              <p:nvPr/>
            </p:nvSpPr>
            <p:spPr bwMode="auto">
              <a:xfrm>
                <a:off x="1027" y="129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0" name="Rectangle 223">
                <a:extLst>
                  <a:ext uri="{FF2B5EF4-FFF2-40B4-BE49-F238E27FC236}">
                    <a16:creationId xmlns:a16="http://schemas.microsoft.com/office/drawing/2014/main" id="{29598724-3AA2-49C8-9F80-611317047909}"/>
                  </a:ext>
                </a:extLst>
              </p:cNvPr>
              <p:cNvSpPr>
                <a:spLocks noChangeArrowheads="1"/>
              </p:cNvSpPr>
              <p:nvPr/>
            </p:nvSpPr>
            <p:spPr bwMode="auto">
              <a:xfrm>
                <a:off x="1046" y="1295"/>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1" name="Rectangle 224">
                <a:extLst>
                  <a:ext uri="{FF2B5EF4-FFF2-40B4-BE49-F238E27FC236}">
                    <a16:creationId xmlns:a16="http://schemas.microsoft.com/office/drawing/2014/main" id="{0086FAC1-D8BF-4221-9ECF-AE35F19BBB62}"/>
                  </a:ext>
                </a:extLst>
              </p:cNvPr>
              <p:cNvSpPr>
                <a:spLocks noChangeArrowheads="1"/>
              </p:cNvSpPr>
              <p:nvPr/>
            </p:nvSpPr>
            <p:spPr bwMode="auto">
              <a:xfrm>
                <a:off x="1075" y="129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2" name="Rectangle 225">
                <a:extLst>
                  <a:ext uri="{FF2B5EF4-FFF2-40B4-BE49-F238E27FC236}">
                    <a16:creationId xmlns:a16="http://schemas.microsoft.com/office/drawing/2014/main" id="{6D28C633-2EDD-42D1-B09B-07F5D413395C}"/>
                  </a:ext>
                </a:extLst>
              </p:cNvPr>
              <p:cNvSpPr>
                <a:spLocks noChangeArrowheads="1"/>
              </p:cNvSpPr>
              <p:nvPr/>
            </p:nvSpPr>
            <p:spPr bwMode="auto">
              <a:xfrm>
                <a:off x="1094" y="1295"/>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3" name="Rectangle 226">
                <a:extLst>
                  <a:ext uri="{FF2B5EF4-FFF2-40B4-BE49-F238E27FC236}">
                    <a16:creationId xmlns:a16="http://schemas.microsoft.com/office/drawing/2014/main" id="{898377C6-9ED9-4361-83CA-A445B2E18E24}"/>
                  </a:ext>
                </a:extLst>
              </p:cNvPr>
              <p:cNvSpPr>
                <a:spLocks noChangeArrowheads="1"/>
              </p:cNvSpPr>
              <p:nvPr/>
            </p:nvSpPr>
            <p:spPr bwMode="auto">
              <a:xfrm>
                <a:off x="1126" y="1295"/>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4" name="Rectangle 227">
                <a:extLst>
                  <a:ext uri="{FF2B5EF4-FFF2-40B4-BE49-F238E27FC236}">
                    <a16:creationId xmlns:a16="http://schemas.microsoft.com/office/drawing/2014/main" id="{5BB09ADE-66A4-49A5-A1D4-10C64FE4B134}"/>
                  </a:ext>
                </a:extLst>
              </p:cNvPr>
              <p:cNvSpPr>
                <a:spLocks noChangeArrowheads="1"/>
              </p:cNvSpPr>
              <p:nvPr/>
            </p:nvSpPr>
            <p:spPr bwMode="auto">
              <a:xfrm>
                <a:off x="1163" y="1295"/>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5" name="Rectangle 228">
                <a:extLst>
                  <a:ext uri="{FF2B5EF4-FFF2-40B4-BE49-F238E27FC236}">
                    <a16:creationId xmlns:a16="http://schemas.microsoft.com/office/drawing/2014/main" id="{CA01646E-D2B7-47C5-B10A-C64224C0784E}"/>
                  </a:ext>
                </a:extLst>
              </p:cNvPr>
              <p:cNvSpPr>
                <a:spLocks noChangeArrowheads="1"/>
              </p:cNvSpPr>
              <p:nvPr/>
            </p:nvSpPr>
            <p:spPr bwMode="auto">
              <a:xfrm>
                <a:off x="1195" y="1295"/>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6" name="Rectangle 229">
                <a:extLst>
                  <a:ext uri="{FF2B5EF4-FFF2-40B4-BE49-F238E27FC236}">
                    <a16:creationId xmlns:a16="http://schemas.microsoft.com/office/drawing/2014/main" id="{DE40A4EF-22EE-4E01-8FAD-949A20E946BF}"/>
                  </a:ext>
                </a:extLst>
              </p:cNvPr>
              <p:cNvSpPr>
                <a:spLocks noChangeArrowheads="1"/>
              </p:cNvSpPr>
              <p:nvPr/>
            </p:nvSpPr>
            <p:spPr bwMode="auto">
              <a:xfrm>
                <a:off x="1216" y="129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7" name="Rectangle 230">
                <a:extLst>
                  <a:ext uri="{FF2B5EF4-FFF2-40B4-BE49-F238E27FC236}">
                    <a16:creationId xmlns:a16="http://schemas.microsoft.com/office/drawing/2014/main" id="{9C869CFC-981B-40A2-BFF2-5986EC00D98A}"/>
                  </a:ext>
                </a:extLst>
              </p:cNvPr>
              <p:cNvSpPr>
                <a:spLocks noChangeArrowheads="1"/>
              </p:cNvSpPr>
              <p:nvPr/>
            </p:nvSpPr>
            <p:spPr bwMode="auto">
              <a:xfrm>
                <a:off x="644" y="1399"/>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8" name="Rectangle 231">
                <a:extLst>
                  <a:ext uri="{FF2B5EF4-FFF2-40B4-BE49-F238E27FC236}">
                    <a16:creationId xmlns:a16="http://schemas.microsoft.com/office/drawing/2014/main" id="{2A3BBB07-B93E-4C7E-A876-724FDB65C643}"/>
                  </a:ext>
                </a:extLst>
              </p:cNvPr>
              <p:cNvSpPr>
                <a:spLocks noChangeArrowheads="1"/>
              </p:cNvSpPr>
              <p:nvPr/>
            </p:nvSpPr>
            <p:spPr bwMode="auto">
              <a:xfrm>
                <a:off x="682"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9" name="Rectangle 232">
                <a:extLst>
                  <a:ext uri="{FF2B5EF4-FFF2-40B4-BE49-F238E27FC236}">
                    <a16:creationId xmlns:a16="http://schemas.microsoft.com/office/drawing/2014/main" id="{1C2D6329-08AD-426B-AC18-8E8672ABA294}"/>
                  </a:ext>
                </a:extLst>
              </p:cNvPr>
              <p:cNvSpPr>
                <a:spLocks noChangeArrowheads="1"/>
              </p:cNvSpPr>
              <p:nvPr/>
            </p:nvSpPr>
            <p:spPr bwMode="auto">
              <a:xfrm>
                <a:off x="725"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0" name="Rectangle 233">
                <a:extLst>
                  <a:ext uri="{FF2B5EF4-FFF2-40B4-BE49-F238E27FC236}">
                    <a16:creationId xmlns:a16="http://schemas.microsoft.com/office/drawing/2014/main" id="{983CC566-28C8-4C3E-8920-0058A35310C3}"/>
                  </a:ext>
                </a:extLst>
              </p:cNvPr>
              <p:cNvSpPr>
                <a:spLocks noChangeArrowheads="1"/>
              </p:cNvSpPr>
              <p:nvPr/>
            </p:nvSpPr>
            <p:spPr bwMode="auto">
              <a:xfrm>
                <a:off x="769" y="1399"/>
                <a:ext cx="10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1" name="Rectangle 234">
                <a:extLst>
                  <a:ext uri="{FF2B5EF4-FFF2-40B4-BE49-F238E27FC236}">
                    <a16:creationId xmlns:a16="http://schemas.microsoft.com/office/drawing/2014/main" id="{57886DC6-8CEA-4D9C-84F9-60E0E9872C77}"/>
                  </a:ext>
                </a:extLst>
              </p:cNvPr>
              <p:cNvSpPr>
                <a:spLocks noChangeArrowheads="1"/>
              </p:cNvSpPr>
              <p:nvPr/>
            </p:nvSpPr>
            <p:spPr bwMode="auto">
              <a:xfrm>
                <a:off x="828"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2" name="Rectangle 235">
                <a:extLst>
                  <a:ext uri="{FF2B5EF4-FFF2-40B4-BE49-F238E27FC236}">
                    <a16:creationId xmlns:a16="http://schemas.microsoft.com/office/drawing/2014/main" id="{87AA3A5E-F612-48A9-A510-E23BD614D243}"/>
                  </a:ext>
                </a:extLst>
              </p:cNvPr>
              <p:cNvSpPr>
                <a:spLocks noChangeArrowheads="1"/>
              </p:cNvSpPr>
              <p:nvPr/>
            </p:nvSpPr>
            <p:spPr bwMode="auto">
              <a:xfrm>
                <a:off x="872" y="13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93" name="Rectangle 236">
                <a:extLst>
                  <a:ext uri="{FF2B5EF4-FFF2-40B4-BE49-F238E27FC236}">
                    <a16:creationId xmlns:a16="http://schemas.microsoft.com/office/drawing/2014/main" id="{8527ABAB-C3B0-401F-AC98-9F50282AF448}"/>
                  </a:ext>
                </a:extLst>
              </p:cNvPr>
              <p:cNvSpPr>
                <a:spLocks noChangeArrowheads="1"/>
              </p:cNvSpPr>
              <p:nvPr/>
            </p:nvSpPr>
            <p:spPr bwMode="auto">
              <a:xfrm>
                <a:off x="890" y="139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4" name="Rectangle 237">
                <a:extLst>
                  <a:ext uri="{FF2B5EF4-FFF2-40B4-BE49-F238E27FC236}">
                    <a16:creationId xmlns:a16="http://schemas.microsoft.com/office/drawing/2014/main" id="{331BCD8A-4DD4-44D8-870E-85F2598F6DEC}"/>
                  </a:ext>
                </a:extLst>
              </p:cNvPr>
              <p:cNvSpPr>
                <a:spLocks noChangeArrowheads="1"/>
              </p:cNvSpPr>
              <p:nvPr/>
            </p:nvSpPr>
            <p:spPr bwMode="auto">
              <a:xfrm>
                <a:off x="931" y="1399"/>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5" name="Rectangle 238">
                <a:extLst>
                  <a:ext uri="{FF2B5EF4-FFF2-40B4-BE49-F238E27FC236}">
                    <a16:creationId xmlns:a16="http://schemas.microsoft.com/office/drawing/2014/main" id="{A6283703-393F-480B-B02A-F84529EF9A2A}"/>
                  </a:ext>
                </a:extLst>
              </p:cNvPr>
              <p:cNvSpPr>
                <a:spLocks noChangeArrowheads="1"/>
              </p:cNvSpPr>
              <p:nvPr/>
            </p:nvSpPr>
            <p:spPr bwMode="auto">
              <a:xfrm>
                <a:off x="966"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6" name="Rectangle 239">
                <a:extLst>
                  <a:ext uri="{FF2B5EF4-FFF2-40B4-BE49-F238E27FC236}">
                    <a16:creationId xmlns:a16="http://schemas.microsoft.com/office/drawing/2014/main" id="{C570B36D-0D38-45D2-B25B-7D33CDDE00BA}"/>
                  </a:ext>
                </a:extLst>
              </p:cNvPr>
              <p:cNvSpPr>
                <a:spLocks noChangeArrowheads="1"/>
              </p:cNvSpPr>
              <p:nvPr/>
            </p:nvSpPr>
            <p:spPr bwMode="auto">
              <a:xfrm>
                <a:off x="1009"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7" name="Rectangle 240">
                <a:extLst>
                  <a:ext uri="{FF2B5EF4-FFF2-40B4-BE49-F238E27FC236}">
                    <a16:creationId xmlns:a16="http://schemas.microsoft.com/office/drawing/2014/main" id="{74F22E85-9CE1-4F7C-A701-B5CA0A9BE4D9}"/>
                  </a:ext>
                </a:extLst>
              </p:cNvPr>
              <p:cNvSpPr>
                <a:spLocks noChangeArrowheads="1"/>
              </p:cNvSpPr>
              <p:nvPr/>
            </p:nvSpPr>
            <p:spPr bwMode="auto">
              <a:xfrm>
                <a:off x="1054" y="139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8" name="Rectangle 241">
                <a:extLst>
                  <a:ext uri="{FF2B5EF4-FFF2-40B4-BE49-F238E27FC236}">
                    <a16:creationId xmlns:a16="http://schemas.microsoft.com/office/drawing/2014/main" id="{56D45F17-99AE-46A6-AC8F-0550673EC943}"/>
                  </a:ext>
                </a:extLst>
              </p:cNvPr>
              <p:cNvSpPr>
                <a:spLocks noChangeArrowheads="1"/>
              </p:cNvSpPr>
              <p:nvPr/>
            </p:nvSpPr>
            <p:spPr bwMode="auto">
              <a:xfrm>
                <a:off x="1086"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9" name="Rectangle 242">
                <a:extLst>
                  <a:ext uri="{FF2B5EF4-FFF2-40B4-BE49-F238E27FC236}">
                    <a16:creationId xmlns:a16="http://schemas.microsoft.com/office/drawing/2014/main" id="{9F65FAAA-A9A2-41BE-BAC4-FE26EE3E1541}"/>
                  </a:ext>
                </a:extLst>
              </p:cNvPr>
              <p:cNvSpPr>
                <a:spLocks noChangeArrowheads="1"/>
              </p:cNvSpPr>
              <p:nvPr/>
            </p:nvSpPr>
            <p:spPr bwMode="auto">
              <a:xfrm>
                <a:off x="1129" y="1399"/>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0" name="Rectangle 243">
                <a:extLst>
                  <a:ext uri="{FF2B5EF4-FFF2-40B4-BE49-F238E27FC236}">
                    <a16:creationId xmlns:a16="http://schemas.microsoft.com/office/drawing/2014/main" id="{8898595F-98FC-4FF5-AB84-9347C122A1E0}"/>
                  </a:ext>
                </a:extLst>
              </p:cNvPr>
              <p:cNvSpPr>
                <a:spLocks noChangeArrowheads="1"/>
              </p:cNvSpPr>
              <p:nvPr/>
            </p:nvSpPr>
            <p:spPr bwMode="auto">
              <a:xfrm>
                <a:off x="1157" y="139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1" name="Rectangle 244">
                <a:extLst>
                  <a:ext uri="{FF2B5EF4-FFF2-40B4-BE49-F238E27FC236}">
                    <a16:creationId xmlns:a16="http://schemas.microsoft.com/office/drawing/2014/main" id="{4D49CDA1-91D8-4A39-A9A1-37DBC764A118}"/>
                  </a:ext>
                </a:extLst>
              </p:cNvPr>
              <p:cNvSpPr>
                <a:spLocks noChangeArrowheads="1"/>
              </p:cNvSpPr>
              <p:nvPr/>
            </p:nvSpPr>
            <p:spPr bwMode="auto">
              <a:xfrm>
                <a:off x="1198" y="13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2" name="Rectangle 245">
                <a:extLst>
                  <a:ext uri="{FF2B5EF4-FFF2-40B4-BE49-F238E27FC236}">
                    <a16:creationId xmlns:a16="http://schemas.microsoft.com/office/drawing/2014/main" id="{D5173CD0-8085-42D3-9D12-F78E734306E4}"/>
                  </a:ext>
                </a:extLst>
              </p:cNvPr>
              <p:cNvSpPr>
                <a:spLocks noChangeArrowheads="1"/>
              </p:cNvSpPr>
              <p:nvPr/>
            </p:nvSpPr>
            <p:spPr bwMode="auto">
              <a:xfrm>
                <a:off x="1217" y="139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3" name="Rectangle 246">
                <a:extLst>
                  <a:ext uri="{FF2B5EF4-FFF2-40B4-BE49-F238E27FC236}">
                    <a16:creationId xmlns:a16="http://schemas.microsoft.com/office/drawing/2014/main" id="{284E8751-0D4E-4481-9DDB-95DB555B59DE}"/>
                  </a:ext>
                </a:extLst>
              </p:cNvPr>
              <p:cNvSpPr>
                <a:spLocks noChangeArrowheads="1"/>
              </p:cNvSpPr>
              <p:nvPr/>
            </p:nvSpPr>
            <p:spPr bwMode="auto">
              <a:xfrm>
                <a:off x="1261" y="1399"/>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4" name="Rectangle 247">
                <a:extLst>
                  <a:ext uri="{FF2B5EF4-FFF2-40B4-BE49-F238E27FC236}">
                    <a16:creationId xmlns:a16="http://schemas.microsoft.com/office/drawing/2014/main" id="{B54D7E23-55E0-4529-B18E-9EF1E1D9FBB6}"/>
                  </a:ext>
                </a:extLst>
              </p:cNvPr>
              <p:cNvSpPr>
                <a:spLocks noChangeArrowheads="1"/>
              </p:cNvSpPr>
              <p:nvPr/>
            </p:nvSpPr>
            <p:spPr bwMode="auto">
              <a:xfrm>
                <a:off x="1290" y="139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5" name="Rectangle 248">
                <a:extLst>
                  <a:ext uri="{FF2B5EF4-FFF2-40B4-BE49-F238E27FC236}">
                    <a16:creationId xmlns:a16="http://schemas.microsoft.com/office/drawing/2014/main" id="{D40D10CD-C1BD-444C-8BAA-6E7179D887E6}"/>
                  </a:ext>
                </a:extLst>
              </p:cNvPr>
              <p:cNvSpPr>
                <a:spLocks noChangeArrowheads="1"/>
              </p:cNvSpPr>
              <p:nvPr/>
            </p:nvSpPr>
            <p:spPr bwMode="auto">
              <a:xfrm>
                <a:off x="711" y="1497"/>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6" name="Rectangle 249">
                <a:extLst>
                  <a:ext uri="{FF2B5EF4-FFF2-40B4-BE49-F238E27FC236}">
                    <a16:creationId xmlns:a16="http://schemas.microsoft.com/office/drawing/2014/main" id="{FA965F9E-55BB-49F8-A042-B6ECE9603982}"/>
                  </a:ext>
                </a:extLst>
              </p:cNvPr>
              <p:cNvSpPr>
                <a:spLocks noChangeArrowheads="1"/>
              </p:cNvSpPr>
              <p:nvPr/>
            </p:nvSpPr>
            <p:spPr bwMode="auto">
              <a:xfrm>
                <a:off x="742" y="1497"/>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7" name="Rectangle 250">
                <a:extLst>
                  <a:ext uri="{FF2B5EF4-FFF2-40B4-BE49-F238E27FC236}">
                    <a16:creationId xmlns:a16="http://schemas.microsoft.com/office/drawing/2014/main" id="{9271A698-1C8A-4523-91F1-59E1713758B6}"/>
                  </a:ext>
                </a:extLst>
              </p:cNvPr>
              <p:cNvSpPr>
                <a:spLocks noChangeArrowheads="1"/>
              </p:cNvSpPr>
              <p:nvPr/>
            </p:nvSpPr>
            <p:spPr bwMode="auto">
              <a:xfrm>
                <a:off x="780" y="1497"/>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8" name="Rectangle 251">
                <a:extLst>
                  <a:ext uri="{FF2B5EF4-FFF2-40B4-BE49-F238E27FC236}">
                    <a16:creationId xmlns:a16="http://schemas.microsoft.com/office/drawing/2014/main" id="{43FB143B-3DCB-428A-8BB2-557FCA8D939E}"/>
                  </a:ext>
                </a:extLst>
              </p:cNvPr>
              <p:cNvSpPr>
                <a:spLocks noChangeArrowheads="1"/>
              </p:cNvSpPr>
              <p:nvPr/>
            </p:nvSpPr>
            <p:spPr bwMode="auto">
              <a:xfrm>
                <a:off x="846" y="14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9" name="Rectangle 252">
                <a:extLst>
                  <a:ext uri="{FF2B5EF4-FFF2-40B4-BE49-F238E27FC236}">
                    <a16:creationId xmlns:a16="http://schemas.microsoft.com/office/drawing/2014/main" id="{4B44AE18-6E3B-48D9-99DA-71E6BCDD9970}"/>
                  </a:ext>
                </a:extLst>
              </p:cNvPr>
              <p:cNvSpPr>
                <a:spLocks noChangeArrowheads="1"/>
              </p:cNvSpPr>
              <p:nvPr/>
            </p:nvSpPr>
            <p:spPr bwMode="auto">
              <a:xfrm>
                <a:off x="889" y="1497"/>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0" name="Rectangle 253">
                <a:extLst>
                  <a:ext uri="{FF2B5EF4-FFF2-40B4-BE49-F238E27FC236}">
                    <a16:creationId xmlns:a16="http://schemas.microsoft.com/office/drawing/2014/main" id="{528FD5DA-FFD3-4E88-BD8D-925DB284A739}"/>
                  </a:ext>
                </a:extLst>
              </p:cNvPr>
              <p:cNvSpPr>
                <a:spLocks noChangeArrowheads="1"/>
              </p:cNvSpPr>
              <p:nvPr/>
            </p:nvSpPr>
            <p:spPr bwMode="auto">
              <a:xfrm>
                <a:off x="915" y="14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1" name="Rectangle 254">
                <a:extLst>
                  <a:ext uri="{FF2B5EF4-FFF2-40B4-BE49-F238E27FC236}">
                    <a16:creationId xmlns:a16="http://schemas.microsoft.com/office/drawing/2014/main" id="{BBD98833-A034-4EA8-871C-CC8423B203C8}"/>
                  </a:ext>
                </a:extLst>
              </p:cNvPr>
              <p:cNvSpPr>
                <a:spLocks noChangeArrowheads="1"/>
              </p:cNvSpPr>
              <p:nvPr/>
            </p:nvSpPr>
            <p:spPr bwMode="auto">
              <a:xfrm>
                <a:off x="960" y="1497"/>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2" name="Rectangle 255">
                <a:extLst>
                  <a:ext uri="{FF2B5EF4-FFF2-40B4-BE49-F238E27FC236}">
                    <a16:creationId xmlns:a16="http://schemas.microsoft.com/office/drawing/2014/main" id="{289B8013-6030-4628-BAE7-45695A68FF5D}"/>
                  </a:ext>
                </a:extLst>
              </p:cNvPr>
              <p:cNvSpPr>
                <a:spLocks noChangeArrowheads="1"/>
              </p:cNvSpPr>
              <p:nvPr/>
            </p:nvSpPr>
            <p:spPr bwMode="auto">
              <a:xfrm>
                <a:off x="1026" y="1497"/>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3" name="Rectangle 256">
                <a:extLst>
                  <a:ext uri="{FF2B5EF4-FFF2-40B4-BE49-F238E27FC236}">
                    <a16:creationId xmlns:a16="http://schemas.microsoft.com/office/drawing/2014/main" id="{214D4D1F-AAC8-4559-9A44-FD6E57A997BC}"/>
                  </a:ext>
                </a:extLst>
              </p:cNvPr>
              <p:cNvSpPr>
                <a:spLocks noChangeArrowheads="1"/>
              </p:cNvSpPr>
              <p:nvPr/>
            </p:nvSpPr>
            <p:spPr bwMode="auto">
              <a:xfrm>
                <a:off x="1058" y="1497"/>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4" name="Rectangle 257">
                <a:extLst>
                  <a:ext uri="{FF2B5EF4-FFF2-40B4-BE49-F238E27FC236}">
                    <a16:creationId xmlns:a16="http://schemas.microsoft.com/office/drawing/2014/main" id="{EF6064BA-273E-40E5-8358-AA6B601746E3}"/>
                  </a:ext>
                </a:extLst>
              </p:cNvPr>
              <p:cNvSpPr>
                <a:spLocks noChangeArrowheads="1"/>
              </p:cNvSpPr>
              <p:nvPr/>
            </p:nvSpPr>
            <p:spPr bwMode="auto">
              <a:xfrm>
                <a:off x="1078" y="1497"/>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5" name="Rectangle 258">
                <a:extLst>
                  <a:ext uri="{FF2B5EF4-FFF2-40B4-BE49-F238E27FC236}">
                    <a16:creationId xmlns:a16="http://schemas.microsoft.com/office/drawing/2014/main" id="{C378A6E1-2CA9-461D-B528-D4BE51174307}"/>
                  </a:ext>
                </a:extLst>
              </p:cNvPr>
              <p:cNvSpPr>
                <a:spLocks noChangeArrowheads="1"/>
              </p:cNvSpPr>
              <p:nvPr/>
            </p:nvSpPr>
            <p:spPr bwMode="auto">
              <a:xfrm>
                <a:off x="1097" y="1497"/>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6" name="Rectangle 259">
                <a:extLst>
                  <a:ext uri="{FF2B5EF4-FFF2-40B4-BE49-F238E27FC236}">
                    <a16:creationId xmlns:a16="http://schemas.microsoft.com/office/drawing/2014/main" id="{14BEB2CE-1D6C-4086-BC4D-6B761386EF39}"/>
                  </a:ext>
                </a:extLst>
              </p:cNvPr>
              <p:cNvSpPr>
                <a:spLocks noChangeArrowheads="1"/>
              </p:cNvSpPr>
              <p:nvPr/>
            </p:nvSpPr>
            <p:spPr bwMode="auto">
              <a:xfrm>
                <a:off x="1137" y="14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7" name="Rectangle 260">
                <a:extLst>
                  <a:ext uri="{FF2B5EF4-FFF2-40B4-BE49-F238E27FC236}">
                    <a16:creationId xmlns:a16="http://schemas.microsoft.com/office/drawing/2014/main" id="{B272D743-DFF4-4D8D-9470-AAFA93E8A8BF}"/>
                  </a:ext>
                </a:extLst>
              </p:cNvPr>
              <p:cNvSpPr>
                <a:spLocks noChangeArrowheads="1"/>
              </p:cNvSpPr>
              <p:nvPr/>
            </p:nvSpPr>
            <p:spPr bwMode="auto">
              <a:xfrm>
                <a:off x="1180" y="149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8" name="Rectangle 261">
                <a:extLst>
                  <a:ext uri="{FF2B5EF4-FFF2-40B4-BE49-F238E27FC236}">
                    <a16:creationId xmlns:a16="http://schemas.microsoft.com/office/drawing/2014/main" id="{23E52EEB-18D4-4B3A-804A-81AC778E726A}"/>
                  </a:ext>
                </a:extLst>
              </p:cNvPr>
              <p:cNvSpPr>
                <a:spLocks noChangeArrowheads="1"/>
              </p:cNvSpPr>
              <p:nvPr/>
            </p:nvSpPr>
            <p:spPr bwMode="auto">
              <a:xfrm>
                <a:off x="804" y="1596"/>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9" name="Rectangle 262">
                <a:extLst>
                  <a:ext uri="{FF2B5EF4-FFF2-40B4-BE49-F238E27FC236}">
                    <a16:creationId xmlns:a16="http://schemas.microsoft.com/office/drawing/2014/main" id="{482A6620-7829-4D22-A831-58D3DE240E61}"/>
                  </a:ext>
                </a:extLst>
              </p:cNvPr>
              <p:cNvSpPr>
                <a:spLocks noChangeArrowheads="1"/>
              </p:cNvSpPr>
              <p:nvPr/>
            </p:nvSpPr>
            <p:spPr bwMode="auto">
              <a:xfrm>
                <a:off x="848" y="1596"/>
                <a:ext cx="10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0" name="Rectangle 263">
                <a:extLst>
                  <a:ext uri="{FF2B5EF4-FFF2-40B4-BE49-F238E27FC236}">
                    <a16:creationId xmlns:a16="http://schemas.microsoft.com/office/drawing/2014/main" id="{BEB83CE5-8C73-4CC2-BEF8-5DA5FA3847D0}"/>
                  </a:ext>
                </a:extLst>
              </p:cNvPr>
              <p:cNvSpPr>
                <a:spLocks noChangeArrowheads="1"/>
              </p:cNvSpPr>
              <p:nvPr/>
            </p:nvSpPr>
            <p:spPr bwMode="auto">
              <a:xfrm>
                <a:off x="902" y="1596"/>
                <a:ext cx="9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1" name="Rectangle 264">
                <a:extLst>
                  <a:ext uri="{FF2B5EF4-FFF2-40B4-BE49-F238E27FC236}">
                    <a16:creationId xmlns:a16="http://schemas.microsoft.com/office/drawing/2014/main" id="{BEAB5787-6B68-447F-BE17-1B7A31757675}"/>
                  </a:ext>
                </a:extLst>
              </p:cNvPr>
              <p:cNvSpPr>
                <a:spLocks noChangeArrowheads="1"/>
              </p:cNvSpPr>
              <p:nvPr/>
            </p:nvSpPr>
            <p:spPr bwMode="auto">
              <a:xfrm>
                <a:off x="949" y="1596"/>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2" name="Rectangle 265">
                <a:extLst>
                  <a:ext uri="{FF2B5EF4-FFF2-40B4-BE49-F238E27FC236}">
                    <a16:creationId xmlns:a16="http://schemas.microsoft.com/office/drawing/2014/main" id="{FAE8CD01-8B80-48B8-B7C4-EA5BA0142C97}"/>
                  </a:ext>
                </a:extLst>
              </p:cNvPr>
              <p:cNvSpPr>
                <a:spLocks noChangeArrowheads="1"/>
              </p:cNvSpPr>
              <p:nvPr/>
            </p:nvSpPr>
            <p:spPr bwMode="auto">
              <a:xfrm>
                <a:off x="970" y="1596"/>
                <a:ext cx="10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3" name="Rectangle 266">
                <a:extLst>
                  <a:ext uri="{FF2B5EF4-FFF2-40B4-BE49-F238E27FC236}">
                    <a16:creationId xmlns:a16="http://schemas.microsoft.com/office/drawing/2014/main" id="{53F06A37-B9E6-4739-8164-05BCB45B25EC}"/>
                  </a:ext>
                </a:extLst>
              </p:cNvPr>
              <p:cNvSpPr>
                <a:spLocks noChangeArrowheads="1"/>
              </p:cNvSpPr>
              <p:nvPr/>
            </p:nvSpPr>
            <p:spPr bwMode="auto">
              <a:xfrm>
                <a:off x="1021" y="1596"/>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4" name="Rectangle 267">
                <a:extLst>
                  <a:ext uri="{FF2B5EF4-FFF2-40B4-BE49-F238E27FC236}">
                    <a16:creationId xmlns:a16="http://schemas.microsoft.com/office/drawing/2014/main" id="{F5037EA4-BBB7-425B-BC55-432D8CE25FD3}"/>
                  </a:ext>
                </a:extLst>
              </p:cNvPr>
              <p:cNvSpPr>
                <a:spLocks noChangeArrowheads="1"/>
              </p:cNvSpPr>
              <p:nvPr/>
            </p:nvSpPr>
            <p:spPr bwMode="auto">
              <a:xfrm>
                <a:off x="1046" y="1596"/>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5" name="Rectangle 268">
                <a:extLst>
                  <a:ext uri="{FF2B5EF4-FFF2-40B4-BE49-F238E27FC236}">
                    <a16:creationId xmlns:a16="http://schemas.microsoft.com/office/drawing/2014/main" id="{947F5BE2-8A4A-47CF-8C85-0F8B305E9A7B}"/>
                  </a:ext>
                </a:extLst>
              </p:cNvPr>
              <p:cNvSpPr>
                <a:spLocks noChangeArrowheads="1"/>
              </p:cNvSpPr>
              <p:nvPr/>
            </p:nvSpPr>
            <p:spPr bwMode="auto">
              <a:xfrm>
                <a:off x="1088" y="1596"/>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6" name="Rectangle 269">
                <a:extLst>
                  <a:ext uri="{FF2B5EF4-FFF2-40B4-BE49-F238E27FC236}">
                    <a16:creationId xmlns:a16="http://schemas.microsoft.com/office/drawing/2014/main" id="{64E92FB7-046A-4B23-AA95-566E8C80B441}"/>
                  </a:ext>
                </a:extLst>
              </p:cNvPr>
              <p:cNvSpPr>
                <a:spLocks noChangeArrowheads="1"/>
              </p:cNvSpPr>
              <p:nvPr/>
            </p:nvSpPr>
            <p:spPr bwMode="auto">
              <a:xfrm>
                <a:off x="3461" y="109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7" name="Rectangle 270">
                <a:extLst>
                  <a:ext uri="{FF2B5EF4-FFF2-40B4-BE49-F238E27FC236}">
                    <a16:creationId xmlns:a16="http://schemas.microsoft.com/office/drawing/2014/main" id="{A4910D19-7369-41E2-B15E-694249216264}"/>
                  </a:ext>
                </a:extLst>
              </p:cNvPr>
              <p:cNvSpPr>
                <a:spLocks noChangeArrowheads="1"/>
              </p:cNvSpPr>
              <p:nvPr/>
            </p:nvSpPr>
            <p:spPr bwMode="auto">
              <a:xfrm>
                <a:off x="3504" y="1093"/>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8" name="Rectangle 271">
                <a:extLst>
                  <a:ext uri="{FF2B5EF4-FFF2-40B4-BE49-F238E27FC236}">
                    <a16:creationId xmlns:a16="http://schemas.microsoft.com/office/drawing/2014/main" id="{E14C3849-879A-4F4A-B548-0B814956E0A9}"/>
                  </a:ext>
                </a:extLst>
              </p:cNvPr>
              <p:cNvSpPr>
                <a:spLocks noChangeArrowheads="1"/>
              </p:cNvSpPr>
              <p:nvPr/>
            </p:nvSpPr>
            <p:spPr bwMode="auto">
              <a:xfrm>
                <a:off x="3545" y="1093"/>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9" name="Rectangle 272">
                <a:extLst>
                  <a:ext uri="{FF2B5EF4-FFF2-40B4-BE49-F238E27FC236}">
                    <a16:creationId xmlns:a16="http://schemas.microsoft.com/office/drawing/2014/main" id="{D081D027-1A0A-4540-85B8-6D1E5638DE3C}"/>
                  </a:ext>
                </a:extLst>
              </p:cNvPr>
              <p:cNvSpPr>
                <a:spLocks noChangeArrowheads="1"/>
              </p:cNvSpPr>
              <p:nvPr/>
            </p:nvSpPr>
            <p:spPr bwMode="auto">
              <a:xfrm>
                <a:off x="3575" y="1093"/>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0" name="Rectangle 273">
                <a:extLst>
                  <a:ext uri="{FF2B5EF4-FFF2-40B4-BE49-F238E27FC236}">
                    <a16:creationId xmlns:a16="http://schemas.microsoft.com/office/drawing/2014/main" id="{998B67CE-DCD6-4C90-A4E7-1945916F4F4D}"/>
                  </a:ext>
                </a:extLst>
              </p:cNvPr>
              <p:cNvSpPr>
                <a:spLocks noChangeArrowheads="1"/>
              </p:cNvSpPr>
              <p:nvPr/>
            </p:nvSpPr>
            <p:spPr bwMode="auto">
              <a:xfrm>
                <a:off x="3595" y="109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1" name="Rectangle 274">
                <a:extLst>
                  <a:ext uri="{FF2B5EF4-FFF2-40B4-BE49-F238E27FC236}">
                    <a16:creationId xmlns:a16="http://schemas.microsoft.com/office/drawing/2014/main" id="{CF0A8F96-2441-4879-B3C6-0973BB4D558C}"/>
                  </a:ext>
                </a:extLst>
              </p:cNvPr>
              <p:cNvSpPr>
                <a:spLocks noChangeArrowheads="1"/>
              </p:cNvSpPr>
              <p:nvPr/>
            </p:nvSpPr>
            <p:spPr bwMode="auto">
              <a:xfrm>
                <a:off x="3639" y="109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2" name="Rectangle 275">
                <a:extLst>
                  <a:ext uri="{FF2B5EF4-FFF2-40B4-BE49-F238E27FC236}">
                    <a16:creationId xmlns:a16="http://schemas.microsoft.com/office/drawing/2014/main" id="{1AB410F3-0776-4210-A611-03F648C9390F}"/>
                  </a:ext>
                </a:extLst>
              </p:cNvPr>
              <p:cNvSpPr>
                <a:spLocks noChangeArrowheads="1"/>
              </p:cNvSpPr>
              <p:nvPr/>
            </p:nvSpPr>
            <p:spPr bwMode="auto">
              <a:xfrm>
                <a:off x="3684" y="1093"/>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3" name="Rectangle 276">
                <a:extLst>
                  <a:ext uri="{FF2B5EF4-FFF2-40B4-BE49-F238E27FC236}">
                    <a16:creationId xmlns:a16="http://schemas.microsoft.com/office/drawing/2014/main" id="{4AA464A6-9BA9-408E-8DEA-F648C7225FE0}"/>
                  </a:ext>
                </a:extLst>
              </p:cNvPr>
              <p:cNvSpPr>
                <a:spLocks noChangeArrowheads="1"/>
              </p:cNvSpPr>
              <p:nvPr/>
            </p:nvSpPr>
            <p:spPr bwMode="auto">
              <a:xfrm>
                <a:off x="3704" y="1093"/>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4" name="Rectangle 277">
                <a:extLst>
                  <a:ext uri="{FF2B5EF4-FFF2-40B4-BE49-F238E27FC236}">
                    <a16:creationId xmlns:a16="http://schemas.microsoft.com/office/drawing/2014/main" id="{1C28B3CE-1D56-4DDC-BF55-A87C74FDA3BB}"/>
                  </a:ext>
                </a:extLst>
              </p:cNvPr>
              <p:cNvSpPr>
                <a:spLocks noChangeArrowheads="1"/>
              </p:cNvSpPr>
              <p:nvPr/>
            </p:nvSpPr>
            <p:spPr bwMode="auto">
              <a:xfrm>
                <a:off x="2866" y="1078"/>
                <a:ext cx="10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5" name="Rectangle 278">
                <a:extLst>
                  <a:ext uri="{FF2B5EF4-FFF2-40B4-BE49-F238E27FC236}">
                    <a16:creationId xmlns:a16="http://schemas.microsoft.com/office/drawing/2014/main" id="{A09715EF-54D8-4766-875F-3D1263C20CB3}"/>
                  </a:ext>
                </a:extLst>
              </p:cNvPr>
              <p:cNvSpPr>
                <a:spLocks noChangeArrowheads="1"/>
              </p:cNvSpPr>
              <p:nvPr/>
            </p:nvSpPr>
            <p:spPr bwMode="auto">
              <a:xfrm>
                <a:off x="2918" y="1078"/>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6" name="Rectangle 279">
                <a:extLst>
                  <a:ext uri="{FF2B5EF4-FFF2-40B4-BE49-F238E27FC236}">
                    <a16:creationId xmlns:a16="http://schemas.microsoft.com/office/drawing/2014/main" id="{7DB90822-3959-4DEC-BD7E-C8C4F037B294}"/>
                  </a:ext>
                </a:extLst>
              </p:cNvPr>
              <p:cNvSpPr>
                <a:spLocks noChangeArrowheads="1"/>
              </p:cNvSpPr>
              <p:nvPr/>
            </p:nvSpPr>
            <p:spPr bwMode="auto">
              <a:xfrm>
                <a:off x="2959" y="1078"/>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7" name="Rectangle 280">
                <a:extLst>
                  <a:ext uri="{FF2B5EF4-FFF2-40B4-BE49-F238E27FC236}">
                    <a16:creationId xmlns:a16="http://schemas.microsoft.com/office/drawing/2014/main" id="{74F0DDDA-F31B-4C61-BE2D-E71AEAE9DDCE}"/>
                  </a:ext>
                </a:extLst>
              </p:cNvPr>
              <p:cNvSpPr>
                <a:spLocks noChangeArrowheads="1"/>
              </p:cNvSpPr>
              <p:nvPr/>
            </p:nvSpPr>
            <p:spPr bwMode="auto">
              <a:xfrm>
                <a:off x="2979" y="1078"/>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8" name="Rectangle 281">
                <a:extLst>
                  <a:ext uri="{FF2B5EF4-FFF2-40B4-BE49-F238E27FC236}">
                    <a16:creationId xmlns:a16="http://schemas.microsoft.com/office/drawing/2014/main" id="{4F9A30F1-ED65-4EA1-8D11-DA85105ACA07}"/>
                  </a:ext>
                </a:extLst>
              </p:cNvPr>
              <p:cNvSpPr>
                <a:spLocks noChangeArrowheads="1"/>
              </p:cNvSpPr>
              <p:nvPr/>
            </p:nvSpPr>
            <p:spPr bwMode="auto">
              <a:xfrm>
                <a:off x="2999" y="1078"/>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9" name="Freeform 282">
                <a:extLst>
                  <a:ext uri="{FF2B5EF4-FFF2-40B4-BE49-F238E27FC236}">
                    <a16:creationId xmlns:a16="http://schemas.microsoft.com/office/drawing/2014/main" id="{FBFBA166-24A9-4139-8BDE-A9DD130896A1}"/>
                  </a:ext>
                </a:extLst>
              </p:cNvPr>
              <p:cNvSpPr>
                <a:spLocks noEditPoints="1"/>
              </p:cNvSpPr>
              <p:nvPr/>
            </p:nvSpPr>
            <p:spPr bwMode="auto">
              <a:xfrm>
                <a:off x="3036" y="1988"/>
                <a:ext cx="548" cy="31"/>
              </a:xfrm>
              <a:custGeom>
                <a:avLst/>
                <a:gdLst>
                  <a:gd name="T0" fmla="*/ 1410 w 1410"/>
                  <a:gd name="T1" fmla="*/ 35 h 80"/>
                  <a:gd name="T2" fmla="*/ 1410 w 1410"/>
                  <a:gd name="T3" fmla="*/ 35 h 80"/>
                  <a:gd name="T4" fmla="*/ 66 w 1410"/>
                  <a:gd name="T5" fmla="*/ 35 h 80"/>
                  <a:gd name="T6" fmla="*/ 66 w 1410"/>
                  <a:gd name="T7" fmla="*/ 45 h 80"/>
                  <a:gd name="T8" fmla="*/ 1410 w 1410"/>
                  <a:gd name="T9" fmla="*/ 45 h 80"/>
                  <a:gd name="T10" fmla="*/ 1410 w 1410"/>
                  <a:gd name="T11" fmla="*/ 35 h 80"/>
                  <a:gd name="T12" fmla="*/ 80 w 1410"/>
                  <a:gd name="T13" fmla="*/ 0 h 80"/>
                  <a:gd name="T14" fmla="*/ 80 w 1410"/>
                  <a:gd name="T15" fmla="*/ 0 h 80"/>
                  <a:gd name="T16" fmla="*/ 0 w 1410"/>
                  <a:gd name="T17" fmla="*/ 40 h 80"/>
                  <a:gd name="T18" fmla="*/ 80 w 1410"/>
                  <a:gd name="T19" fmla="*/ 80 h 80"/>
                  <a:gd name="T20" fmla="*/ 80 w 141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0" h="80">
                    <a:moveTo>
                      <a:pt x="1410" y="35"/>
                    </a:moveTo>
                    <a:lnTo>
                      <a:pt x="1410" y="35"/>
                    </a:lnTo>
                    <a:lnTo>
                      <a:pt x="66" y="35"/>
                    </a:lnTo>
                    <a:lnTo>
                      <a:pt x="66" y="45"/>
                    </a:lnTo>
                    <a:lnTo>
                      <a:pt x="1410" y="45"/>
                    </a:lnTo>
                    <a:lnTo>
                      <a:pt x="1410" y="35"/>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0" name="Freeform 283">
                <a:extLst>
                  <a:ext uri="{FF2B5EF4-FFF2-40B4-BE49-F238E27FC236}">
                    <a16:creationId xmlns:a16="http://schemas.microsoft.com/office/drawing/2014/main" id="{CA65569E-BA17-4C1A-B7FA-A91411559676}"/>
                  </a:ext>
                </a:extLst>
              </p:cNvPr>
              <p:cNvSpPr>
                <a:spLocks/>
              </p:cNvSpPr>
              <p:nvPr/>
            </p:nvSpPr>
            <p:spPr bwMode="auto">
              <a:xfrm>
                <a:off x="1655" y="1040"/>
                <a:ext cx="610" cy="606"/>
              </a:xfrm>
              <a:custGeom>
                <a:avLst/>
                <a:gdLst>
                  <a:gd name="T0" fmla="*/ 0 w 1573"/>
                  <a:gd name="T1" fmla="*/ 0 h 1560"/>
                  <a:gd name="T2" fmla="*/ 0 w 1573"/>
                  <a:gd name="T3" fmla="*/ 0 h 1560"/>
                  <a:gd name="T4" fmla="*/ 1573 w 1573"/>
                  <a:gd name="T5" fmla="*/ 0 h 1560"/>
                  <a:gd name="T6" fmla="*/ 1573 w 1573"/>
                  <a:gd name="T7" fmla="*/ 1560 h 1560"/>
                  <a:gd name="T8" fmla="*/ 0 w 1573"/>
                  <a:gd name="T9" fmla="*/ 1560 h 1560"/>
                  <a:gd name="T10" fmla="*/ 0 w 1573"/>
                  <a:gd name="T11" fmla="*/ 0 h 1560"/>
                </a:gdLst>
                <a:ahLst/>
                <a:cxnLst>
                  <a:cxn ang="0">
                    <a:pos x="T0" y="T1"/>
                  </a:cxn>
                  <a:cxn ang="0">
                    <a:pos x="T2" y="T3"/>
                  </a:cxn>
                  <a:cxn ang="0">
                    <a:pos x="T4" y="T5"/>
                  </a:cxn>
                  <a:cxn ang="0">
                    <a:pos x="T6" y="T7"/>
                  </a:cxn>
                  <a:cxn ang="0">
                    <a:pos x="T8" y="T9"/>
                  </a:cxn>
                  <a:cxn ang="0">
                    <a:pos x="T10" y="T11"/>
                  </a:cxn>
                </a:cxnLst>
                <a:rect l="0" t="0" r="r" b="b"/>
                <a:pathLst>
                  <a:path w="1573" h="1560">
                    <a:moveTo>
                      <a:pt x="0" y="0"/>
                    </a:moveTo>
                    <a:lnTo>
                      <a:pt x="0" y="0"/>
                    </a:lnTo>
                    <a:lnTo>
                      <a:pt x="1573" y="0"/>
                    </a:lnTo>
                    <a:lnTo>
                      <a:pt x="1573" y="1560"/>
                    </a:lnTo>
                    <a:lnTo>
                      <a:pt x="0" y="1560"/>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41" name="Freeform 284">
                <a:extLst>
                  <a:ext uri="{FF2B5EF4-FFF2-40B4-BE49-F238E27FC236}">
                    <a16:creationId xmlns:a16="http://schemas.microsoft.com/office/drawing/2014/main" id="{F8ED6E10-3B46-4F48-AFF2-80F2374576C6}"/>
                  </a:ext>
                </a:extLst>
              </p:cNvPr>
              <p:cNvSpPr>
                <a:spLocks/>
              </p:cNvSpPr>
              <p:nvPr/>
            </p:nvSpPr>
            <p:spPr bwMode="auto">
              <a:xfrm>
                <a:off x="1655" y="1040"/>
                <a:ext cx="610" cy="606"/>
              </a:xfrm>
              <a:custGeom>
                <a:avLst/>
                <a:gdLst>
                  <a:gd name="T0" fmla="*/ 0 w 1573"/>
                  <a:gd name="T1" fmla="*/ 0 h 1560"/>
                  <a:gd name="T2" fmla="*/ 0 w 1573"/>
                  <a:gd name="T3" fmla="*/ 0 h 1560"/>
                  <a:gd name="T4" fmla="*/ 1573 w 1573"/>
                  <a:gd name="T5" fmla="*/ 0 h 1560"/>
                  <a:gd name="T6" fmla="*/ 1573 w 1573"/>
                  <a:gd name="T7" fmla="*/ 1560 h 1560"/>
                  <a:gd name="T8" fmla="*/ 0 w 1573"/>
                  <a:gd name="T9" fmla="*/ 1560 h 1560"/>
                  <a:gd name="T10" fmla="*/ 0 w 1573"/>
                  <a:gd name="T11" fmla="*/ 0 h 1560"/>
                </a:gdLst>
                <a:ahLst/>
                <a:cxnLst>
                  <a:cxn ang="0">
                    <a:pos x="T0" y="T1"/>
                  </a:cxn>
                  <a:cxn ang="0">
                    <a:pos x="T2" y="T3"/>
                  </a:cxn>
                  <a:cxn ang="0">
                    <a:pos x="T4" y="T5"/>
                  </a:cxn>
                  <a:cxn ang="0">
                    <a:pos x="T6" y="T7"/>
                  </a:cxn>
                  <a:cxn ang="0">
                    <a:pos x="T8" y="T9"/>
                  </a:cxn>
                  <a:cxn ang="0">
                    <a:pos x="T10" y="T11"/>
                  </a:cxn>
                </a:cxnLst>
                <a:rect l="0" t="0" r="r" b="b"/>
                <a:pathLst>
                  <a:path w="1573" h="1560">
                    <a:moveTo>
                      <a:pt x="0" y="0"/>
                    </a:moveTo>
                    <a:lnTo>
                      <a:pt x="0" y="0"/>
                    </a:lnTo>
                    <a:lnTo>
                      <a:pt x="1573" y="0"/>
                    </a:lnTo>
                    <a:lnTo>
                      <a:pt x="1573" y="1560"/>
                    </a:lnTo>
                    <a:lnTo>
                      <a:pt x="0" y="1560"/>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2" name="Rectangle 285">
                <a:extLst>
                  <a:ext uri="{FF2B5EF4-FFF2-40B4-BE49-F238E27FC236}">
                    <a16:creationId xmlns:a16="http://schemas.microsoft.com/office/drawing/2014/main" id="{BAD51215-4FEF-4CA0-9A13-CF25A5293611}"/>
                  </a:ext>
                </a:extLst>
              </p:cNvPr>
              <p:cNvSpPr>
                <a:spLocks noChangeArrowheads="1"/>
              </p:cNvSpPr>
              <p:nvPr/>
            </p:nvSpPr>
            <p:spPr bwMode="auto">
              <a:xfrm>
                <a:off x="1709" y="1093"/>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3" name="Rectangle 286">
                <a:extLst>
                  <a:ext uri="{FF2B5EF4-FFF2-40B4-BE49-F238E27FC236}">
                    <a16:creationId xmlns:a16="http://schemas.microsoft.com/office/drawing/2014/main" id="{E3DE654F-F009-4548-940A-A28AA7928F0B}"/>
                  </a:ext>
                </a:extLst>
              </p:cNvPr>
              <p:cNvSpPr>
                <a:spLocks noChangeArrowheads="1"/>
              </p:cNvSpPr>
              <p:nvPr/>
            </p:nvSpPr>
            <p:spPr bwMode="auto">
              <a:xfrm>
                <a:off x="1750" y="1093"/>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4" name="Rectangle 287">
                <a:extLst>
                  <a:ext uri="{FF2B5EF4-FFF2-40B4-BE49-F238E27FC236}">
                    <a16:creationId xmlns:a16="http://schemas.microsoft.com/office/drawing/2014/main" id="{1CC0E05A-2632-4D77-97A2-ACFAE983C1D1}"/>
                  </a:ext>
                </a:extLst>
              </p:cNvPr>
              <p:cNvSpPr>
                <a:spLocks noChangeArrowheads="1"/>
              </p:cNvSpPr>
              <p:nvPr/>
            </p:nvSpPr>
            <p:spPr bwMode="auto">
              <a:xfrm>
                <a:off x="1786" y="109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5" name="Rectangle 288">
                <a:extLst>
                  <a:ext uri="{FF2B5EF4-FFF2-40B4-BE49-F238E27FC236}">
                    <a16:creationId xmlns:a16="http://schemas.microsoft.com/office/drawing/2014/main" id="{CB5BD75B-6A41-4E23-9A42-0C87B8B7C562}"/>
                  </a:ext>
                </a:extLst>
              </p:cNvPr>
              <p:cNvSpPr>
                <a:spLocks noChangeArrowheads="1"/>
              </p:cNvSpPr>
              <p:nvPr/>
            </p:nvSpPr>
            <p:spPr bwMode="auto">
              <a:xfrm>
                <a:off x="1829" y="109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6" name="Rectangle 289">
                <a:extLst>
                  <a:ext uri="{FF2B5EF4-FFF2-40B4-BE49-F238E27FC236}">
                    <a16:creationId xmlns:a16="http://schemas.microsoft.com/office/drawing/2014/main" id="{EE56259E-B559-4505-8EDC-21006B67BF92}"/>
                  </a:ext>
                </a:extLst>
              </p:cNvPr>
              <p:cNvSpPr>
                <a:spLocks noChangeArrowheads="1"/>
              </p:cNvSpPr>
              <p:nvPr/>
            </p:nvSpPr>
            <p:spPr bwMode="auto">
              <a:xfrm>
                <a:off x="1873" y="109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7" name="Rectangle 290">
                <a:extLst>
                  <a:ext uri="{FF2B5EF4-FFF2-40B4-BE49-F238E27FC236}">
                    <a16:creationId xmlns:a16="http://schemas.microsoft.com/office/drawing/2014/main" id="{7B405829-99B0-4662-98AD-4E71BB874BB1}"/>
                  </a:ext>
                </a:extLst>
              </p:cNvPr>
              <p:cNvSpPr>
                <a:spLocks noChangeArrowheads="1"/>
              </p:cNvSpPr>
              <p:nvPr/>
            </p:nvSpPr>
            <p:spPr bwMode="auto">
              <a:xfrm>
                <a:off x="1905" y="109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8" name="Rectangle 291">
                <a:extLst>
                  <a:ext uri="{FF2B5EF4-FFF2-40B4-BE49-F238E27FC236}">
                    <a16:creationId xmlns:a16="http://schemas.microsoft.com/office/drawing/2014/main" id="{C5689306-2D55-4576-A3B5-D67FFD858BF6}"/>
                  </a:ext>
                </a:extLst>
              </p:cNvPr>
              <p:cNvSpPr>
                <a:spLocks noChangeArrowheads="1"/>
              </p:cNvSpPr>
              <p:nvPr/>
            </p:nvSpPr>
            <p:spPr bwMode="auto">
              <a:xfrm>
                <a:off x="1948" y="1093"/>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9" name="Rectangle 292">
                <a:extLst>
                  <a:ext uri="{FF2B5EF4-FFF2-40B4-BE49-F238E27FC236}">
                    <a16:creationId xmlns:a16="http://schemas.microsoft.com/office/drawing/2014/main" id="{F650E113-5542-4355-BEA9-745882A09CD0}"/>
                  </a:ext>
                </a:extLst>
              </p:cNvPr>
              <p:cNvSpPr>
                <a:spLocks noChangeArrowheads="1"/>
              </p:cNvSpPr>
              <p:nvPr/>
            </p:nvSpPr>
            <p:spPr bwMode="auto">
              <a:xfrm>
                <a:off x="1976" y="109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0" name="Rectangle 293">
                <a:extLst>
                  <a:ext uri="{FF2B5EF4-FFF2-40B4-BE49-F238E27FC236}">
                    <a16:creationId xmlns:a16="http://schemas.microsoft.com/office/drawing/2014/main" id="{2B3F712D-17D9-45DC-A184-0470849C736E}"/>
                  </a:ext>
                </a:extLst>
              </p:cNvPr>
              <p:cNvSpPr>
                <a:spLocks noChangeArrowheads="1"/>
              </p:cNvSpPr>
              <p:nvPr/>
            </p:nvSpPr>
            <p:spPr bwMode="auto">
              <a:xfrm>
                <a:off x="2018" y="109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1" name="Rectangle 294">
                <a:extLst>
                  <a:ext uri="{FF2B5EF4-FFF2-40B4-BE49-F238E27FC236}">
                    <a16:creationId xmlns:a16="http://schemas.microsoft.com/office/drawing/2014/main" id="{EDE8B220-6617-4161-9F2A-3025DA4CB7D5}"/>
                  </a:ext>
                </a:extLst>
              </p:cNvPr>
              <p:cNvSpPr>
                <a:spLocks noChangeArrowheads="1"/>
              </p:cNvSpPr>
              <p:nvPr/>
            </p:nvSpPr>
            <p:spPr bwMode="auto">
              <a:xfrm>
                <a:off x="2036" y="1093"/>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2" name="Rectangle 295">
                <a:extLst>
                  <a:ext uri="{FF2B5EF4-FFF2-40B4-BE49-F238E27FC236}">
                    <a16:creationId xmlns:a16="http://schemas.microsoft.com/office/drawing/2014/main" id="{E5EBADDB-7EB9-4477-BFF4-F77740320452}"/>
                  </a:ext>
                </a:extLst>
              </p:cNvPr>
              <p:cNvSpPr>
                <a:spLocks noChangeArrowheads="1"/>
              </p:cNvSpPr>
              <p:nvPr/>
            </p:nvSpPr>
            <p:spPr bwMode="auto">
              <a:xfrm>
                <a:off x="2066" y="109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3" name="Rectangle 296">
                <a:extLst>
                  <a:ext uri="{FF2B5EF4-FFF2-40B4-BE49-F238E27FC236}">
                    <a16:creationId xmlns:a16="http://schemas.microsoft.com/office/drawing/2014/main" id="{996A4F81-1394-4F0A-9788-BFEB4DDEAAAC}"/>
                  </a:ext>
                </a:extLst>
              </p:cNvPr>
              <p:cNvSpPr>
                <a:spLocks noChangeArrowheads="1"/>
              </p:cNvSpPr>
              <p:nvPr/>
            </p:nvSpPr>
            <p:spPr bwMode="auto">
              <a:xfrm>
                <a:off x="2085" y="109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4" name="Rectangle 297">
                <a:extLst>
                  <a:ext uri="{FF2B5EF4-FFF2-40B4-BE49-F238E27FC236}">
                    <a16:creationId xmlns:a16="http://schemas.microsoft.com/office/drawing/2014/main" id="{AFAFAA9B-875F-44BC-9009-82BB84456E9F}"/>
                  </a:ext>
                </a:extLst>
              </p:cNvPr>
              <p:cNvSpPr>
                <a:spLocks noChangeArrowheads="1"/>
              </p:cNvSpPr>
              <p:nvPr/>
            </p:nvSpPr>
            <p:spPr bwMode="auto">
              <a:xfrm>
                <a:off x="2117" y="1093"/>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5" name="Rectangle 298">
                <a:extLst>
                  <a:ext uri="{FF2B5EF4-FFF2-40B4-BE49-F238E27FC236}">
                    <a16:creationId xmlns:a16="http://schemas.microsoft.com/office/drawing/2014/main" id="{E2CDC55D-F92B-400B-BB2F-F931E2CE7785}"/>
                  </a:ext>
                </a:extLst>
              </p:cNvPr>
              <p:cNvSpPr>
                <a:spLocks noChangeArrowheads="1"/>
              </p:cNvSpPr>
              <p:nvPr/>
            </p:nvSpPr>
            <p:spPr bwMode="auto">
              <a:xfrm>
                <a:off x="2153" y="109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6" name="Rectangle 299">
                <a:extLst>
                  <a:ext uri="{FF2B5EF4-FFF2-40B4-BE49-F238E27FC236}">
                    <a16:creationId xmlns:a16="http://schemas.microsoft.com/office/drawing/2014/main" id="{E938463F-EF83-4DAB-8CBB-3668037C764D}"/>
                  </a:ext>
                </a:extLst>
              </p:cNvPr>
              <p:cNvSpPr>
                <a:spLocks noChangeArrowheads="1"/>
              </p:cNvSpPr>
              <p:nvPr/>
            </p:nvSpPr>
            <p:spPr bwMode="auto">
              <a:xfrm>
                <a:off x="2186" y="1093"/>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7" name="Rectangle 300">
                <a:extLst>
                  <a:ext uri="{FF2B5EF4-FFF2-40B4-BE49-F238E27FC236}">
                    <a16:creationId xmlns:a16="http://schemas.microsoft.com/office/drawing/2014/main" id="{31EFC1E7-F7CE-448B-B116-A3EC2A44AE84}"/>
                  </a:ext>
                </a:extLst>
              </p:cNvPr>
              <p:cNvSpPr>
                <a:spLocks noChangeArrowheads="1"/>
              </p:cNvSpPr>
              <p:nvPr/>
            </p:nvSpPr>
            <p:spPr bwMode="auto">
              <a:xfrm>
                <a:off x="2207" y="109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8" name="Rectangle 301">
                <a:extLst>
                  <a:ext uri="{FF2B5EF4-FFF2-40B4-BE49-F238E27FC236}">
                    <a16:creationId xmlns:a16="http://schemas.microsoft.com/office/drawing/2014/main" id="{AFCED5F9-1B6C-4F53-977D-BDDFD633D096}"/>
                  </a:ext>
                </a:extLst>
              </p:cNvPr>
              <p:cNvSpPr>
                <a:spLocks noChangeArrowheads="1"/>
              </p:cNvSpPr>
              <p:nvPr/>
            </p:nvSpPr>
            <p:spPr bwMode="auto">
              <a:xfrm>
                <a:off x="1758" y="1192"/>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9" name="Rectangle 302">
                <a:extLst>
                  <a:ext uri="{FF2B5EF4-FFF2-40B4-BE49-F238E27FC236}">
                    <a16:creationId xmlns:a16="http://schemas.microsoft.com/office/drawing/2014/main" id="{34742C60-0178-427A-9116-BAADE7665A28}"/>
                  </a:ext>
                </a:extLst>
              </p:cNvPr>
              <p:cNvSpPr>
                <a:spLocks noChangeArrowheads="1"/>
              </p:cNvSpPr>
              <p:nvPr/>
            </p:nvSpPr>
            <p:spPr bwMode="auto">
              <a:xfrm>
                <a:off x="1798" y="1192"/>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0" name="Rectangle 303">
                <a:extLst>
                  <a:ext uri="{FF2B5EF4-FFF2-40B4-BE49-F238E27FC236}">
                    <a16:creationId xmlns:a16="http://schemas.microsoft.com/office/drawing/2014/main" id="{1FD1540F-044F-4099-A9ED-AE7193934D90}"/>
                  </a:ext>
                </a:extLst>
              </p:cNvPr>
              <p:cNvSpPr>
                <a:spLocks noChangeArrowheads="1"/>
              </p:cNvSpPr>
              <p:nvPr/>
            </p:nvSpPr>
            <p:spPr bwMode="auto">
              <a:xfrm>
                <a:off x="1834" y="119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1" name="Rectangle 304">
                <a:extLst>
                  <a:ext uri="{FF2B5EF4-FFF2-40B4-BE49-F238E27FC236}">
                    <a16:creationId xmlns:a16="http://schemas.microsoft.com/office/drawing/2014/main" id="{20A44E78-6D89-4E54-AD88-F9CEC118ED9D}"/>
                  </a:ext>
                </a:extLst>
              </p:cNvPr>
              <p:cNvSpPr>
                <a:spLocks noChangeArrowheads="1"/>
              </p:cNvSpPr>
              <p:nvPr/>
            </p:nvSpPr>
            <p:spPr bwMode="auto">
              <a:xfrm>
                <a:off x="1877" y="119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2" name="Rectangle 305">
                <a:extLst>
                  <a:ext uri="{FF2B5EF4-FFF2-40B4-BE49-F238E27FC236}">
                    <a16:creationId xmlns:a16="http://schemas.microsoft.com/office/drawing/2014/main" id="{B77564F5-B7B6-4E08-BCD0-9574A94E166D}"/>
                  </a:ext>
                </a:extLst>
              </p:cNvPr>
              <p:cNvSpPr>
                <a:spLocks noChangeArrowheads="1"/>
              </p:cNvSpPr>
              <p:nvPr/>
            </p:nvSpPr>
            <p:spPr bwMode="auto">
              <a:xfrm>
                <a:off x="1921" y="1192"/>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3" name="Rectangle 306">
                <a:extLst>
                  <a:ext uri="{FF2B5EF4-FFF2-40B4-BE49-F238E27FC236}">
                    <a16:creationId xmlns:a16="http://schemas.microsoft.com/office/drawing/2014/main" id="{2402787B-3105-4E3B-B743-473A6D8CD946}"/>
                  </a:ext>
                </a:extLst>
              </p:cNvPr>
              <p:cNvSpPr>
                <a:spLocks noChangeArrowheads="1"/>
              </p:cNvSpPr>
              <p:nvPr/>
            </p:nvSpPr>
            <p:spPr bwMode="auto">
              <a:xfrm>
                <a:off x="1953" y="119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4" name="Rectangle 307">
                <a:extLst>
                  <a:ext uri="{FF2B5EF4-FFF2-40B4-BE49-F238E27FC236}">
                    <a16:creationId xmlns:a16="http://schemas.microsoft.com/office/drawing/2014/main" id="{8268B4FF-920E-4483-AF44-77909875302E}"/>
                  </a:ext>
                </a:extLst>
              </p:cNvPr>
              <p:cNvSpPr>
                <a:spLocks noChangeArrowheads="1"/>
              </p:cNvSpPr>
              <p:nvPr/>
            </p:nvSpPr>
            <p:spPr bwMode="auto">
              <a:xfrm>
                <a:off x="1997" y="1192"/>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5" name="Rectangle 308">
                <a:extLst>
                  <a:ext uri="{FF2B5EF4-FFF2-40B4-BE49-F238E27FC236}">
                    <a16:creationId xmlns:a16="http://schemas.microsoft.com/office/drawing/2014/main" id="{B12E37EE-9933-4BEE-9ADC-DDEE57AD7A21}"/>
                  </a:ext>
                </a:extLst>
              </p:cNvPr>
              <p:cNvSpPr>
                <a:spLocks noChangeArrowheads="1"/>
              </p:cNvSpPr>
              <p:nvPr/>
            </p:nvSpPr>
            <p:spPr bwMode="auto">
              <a:xfrm>
                <a:off x="2025" y="1192"/>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6" name="Rectangle 309">
                <a:extLst>
                  <a:ext uri="{FF2B5EF4-FFF2-40B4-BE49-F238E27FC236}">
                    <a16:creationId xmlns:a16="http://schemas.microsoft.com/office/drawing/2014/main" id="{FA4A96B9-D877-409B-B973-AB92299FEA69}"/>
                  </a:ext>
                </a:extLst>
              </p:cNvPr>
              <p:cNvSpPr>
                <a:spLocks noChangeArrowheads="1"/>
              </p:cNvSpPr>
              <p:nvPr/>
            </p:nvSpPr>
            <p:spPr bwMode="auto">
              <a:xfrm>
                <a:off x="2066" y="119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7" name="Rectangle 310">
                <a:extLst>
                  <a:ext uri="{FF2B5EF4-FFF2-40B4-BE49-F238E27FC236}">
                    <a16:creationId xmlns:a16="http://schemas.microsoft.com/office/drawing/2014/main" id="{6111D5A9-CA2A-40EF-98B7-B2DC05A7AD1A}"/>
                  </a:ext>
                </a:extLst>
              </p:cNvPr>
              <p:cNvSpPr>
                <a:spLocks noChangeArrowheads="1"/>
              </p:cNvSpPr>
              <p:nvPr/>
            </p:nvSpPr>
            <p:spPr bwMode="auto">
              <a:xfrm>
                <a:off x="2085" y="119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8" name="Rectangle 311">
                <a:extLst>
                  <a:ext uri="{FF2B5EF4-FFF2-40B4-BE49-F238E27FC236}">
                    <a16:creationId xmlns:a16="http://schemas.microsoft.com/office/drawing/2014/main" id="{40F08DDB-D36B-4F7C-8967-6B94331E4FF9}"/>
                  </a:ext>
                </a:extLst>
              </p:cNvPr>
              <p:cNvSpPr>
                <a:spLocks noChangeArrowheads="1"/>
              </p:cNvSpPr>
              <p:nvPr/>
            </p:nvSpPr>
            <p:spPr bwMode="auto">
              <a:xfrm>
                <a:off x="2129" y="1192"/>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9" name="Rectangle 312">
                <a:extLst>
                  <a:ext uri="{FF2B5EF4-FFF2-40B4-BE49-F238E27FC236}">
                    <a16:creationId xmlns:a16="http://schemas.microsoft.com/office/drawing/2014/main" id="{19D61605-C773-4566-8CE3-17452BD6D40E}"/>
                  </a:ext>
                </a:extLst>
              </p:cNvPr>
              <p:cNvSpPr>
                <a:spLocks noChangeArrowheads="1"/>
              </p:cNvSpPr>
              <p:nvPr/>
            </p:nvSpPr>
            <p:spPr bwMode="auto">
              <a:xfrm>
                <a:off x="2158" y="119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0" name="Rectangle 313">
                <a:extLst>
                  <a:ext uri="{FF2B5EF4-FFF2-40B4-BE49-F238E27FC236}">
                    <a16:creationId xmlns:a16="http://schemas.microsoft.com/office/drawing/2014/main" id="{7C408416-69F8-446D-A34A-BE4667A205F6}"/>
                  </a:ext>
                </a:extLst>
              </p:cNvPr>
              <p:cNvSpPr>
                <a:spLocks noChangeArrowheads="1"/>
              </p:cNvSpPr>
              <p:nvPr/>
            </p:nvSpPr>
            <p:spPr bwMode="auto">
              <a:xfrm>
                <a:off x="1775" y="1290"/>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1" name="Rectangle 314">
                <a:extLst>
                  <a:ext uri="{FF2B5EF4-FFF2-40B4-BE49-F238E27FC236}">
                    <a16:creationId xmlns:a16="http://schemas.microsoft.com/office/drawing/2014/main" id="{C1B7590D-C092-439C-B6DE-C79FA5E26CFA}"/>
                  </a:ext>
                </a:extLst>
              </p:cNvPr>
              <p:cNvSpPr>
                <a:spLocks noChangeArrowheads="1"/>
              </p:cNvSpPr>
              <p:nvPr/>
            </p:nvSpPr>
            <p:spPr bwMode="auto">
              <a:xfrm>
                <a:off x="1805" y="1290"/>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2" name="Rectangle 315">
                <a:extLst>
                  <a:ext uri="{FF2B5EF4-FFF2-40B4-BE49-F238E27FC236}">
                    <a16:creationId xmlns:a16="http://schemas.microsoft.com/office/drawing/2014/main" id="{50C4FCB2-2733-4088-BB4C-87783C311E17}"/>
                  </a:ext>
                </a:extLst>
              </p:cNvPr>
              <p:cNvSpPr>
                <a:spLocks noChangeArrowheads="1"/>
              </p:cNvSpPr>
              <p:nvPr/>
            </p:nvSpPr>
            <p:spPr bwMode="auto">
              <a:xfrm>
                <a:off x="1843" y="1290"/>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3" name="Rectangle 316">
                <a:extLst>
                  <a:ext uri="{FF2B5EF4-FFF2-40B4-BE49-F238E27FC236}">
                    <a16:creationId xmlns:a16="http://schemas.microsoft.com/office/drawing/2014/main" id="{C3BDA972-14E1-46EE-85D7-00AD947F5E2B}"/>
                  </a:ext>
                </a:extLst>
              </p:cNvPr>
              <p:cNvSpPr>
                <a:spLocks noChangeArrowheads="1"/>
              </p:cNvSpPr>
              <p:nvPr/>
            </p:nvSpPr>
            <p:spPr bwMode="auto">
              <a:xfrm>
                <a:off x="1909" y="129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4" name="Rectangle 317">
                <a:extLst>
                  <a:ext uri="{FF2B5EF4-FFF2-40B4-BE49-F238E27FC236}">
                    <a16:creationId xmlns:a16="http://schemas.microsoft.com/office/drawing/2014/main" id="{2867F0A6-8E49-44E4-87AA-6882B3A0C4E2}"/>
                  </a:ext>
                </a:extLst>
              </p:cNvPr>
              <p:cNvSpPr>
                <a:spLocks noChangeArrowheads="1"/>
              </p:cNvSpPr>
              <p:nvPr/>
            </p:nvSpPr>
            <p:spPr bwMode="auto">
              <a:xfrm>
                <a:off x="1952" y="129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5" name="Rectangle 318">
                <a:extLst>
                  <a:ext uri="{FF2B5EF4-FFF2-40B4-BE49-F238E27FC236}">
                    <a16:creationId xmlns:a16="http://schemas.microsoft.com/office/drawing/2014/main" id="{63F5FA79-0DBB-433D-B4D6-AC8200E168AC}"/>
                  </a:ext>
                </a:extLst>
              </p:cNvPr>
              <p:cNvSpPr>
                <a:spLocks noChangeArrowheads="1"/>
              </p:cNvSpPr>
              <p:nvPr/>
            </p:nvSpPr>
            <p:spPr bwMode="auto">
              <a:xfrm>
                <a:off x="1979" y="129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6" name="Rectangle 319">
                <a:extLst>
                  <a:ext uri="{FF2B5EF4-FFF2-40B4-BE49-F238E27FC236}">
                    <a16:creationId xmlns:a16="http://schemas.microsoft.com/office/drawing/2014/main" id="{AB320A98-C6DF-475F-B631-4CD29A13E682}"/>
                  </a:ext>
                </a:extLst>
              </p:cNvPr>
              <p:cNvSpPr>
                <a:spLocks noChangeArrowheads="1"/>
              </p:cNvSpPr>
              <p:nvPr/>
            </p:nvSpPr>
            <p:spPr bwMode="auto">
              <a:xfrm>
                <a:off x="2023" y="1290"/>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7" name="Rectangle 320">
                <a:extLst>
                  <a:ext uri="{FF2B5EF4-FFF2-40B4-BE49-F238E27FC236}">
                    <a16:creationId xmlns:a16="http://schemas.microsoft.com/office/drawing/2014/main" id="{AACD3B83-B827-4A7A-9B44-BA2B83CAEE1F}"/>
                  </a:ext>
                </a:extLst>
              </p:cNvPr>
              <p:cNvSpPr>
                <a:spLocks noChangeArrowheads="1"/>
              </p:cNvSpPr>
              <p:nvPr/>
            </p:nvSpPr>
            <p:spPr bwMode="auto">
              <a:xfrm>
                <a:off x="2089" y="1290"/>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8" name="Rectangle 321">
                <a:extLst>
                  <a:ext uri="{FF2B5EF4-FFF2-40B4-BE49-F238E27FC236}">
                    <a16:creationId xmlns:a16="http://schemas.microsoft.com/office/drawing/2014/main" id="{7470283E-79A5-4E7C-A8F4-2CC006E381A1}"/>
                  </a:ext>
                </a:extLst>
              </p:cNvPr>
              <p:cNvSpPr>
                <a:spLocks noChangeArrowheads="1"/>
              </p:cNvSpPr>
              <p:nvPr/>
            </p:nvSpPr>
            <p:spPr bwMode="auto">
              <a:xfrm>
                <a:off x="2121" y="1290"/>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9" name="Rectangle 322">
                <a:extLst>
                  <a:ext uri="{FF2B5EF4-FFF2-40B4-BE49-F238E27FC236}">
                    <a16:creationId xmlns:a16="http://schemas.microsoft.com/office/drawing/2014/main" id="{0A64724F-F38B-42AD-A384-F5BBB43FAF42}"/>
                  </a:ext>
                </a:extLst>
              </p:cNvPr>
              <p:cNvSpPr>
                <a:spLocks noChangeArrowheads="1"/>
              </p:cNvSpPr>
              <p:nvPr/>
            </p:nvSpPr>
            <p:spPr bwMode="auto">
              <a:xfrm>
                <a:off x="2142" y="129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0" name="Rectangle 323">
                <a:extLst>
                  <a:ext uri="{FF2B5EF4-FFF2-40B4-BE49-F238E27FC236}">
                    <a16:creationId xmlns:a16="http://schemas.microsoft.com/office/drawing/2014/main" id="{795F8DA9-D410-4A71-BC0F-1B7AB1B4DF90}"/>
                  </a:ext>
                </a:extLst>
              </p:cNvPr>
              <p:cNvSpPr>
                <a:spLocks noChangeArrowheads="1"/>
              </p:cNvSpPr>
              <p:nvPr/>
            </p:nvSpPr>
            <p:spPr bwMode="auto">
              <a:xfrm>
                <a:off x="1702" y="1394"/>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1" name="Rectangle 324">
                <a:extLst>
                  <a:ext uri="{FF2B5EF4-FFF2-40B4-BE49-F238E27FC236}">
                    <a16:creationId xmlns:a16="http://schemas.microsoft.com/office/drawing/2014/main" id="{2EF18A78-1EF7-4F92-9B4D-6765444BADDD}"/>
                  </a:ext>
                </a:extLst>
              </p:cNvPr>
              <p:cNvSpPr>
                <a:spLocks noChangeArrowheads="1"/>
              </p:cNvSpPr>
              <p:nvPr/>
            </p:nvSpPr>
            <p:spPr bwMode="auto">
              <a:xfrm>
                <a:off x="1742" y="13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2" name="Rectangle 325">
                <a:extLst>
                  <a:ext uri="{FF2B5EF4-FFF2-40B4-BE49-F238E27FC236}">
                    <a16:creationId xmlns:a16="http://schemas.microsoft.com/office/drawing/2014/main" id="{B44E08EC-C6E1-480A-8AAD-EC30045BAB74}"/>
                  </a:ext>
                </a:extLst>
              </p:cNvPr>
              <p:cNvSpPr>
                <a:spLocks noChangeArrowheads="1"/>
              </p:cNvSpPr>
              <p:nvPr/>
            </p:nvSpPr>
            <p:spPr bwMode="auto">
              <a:xfrm>
                <a:off x="1785" y="13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3" name="Rectangle 326">
                <a:extLst>
                  <a:ext uri="{FF2B5EF4-FFF2-40B4-BE49-F238E27FC236}">
                    <a16:creationId xmlns:a16="http://schemas.microsoft.com/office/drawing/2014/main" id="{4A402287-5D6F-4F83-83AB-D1FDD704D908}"/>
                  </a:ext>
                </a:extLst>
              </p:cNvPr>
              <p:cNvSpPr>
                <a:spLocks noChangeArrowheads="1"/>
              </p:cNvSpPr>
              <p:nvPr/>
            </p:nvSpPr>
            <p:spPr bwMode="auto">
              <a:xfrm>
                <a:off x="1829" y="1394"/>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4" name="Rectangle 327">
                <a:extLst>
                  <a:ext uri="{FF2B5EF4-FFF2-40B4-BE49-F238E27FC236}">
                    <a16:creationId xmlns:a16="http://schemas.microsoft.com/office/drawing/2014/main" id="{5BF34658-0F9F-4320-A38E-7D8F1CBD85D1}"/>
                  </a:ext>
                </a:extLst>
              </p:cNvPr>
              <p:cNvSpPr>
                <a:spLocks noChangeArrowheads="1"/>
              </p:cNvSpPr>
              <p:nvPr/>
            </p:nvSpPr>
            <p:spPr bwMode="auto">
              <a:xfrm>
                <a:off x="1859" y="13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5" name="Rectangle 328">
                <a:extLst>
                  <a:ext uri="{FF2B5EF4-FFF2-40B4-BE49-F238E27FC236}">
                    <a16:creationId xmlns:a16="http://schemas.microsoft.com/office/drawing/2014/main" id="{0766B72A-4C31-4D5D-8FE3-71CAD28E8411}"/>
                  </a:ext>
                </a:extLst>
              </p:cNvPr>
              <p:cNvSpPr>
                <a:spLocks noChangeArrowheads="1"/>
              </p:cNvSpPr>
              <p:nvPr/>
            </p:nvSpPr>
            <p:spPr bwMode="auto">
              <a:xfrm>
                <a:off x="1903" y="1394"/>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6" name="Rectangle 329">
                <a:extLst>
                  <a:ext uri="{FF2B5EF4-FFF2-40B4-BE49-F238E27FC236}">
                    <a16:creationId xmlns:a16="http://schemas.microsoft.com/office/drawing/2014/main" id="{924BB5C6-586B-41FD-A914-B8A3D828EC87}"/>
                  </a:ext>
                </a:extLst>
              </p:cNvPr>
              <p:cNvSpPr>
                <a:spLocks noChangeArrowheads="1"/>
              </p:cNvSpPr>
              <p:nvPr/>
            </p:nvSpPr>
            <p:spPr bwMode="auto">
              <a:xfrm>
                <a:off x="1932" y="1394"/>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7" name="Rectangle 330">
                <a:extLst>
                  <a:ext uri="{FF2B5EF4-FFF2-40B4-BE49-F238E27FC236}">
                    <a16:creationId xmlns:a16="http://schemas.microsoft.com/office/drawing/2014/main" id="{0AFE2F90-6C52-46E6-AB56-DDD008B0A7A5}"/>
                  </a:ext>
                </a:extLst>
              </p:cNvPr>
              <p:cNvSpPr>
                <a:spLocks noChangeArrowheads="1"/>
              </p:cNvSpPr>
              <p:nvPr/>
            </p:nvSpPr>
            <p:spPr bwMode="auto">
              <a:xfrm>
                <a:off x="1951" y="13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8" name="Rectangle 331">
                <a:extLst>
                  <a:ext uri="{FF2B5EF4-FFF2-40B4-BE49-F238E27FC236}">
                    <a16:creationId xmlns:a16="http://schemas.microsoft.com/office/drawing/2014/main" id="{AFF4A9CD-7F59-4DCC-995C-FDFF77971184}"/>
                  </a:ext>
                </a:extLst>
              </p:cNvPr>
              <p:cNvSpPr>
                <a:spLocks noChangeArrowheads="1"/>
              </p:cNvSpPr>
              <p:nvPr/>
            </p:nvSpPr>
            <p:spPr bwMode="auto">
              <a:xfrm>
                <a:off x="1994" y="1394"/>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9" name="Rectangle 332">
                <a:extLst>
                  <a:ext uri="{FF2B5EF4-FFF2-40B4-BE49-F238E27FC236}">
                    <a16:creationId xmlns:a16="http://schemas.microsoft.com/office/drawing/2014/main" id="{48983CFB-C7F1-4086-8A22-9A1BE1A4E5FA}"/>
                  </a:ext>
                </a:extLst>
              </p:cNvPr>
              <p:cNvSpPr>
                <a:spLocks noChangeArrowheads="1"/>
              </p:cNvSpPr>
              <p:nvPr/>
            </p:nvSpPr>
            <p:spPr bwMode="auto">
              <a:xfrm>
                <a:off x="2038" y="1394"/>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0" name="Rectangle 333">
                <a:extLst>
                  <a:ext uri="{FF2B5EF4-FFF2-40B4-BE49-F238E27FC236}">
                    <a16:creationId xmlns:a16="http://schemas.microsoft.com/office/drawing/2014/main" id="{A7198A08-063C-4217-9760-6D580FB3045A}"/>
                  </a:ext>
                </a:extLst>
              </p:cNvPr>
              <p:cNvSpPr>
                <a:spLocks noChangeArrowheads="1"/>
              </p:cNvSpPr>
              <p:nvPr/>
            </p:nvSpPr>
            <p:spPr bwMode="auto">
              <a:xfrm>
                <a:off x="2070" y="1394"/>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1" name="Rectangle 334">
                <a:extLst>
                  <a:ext uri="{FF2B5EF4-FFF2-40B4-BE49-F238E27FC236}">
                    <a16:creationId xmlns:a16="http://schemas.microsoft.com/office/drawing/2014/main" id="{D52C9511-557C-450B-9147-692020398F0A}"/>
                  </a:ext>
                </a:extLst>
              </p:cNvPr>
              <p:cNvSpPr>
                <a:spLocks noChangeArrowheads="1"/>
              </p:cNvSpPr>
              <p:nvPr/>
            </p:nvSpPr>
            <p:spPr bwMode="auto">
              <a:xfrm>
                <a:off x="2089" y="1394"/>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2" name="Rectangle 335">
                <a:extLst>
                  <a:ext uri="{FF2B5EF4-FFF2-40B4-BE49-F238E27FC236}">
                    <a16:creationId xmlns:a16="http://schemas.microsoft.com/office/drawing/2014/main" id="{145B2E18-9E51-4322-BCEA-1BED10B2855A}"/>
                  </a:ext>
                </a:extLst>
              </p:cNvPr>
              <p:cNvSpPr>
                <a:spLocks noChangeArrowheads="1"/>
              </p:cNvSpPr>
              <p:nvPr/>
            </p:nvSpPr>
            <p:spPr bwMode="auto">
              <a:xfrm>
                <a:off x="2117" y="1394"/>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3" name="Rectangle 336">
                <a:extLst>
                  <a:ext uri="{FF2B5EF4-FFF2-40B4-BE49-F238E27FC236}">
                    <a16:creationId xmlns:a16="http://schemas.microsoft.com/office/drawing/2014/main" id="{238946CE-A11B-4107-B400-31E95A1740E8}"/>
                  </a:ext>
                </a:extLst>
              </p:cNvPr>
              <p:cNvSpPr>
                <a:spLocks noChangeArrowheads="1"/>
              </p:cNvSpPr>
              <p:nvPr/>
            </p:nvSpPr>
            <p:spPr bwMode="auto">
              <a:xfrm>
                <a:off x="2136" y="1394"/>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4" name="Rectangle 337">
                <a:extLst>
                  <a:ext uri="{FF2B5EF4-FFF2-40B4-BE49-F238E27FC236}">
                    <a16:creationId xmlns:a16="http://schemas.microsoft.com/office/drawing/2014/main" id="{63D64524-B8AB-499B-B863-A84085962C4F}"/>
                  </a:ext>
                </a:extLst>
              </p:cNvPr>
              <p:cNvSpPr>
                <a:spLocks noChangeArrowheads="1"/>
              </p:cNvSpPr>
              <p:nvPr/>
            </p:nvSpPr>
            <p:spPr bwMode="auto">
              <a:xfrm>
                <a:off x="2172" y="1394"/>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5" name="Rectangle 338">
                <a:extLst>
                  <a:ext uri="{FF2B5EF4-FFF2-40B4-BE49-F238E27FC236}">
                    <a16:creationId xmlns:a16="http://schemas.microsoft.com/office/drawing/2014/main" id="{E7FDFA69-2FFC-46F7-8DA7-3F8C8957CDB2}"/>
                  </a:ext>
                </a:extLst>
              </p:cNvPr>
              <p:cNvSpPr>
                <a:spLocks noChangeArrowheads="1"/>
              </p:cNvSpPr>
              <p:nvPr/>
            </p:nvSpPr>
            <p:spPr bwMode="auto">
              <a:xfrm>
                <a:off x="1703" y="1492"/>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6" name="Rectangle 339">
                <a:extLst>
                  <a:ext uri="{FF2B5EF4-FFF2-40B4-BE49-F238E27FC236}">
                    <a16:creationId xmlns:a16="http://schemas.microsoft.com/office/drawing/2014/main" id="{1857E70A-8C61-41AA-B5C9-65C156AC2F0B}"/>
                  </a:ext>
                </a:extLst>
              </p:cNvPr>
              <p:cNvSpPr>
                <a:spLocks noChangeArrowheads="1"/>
              </p:cNvSpPr>
              <p:nvPr/>
            </p:nvSpPr>
            <p:spPr bwMode="auto">
              <a:xfrm>
                <a:off x="1746" y="1492"/>
                <a:ext cx="10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7" name="Rectangle 340">
                <a:extLst>
                  <a:ext uri="{FF2B5EF4-FFF2-40B4-BE49-F238E27FC236}">
                    <a16:creationId xmlns:a16="http://schemas.microsoft.com/office/drawing/2014/main" id="{F09C2866-A6FC-4D88-9F52-9663F1399ECF}"/>
                  </a:ext>
                </a:extLst>
              </p:cNvPr>
              <p:cNvSpPr>
                <a:spLocks noChangeArrowheads="1"/>
              </p:cNvSpPr>
              <p:nvPr/>
            </p:nvSpPr>
            <p:spPr bwMode="auto">
              <a:xfrm>
                <a:off x="1800" y="1492"/>
                <a:ext cx="9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8" name="Rectangle 341">
                <a:extLst>
                  <a:ext uri="{FF2B5EF4-FFF2-40B4-BE49-F238E27FC236}">
                    <a16:creationId xmlns:a16="http://schemas.microsoft.com/office/drawing/2014/main" id="{3C5C523C-C306-439A-A3F2-4C4A88F83D3D}"/>
                  </a:ext>
                </a:extLst>
              </p:cNvPr>
              <p:cNvSpPr>
                <a:spLocks noChangeArrowheads="1"/>
              </p:cNvSpPr>
              <p:nvPr/>
            </p:nvSpPr>
            <p:spPr bwMode="auto">
              <a:xfrm>
                <a:off x="1848" y="1492"/>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9" name="Rectangle 342">
                <a:extLst>
                  <a:ext uri="{FF2B5EF4-FFF2-40B4-BE49-F238E27FC236}">
                    <a16:creationId xmlns:a16="http://schemas.microsoft.com/office/drawing/2014/main" id="{BF5449F2-E627-47BA-BE34-DBC32550C9E2}"/>
                  </a:ext>
                </a:extLst>
              </p:cNvPr>
              <p:cNvSpPr>
                <a:spLocks noChangeArrowheads="1"/>
              </p:cNvSpPr>
              <p:nvPr/>
            </p:nvSpPr>
            <p:spPr bwMode="auto">
              <a:xfrm>
                <a:off x="1868" y="1492"/>
                <a:ext cx="10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0" name="Rectangle 343">
                <a:extLst>
                  <a:ext uri="{FF2B5EF4-FFF2-40B4-BE49-F238E27FC236}">
                    <a16:creationId xmlns:a16="http://schemas.microsoft.com/office/drawing/2014/main" id="{1BA5D51A-327D-4830-9D77-FB86C18FD716}"/>
                  </a:ext>
                </a:extLst>
              </p:cNvPr>
              <p:cNvSpPr>
                <a:spLocks noChangeArrowheads="1"/>
              </p:cNvSpPr>
              <p:nvPr/>
            </p:nvSpPr>
            <p:spPr bwMode="auto">
              <a:xfrm>
                <a:off x="1919" y="1492"/>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1" name="Rectangle 344">
                <a:extLst>
                  <a:ext uri="{FF2B5EF4-FFF2-40B4-BE49-F238E27FC236}">
                    <a16:creationId xmlns:a16="http://schemas.microsoft.com/office/drawing/2014/main" id="{1427F8BB-0150-4AB3-AD9B-0F11707C20D3}"/>
                  </a:ext>
                </a:extLst>
              </p:cNvPr>
              <p:cNvSpPr>
                <a:spLocks noChangeArrowheads="1"/>
              </p:cNvSpPr>
              <p:nvPr/>
            </p:nvSpPr>
            <p:spPr bwMode="auto">
              <a:xfrm>
                <a:off x="1945" y="1492"/>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2" name="Rectangle 345">
                <a:extLst>
                  <a:ext uri="{FF2B5EF4-FFF2-40B4-BE49-F238E27FC236}">
                    <a16:creationId xmlns:a16="http://schemas.microsoft.com/office/drawing/2014/main" id="{00B848DD-18EC-4EEE-8C64-99A305D4D290}"/>
                  </a:ext>
                </a:extLst>
              </p:cNvPr>
              <p:cNvSpPr>
                <a:spLocks noChangeArrowheads="1"/>
              </p:cNvSpPr>
              <p:nvPr/>
            </p:nvSpPr>
            <p:spPr bwMode="auto">
              <a:xfrm>
                <a:off x="1986" y="1492"/>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3" name="Rectangle 346">
                <a:extLst>
                  <a:ext uri="{FF2B5EF4-FFF2-40B4-BE49-F238E27FC236}">
                    <a16:creationId xmlns:a16="http://schemas.microsoft.com/office/drawing/2014/main" id="{3BFE749D-073D-43EE-AC50-A0DDEE59D203}"/>
                  </a:ext>
                </a:extLst>
              </p:cNvPr>
              <p:cNvSpPr>
                <a:spLocks noChangeArrowheads="1"/>
              </p:cNvSpPr>
              <p:nvPr/>
            </p:nvSpPr>
            <p:spPr bwMode="auto">
              <a:xfrm>
                <a:off x="2029" y="149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4" name="Rectangle 347">
                <a:extLst>
                  <a:ext uri="{FF2B5EF4-FFF2-40B4-BE49-F238E27FC236}">
                    <a16:creationId xmlns:a16="http://schemas.microsoft.com/office/drawing/2014/main" id="{527F5744-C864-44E8-A22A-15F25BF6E59C}"/>
                  </a:ext>
                </a:extLst>
              </p:cNvPr>
              <p:cNvSpPr>
                <a:spLocks noChangeArrowheads="1"/>
              </p:cNvSpPr>
              <p:nvPr/>
            </p:nvSpPr>
            <p:spPr bwMode="auto">
              <a:xfrm>
                <a:off x="2047" y="1492"/>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5" name="Rectangle 348">
                <a:extLst>
                  <a:ext uri="{FF2B5EF4-FFF2-40B4-BE49-F238E27FC236}">
                    <a16:creationId xmlns:a16="http://schemas.microsoft.com/office/drawing/2014/main" id="{D5292CDD-31FF-4F45-B93A-4939EF51D764}"/>
                  </a:ext>
                </a:extLst>
              </p:cNvPr>
              <p:cNvSpPr>
                <a:spLocks noChangeArrowheads="1"/>
              </p:cNvSpPr>
              <p:nvPr/>
            </p:nvSpPr>
            <p:spPr bwMode="auto">
              <a:xfrm>
                <a:off x="2074" y="1492"/>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6" name="Rectangle 349">
                <a:extLst>
                  <a:ext uri="{FF2B5EF4-FFF2-40B4-BE49-F238E27FC236}">
                    <a16:creationId xmlns:a16="http://schemas.microsoft.com/office/drawing/2014/main" id="{9E60D81E-B168-4226-821F-6F025A1FB965}"/>
                  </a:ext>
                </a:extLst>
              </p:cNvPr>
              <p:cNvSpPr>
                <a:spLocks noChangeArrowheads="1"/>
              </p:cNvSpPr>
              <p:nvPr/>
            </p:nvSpPr>
            <p:spPr bwMode="auto">
              <a:xfrm>
                <a:off x="2116" y="1492"/>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7" name="Rectangle 350">
                <a:extLst>
                  <a:ext uri="{FF2B5EF4-FFF2-40B4-BE49-F238E27FC236}">
                    <a16:creationId xmlns:a16="http://schemas.microsoft.com/office/drawing/2014/main" id="{EC89FC9A-B480-4617-B5CA-181BC560CE76}"/>
                  </a:ext>
                </a:extLst>
              </p:cNvPr>
              <p:cNvSpPr>
                <a:spLocks noChangeArrowheads="1"/>
              </p:cNvSpPr>
              <p:nvPr/>
            </p:nvSpPr>
            <p:spPr bwMode="auto">
              <a:xfrm>
                <a:off x="2147" y="1492"/>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8" name="Rectangle 351">
                <a:extLst>
                  <a:ext uri="{FF2B5EF4-FFF2-40B4-BE49-F238E27FC236}">
                    <a16:creationId xmlns:a16="http://schemas.microsoft.com/office/drawing/2014/main" id="{D11EC7DD-B167-4743-8320-66EE54CAEFF9}"/>
                  </a:ext>
                </a:extLst>
              </p:cNvPr>
              <p:cNvSpPr>
                <a:spLocks noChangeArrowheads="1"/>
              </p:cNvSpPr>
              <p:nvPr/>
            </p:nvSpPr>
            <p:spPr bwMode="auto">
              <a:xfrm>
                <a:off x="2175" y="1492"/>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9" name="Freeform 352">
                <a:extLst>
                  <a:ext uri="{FF2B5EF4-FFF2-40B4-BE49-F238E27FC236}">
                    <a16:creationId xmlns:a16="http://schemas.microsoft.com/office/drawing/2014/main" id="{410DD6C2-D41A-41CA-999C-DFFD73C1B0A8}"/>
                  </a:ext>
                </a:extLst>
              </p:cNvPr>
              <p:cNvSpPr>
                <a:spLocks/>
              </p:cNvSpPr>
              <p:nvPr/>
            </p:nvSpPr>
            <p:spPr bwMode="auto">
              <a:xfrm>
                <a:off x="2711" y="1201"/>
                <a:ext cx="496" cy="456"/>
              </a:xfrm>
              <a:custGeom>
                <a:avLst/>
                <a:gdLst>
                  <a:gd name="T0" fmla="*/ 0 w 1280"/>
                  <a:gd name="T1" fmla="*/ 0 h 1174"/>
                  <a:gd name="T2" fmla="*/ 0 w 1280"/>
                  <a:gd name="T3" fmla="*/ 0 h 1174"/>
                  <a:gd name="T4" fmla="*/ 1280 w 1280"/>
                  <a:gd name="T5" fmla="*/ 0 h 1174"/>
                  <a:gd name="T6" fmla="*/ 1280 w 1280"/>
                  <a:gd name="T7" fmla="*/ 1174 h 1174"/>
                  <a:gd name="T8" fmla="*/ 0 w 1280"/>
                  <a:gd name="T9" fmla="*/ 1174 h 1174"/>
                  <a:gd name="T10" fmla="*/ 0 w 1280"/>
                  <a:gd name="T11" fmla="*/ 0 h 1174"/>
                </a:gdLst>
                <a:ahLst/>
                <a:cxnLst>
                  <a:cxn ang="0">
                    <a:pos x="T0" y="T1"/>
                  </a:cxn>
                  <a:cxn ang="0">
                    <a:pos x="T2" y="T3"/>
                  </a:cxn>
                  <a:cxn ang="0">
                    <a:pos x="T4" y="T5"/>
                  </a:cxn>
                  <a:cxn ang="0">
                    <a:pos x="T6" y="T7"/>
                  </a:cxn>
                  <a:cxn ang="0">
                    <a:pos x="T8" y="T9"/>
                  </a:cxn>
                  <a:cxn ang="0">
                    <a:pos x="T10" y="T11"/>
                  </a:cxn>
                </a:cxnLst>
                <a:rect l="0" t="0" r="r" b="b"/>
                <a:pathLst>
                  <a:path w="1280" h="1174">
                    <a:moveTo>
                      <a:pt x="0" y="0"/>
                    </a:moveTo>
                    <a:lnTo>
                      <a:pt x="0" y="0"/>
                    </a:lnTo>
                    <a:lnTo>
                      <a:pt x="1280" y="0"/>
                    </a:lnTo>
                    <a:lnTo>
                      <a:pt x="1280" y="1174"/>
                    </a:lnTo>
                    <a:lnTo>
                      <a:pt x="0" y="1174"/>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10" name="Freeform 353">
                <a:extLst>
                  <a:ext uri="{FF2B5EF4-FFF2-40B4-BE49-F238E27FC236}">
                    <a16:creationId xmlns:a16="http://schemas.microsoft.com/office/drawing/2014/main" id="{00372384-B988-441F-877F-6833E47A0351}"/>
                  </a:ext>
                </a:extLst>
              </p:cNvPr>
              <p:cNvSpPr>
                <a:spLocks/>
              </p:cNvSpPr>
              <p:nvPr/>
            </p:nvSpPr>
            <p:spPr bwMode="auto">
              <a:xfrm>
                <a:off x="2711" y="1201"/>
                <a:ext cx="496" cy="456"/>
              </a:xfrm>
              <a:custGeom>
                <a:avLst/>
                <a:gdLst>
                  <a:gd name="T0" fmla="*/ 0 w 1280"/>
                  <a:gd name="T1" fmla="*/ 0 h 1174"/>
                  <a:gd name="T2" fmla="*/ 0 w 1280"/>
                  <a:gd name="T3" fmla="*/ 0 h 1174"/>
                  <a:gd name="T4" fmla="*/ 1280 w 1280"/>
                  <a:gd name="T5" fmla="*/ 0 h 1174"/>
                  <a:gd name="T6" fmla="*/ 1280 w 1280"/>
                  <a:gd name="T7" fmla="*/ 1174 h 1174"/>
                  <a:gd name="T8" fmla="*/ 0 w 1280"/>
                  <a:gd name="T9" fmla="*/ 1174 h 1174"/>
                  <a:gd name="T10" fmla="*/ 0 w 1280"/>
                  <a:gd name="T11" fmla="*/ 0 h 1174"/>
                </a:gdLst>
                <a:ahLst/>
                <a:cxnLst>
                  <a:cxn ang="0">
                    <a:pos x="T0" y="T1"/>
                  </a:cxn>
                  <a:cxn ang="0">
                    <a:pos x="T2" y="T3"/>
                  </a:cxn>
                  <a:cxn ang="0">
                    <a:pos x="T4" y="T5"/>
                  </a:cxn>
                  <a:cxn ang="0">
                    <a:pos x="T6" y="T7"/>
                  </a:cxn>
                  <a:cxn ang="0">
                    <a:pos x="T8" y="T9"/>
                  </a:cxn>
                  <a:cxn ang="0">
                    <a:pos x="T10" y="T11"/>
                  </a:cxn>
                </a:cxnLst>
                <a:rect l="0" t="0" r="r" b="b"/>
                <a:pathLst>
                  <a:path w="1280" h="1174">
                    <a:moveTo>
                      <a:pt x="0" y="0"/>
                    </a:moveTo>
                    <a:lnTo>
                      <a:pt x="0" y="0"/>
                    </a:lnTo>
                    <a:lnTo>
                      <a:pt x="1280" y="0"/>
                    </a:lnTo>
                    <a:lnTo>
                      <a:pt x="1280" y="1174"/>
                    </a:lnTo>
                    <a:lnTo>
                      <a:pt x="0" y="1174"/>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11" name="Rectangle 354">
                <a:extLst>
                  <a:ext uri="{FF2B5EF4-FFF2-40B4-BE49-F238E27FC236}">
                    <a16:creationId xmlns:a16="http://schemas.microsoft.com/office/drawing/2014/main" id="{212891A3-4491-4F69-976C-6B049AC2B68D}"/>
                  </a:ext>
                </a:extLst>
              </p:cNvPr>
              <p:cNvSpPr>
                <a:spLocks noChangeArrowheads="1"/>
              </p:cNvSpPr>
              <p:nvPr/>
            </p:nvSpPr>
            <p:spPr bwMode="auto">
              <a:xfrm>
                <a:off x="2799" y="1275"/>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2" name="Rectangle 355">
                <a:extLst>
                  <a:ext uri="{FF2B5EF4-FFF2-40B4-BE49-F238E27FC236}">
                    <a16:creationId xmlns:a16="http://schemas.microsoft.com/office/drawing/2014/main" id="{1E165BC4-B0C2-4B3B-836E-7ED98B1CE763}"/>
                  </a:ext>
                </a:extLst>
              </p:cNvPr>
              <p:cNvSpPr>
                <a:spLocks noChangeArrowheads="1"/>
              </p:cNvSpPr>
              <p:nvPr/>
            </p:nvSpPr>
            <p:spPr bwMode="auto">
              <a:xfrm>
                <a:off x="2842" y="1275"/>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3" name="Rectangle 356">
                <a:extLst>
                  <a:ext uri="{FF2B5EF4-FFF2-40B4-BE49-F238E27FC236}">
                    <a16:creationId xmlns:a16="http://schemas.microsoft.com/office/drawing/2014/main" id="{ABB66CF6-9F0C-4585-BC37-2BF21B5A53C1}"/>
                  </a:ext>
                </a:extLst>
              </p:cNvPr>
              <p:cNvSpPr>
                <a:spLocks noChangeArrowheads="1"/>
              </p:cNvSpPr>
              <p:nvPr/>
            </p:nvSpPr>
            <p:spPr bwMode="auto">
              <a:xfrm>
                <a:off x="2884" y="12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4" name="Rectangle 357">
                <a:extLst>
                  <a:ext uri="{FF2B5EF4-FFF2-40B4-BE49-F238E27FC236}">
                    <a16:creationId xmlns:a16="http://schemas.microsoft.com/office/drawing/2014/main" id="{E277D5DB-7D01-4F94-B64B-8E840C16DCDB}"/>
                  </a:ext>
                </a:extLst>
              </p:cNvPr>
              <p:cNvSpPr>
                <a:spLocks noChangeArrowheads="1"/>
              </p:cNvSpPr>
              <p:nvPr/>
            </p:nvSpPr>
            <p:spPr bwMode="auto">
              <a:xfrm>
                <a:off x="2927" y="12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5" name="Rectangle 358">
                <a:extLst>
                  <a:ext uri="{FF2B5EF4-FFF2-40B4-BE49-F238E27FC236}">
                    <a16:creationId xmlns:a16="http://schemas.microsoft.com/office/drawing/2014/main" id="{5A478B3C-D8E5-4F4A-9CC6-1E77BDE8BDB1}"/>
                  </a:ext>
                </a:extLst>
              </p:cNvPr>
              <p:cNvSpPr>
                <a:spLocks noChangeArrowheads="1"/>
              </p:cNvSpPr>
              <p:nvPr/>
            </p:nvSpPr>
            <p:spPr bwMode="auto">
              <a:xfrm>
                <a:off x="2971" y="1275"/>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6" name="Rectangle 359">
                <a:extLst>
                  <a:ext uri="{FF2B5EF4-FFF2-40B4-BE49-F238E27FC236}">
                    <a16:creationId xmlns:a16="http://schemas.microsoft.com/office/drawing/2014/main" id="{FA87D8E9-30E3-4456-9932-8D064C29C4ED}"/>
                  </a:ext>
                </a:extLst>
              </p:cNvPr>
              <p:cNvSpPr>
                <a:spLocks noChangeArrowheads="1"/>
              </p:cNvSpPr>
              <p:nvPr/>
            </p:nvSpPr>
            <p:spPr bwMode="auto">
              <a:xfrm>
                <a:off x="3000" y="1275"/>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7" name="Rectangle 360">
                <a:extLst>
                  <a:ext uri="{FF2B5EF4-FFF2-40B4-BE49-F238E27FC236}">
                    <a16:creationId xmlns:a16="http://schemas.microsoft.com/office/drawing/2014/main" id="{0909B558-80B7-4595-8496-70DD058F053D}"/>
                  </a:ext>
                </a:extLst>
              </p:cNvPr>
              <p:cNvSpPr>
                <a:spLocks noChangeArrowheads="1"/>
              </p:cNvSpPr>
              <p:nvPr/>
            </p:nvSpPr>
            <p:spPr bwMode="auto">
              <a:xfrm>
                <a:off x="3028" y="1275"/>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8" name="Rectangle 361">
                <a:extLst>
                  <a:ext uri="{FF2B5EF4-FFF2-40B4-BE49-F238E27FC236}">
                    <a16:creationId xmlns:a16="http://schemas.microsoft.com/office/drawing/2014/main" id="{9B6E7EAD-976C-47C9-A88E-3368FCAA762B}"/>
                  </a:ext>
                </a:extLst>
              </p:cNvPr>
              <p:cNvSpPr>
                <a:spLocks noChangeArrowheads="1"/>
              </p:cNvSpPr>
              <p:nvPr/>
            </p:nvSpPr>
            <p:spPr bwMode="auto">
              <a:xfrm>
                <a:off x="3069" y="12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9" name="Rectangle 362">
                <a:extLst>
                  <a:ext uri="{FF2B5EF4-FFF2-40B4-BE49-F238E27FC236}">
                    <a16:creationId xmlns:a16="http://schemas.microsoft.com/office/drawing/2014/main" id="{81B19A70-B315-419C-A1DA-A62B634B1D9D}"/>
                  </a:ext>
                </a:extLst>
              </p:cNvPr>
              <p:cNvSpPr>
                <a:spLocks noChangeArrowheads="1"/>
              </p:cNvSpPr>
              <p:nvPr/>
            </p:nvSpPr>
            <p:spPr bwMode="auto">
              <a:xfrm>
                <a:off x="3112" y="127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0" name="Rectangle 363">
                <a:extLst>
                  <a:ext uri="{FF2B5EF4-FFF2-40B4-BE49-F238E27FC236}">
                    <a16:creationId xmlns:a16="http://schemas.microsoft.com/office/drawing/2014/main" id="{754C5854-B53A-4D5F-B6C0-6FD3D4DF65C2}"/>
                  </a:ext>
                </a:extLst>
              </p:cNvPr>
              <p:cNvSpPr>
                <a:spLocks noChangeArrowheads="1"/>
              </p:cNvSpPr>
              <p:nvPr/>
            </p:nvSpPr>
            <p:spPr bwMode="auto">
              <a:xfrm>
                <a:off x="2756" y="137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1" name="Rectangle 364">
                <a:extLst>
                  <a:ext uri="{FF2B5EF4-FFF2-40B4-BE49-F238E27FC236}">
                    <a16:creationId xmlns:a16="http://schemas.microsoft.com/office/drawing/2014/main" id="{44131B8D-24B7-457B-8C18-BF54AE772167}"/>
                  </a:ext>
                </a:extLst>
              </p:cNvPr>
              <p:cNvSpPr>
                <a:spLocks noChangeArrowheads="1"/>
              </p:cNvSpPr>
              <p:nvPr/>
            </p:nvSpPr>
            <p:spPr bwMode="auto">
              <a:xfrm>
                <a:off x="2795" y="1373"/>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2" name="Rectangle 365">
                <a:extLst>
                  <a:ext uri="{FF2B5EF4-FFF2-40B4-BE49-F238E27FC236}">
                    <a16:creationId xmlns:a16="http://schemas.microsoft.com/office/drawing/2014/main" id="{CA5D7A40-F9AB-4618-BC4B-32C6D66BF585}"/>
                  </a:ext>
                </a:extLst>
              </p:cNvPr>
              <p:cNvSpPr>
                <a:spLocks noChangeArrowheads="1"/>
              </p:cNvSpPr>
              <p:nvPr/>
            </p:nvSpPr>
            <p:spPr bwMode="auto">
              <a:xfrm>
                <a:off x="2831" y="13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3" name="Rectangle 366">
                <a:extLst>
                  <a:ext uri="{FF2B5EF4-FFF2-40B4-BE49-F238E27FC236}">
                    <a16:creationId xmlns:a16="http://schemas.microsoft.com/office/drawing/2014/main" id="{CF52E467-21A4-491A-8251-3D9DCEFA7CBE}"/>
                  </a:ext>
                </a:extLst>
              </p:cNvPr>
              <p:cNvSpPr>
                <a:spLocks noChangeArrowheads="1"/>
              </p:cNvSpPr>
              <p:nvPr/>
            </p:nvSpPr>
            <p:spPr bwMode="auto">
              <a:xfrm>
                <a:off x="2875" y="13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4" name="Rectangle 367">
                <a:extLst>
                  <a:ext uri="{FF2B5EF4-FFF2-40B4-BE49-F238E27FC236}">
                    <a16:creationId xmlns:a16="http://schemas.microsoft.com/office/drawing/2014/main" id="{8A28B8ED-9995-4BC9-ADCB-896359F8EB0A}"/>
                  </a:ext>
                </a:extLst>
              </p:cNvPr>
              <p:cNvSpPr>
                <a:spLocks noChangeArrowheads="1"/>
              </p:cNvSpPr>
              <p:nvPr/>
            </p:nvSpPr>
            <p:spPr bwMode="auto">
              <a:xfrm>
                <a:off x="2918" y="137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5" name="Rectangle 368">
                <a:extLst>
                  <a:ext uri="{FF2B5EF4-FFF2-40B4-BE49-F238E27FC236}">
                    <a16:creationId xmlns:a16="http://schemas.microsoft.com/office/drawing/2014/main" id="{E1ED6FD8-03AB-48E3-ACE6-6E7043778D48}"/>
                  </a:ext>
                </a:extLst>
              </p:cNvPr>
              <p:cNvSpPr>
                <a:spLocks noChangeArrowheads="1"/>
              </p:cNvSpPr>
              <p:nvPr/>
            </p:nvSpPr>
            <p:spPr bwMode="auto">
              <a:xfrm>
                <a:off x="2951" y="13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6" name="Rectangle 369">
                <a:extLst>
                  <a:ext uri="{FF2B5EF4-FFF2-40B4-BE49-F238E27FC236}">
                    <a16:creationId xmlns:a16="http://schemas.microsoft.com/office/drawing/2014/main" id="{AE7EBE02-4D93-4F19-8686-D51C0B97BCB9}"/>
                  </a:ext>
                </a:extLst>
              </p:cNvPr>
              <p:cNvSpPr>
                <a:spLocks noChangeArrowheads="1"/>
              </p:cNvSpPr>
              <p:nvPr/>
            </p:nvSpPr>
            <p:spPr bwMode="auto">
              <a:xfrm>
                <a:off x="2994" y="1373"/>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7" name="Rectangle 370">
                <a:extLst>
                  <a:ext uri="{FF2B5EF4-FFF2-40B4-BE49-F238E27FC236}">
                    <a16:creationId xmlns:a16="http://schemas.microsoft.com/office/drawing/2014/main" id="{A14A7B7A-4C8B-40BF-89E2-360638871B1B}"/>
                  </a:ext>
                </a:extLst>
              </p:cNvPr>
              <p:cNvSpPr>
                <a:spLocks noChangeArrowheads="1"/>
              </p:cNvSpPr>
              <p:nvPr/>
            </p:nvSpPr>
            <p:spPr bwMode="auto">
              <a:xfrm>
                <a:off x="3022" y="137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8" name="Rectangle 371">
                <a:extLst>
                  <a:ext uri="{FF2B5EF4-FFF2-40B4-BE49-F238E27FC236}">
                    <a16:creationId xmlns:a16="http://schemas.microsoft.com/office/drawing/2014/main" id="{32CC2E82-77A5-4005-8C33-691703373218}"/>
                  </a:ext>
                </a:extLst>
              </p:cNvPr>
              <p:cNvSpPr>
                <a:spLocks noChangeArrowheads="1"/>
              </p:cNvSpPr>
              <p:nvPr/>
            </p:nvSpPr>
            <p:spPr bwMode="auto">
              <a:xfrm>
                <a:off x="3064" y="13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9" name="Rectangle 372">
                <a:extLst>
                  <a:ext uri="{FF2B5EF4-FFF2-40B4-BE49-F238E27FC236}">
                    <a16:creationId xmlns:a16="http://schemas.microsoft.com/office/drawing/2014/main" id="{6775B522-3153-4A18-882B-7FB7A27A1B50}"/>
                  </a:ext>
                </a:extLst>
              </p:cNvPr>
              <p:cNvSpPr>
                <a:spLocks noChangeArrowheads="1"/>
              </p:cNvSpPr>
              <p:nvPr/>
            </p:nvSpPr>
            <p:spPr bwMode="auto">
              <a:xfrm>
                <a:off x="3082" y="13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0" name="Rectangle 373">
                <a:extLst>
                  <a:ext uri="{FF2B5EF4-FFF2-40B4-BE49-F238E27FC236}">
                    <a16:creationId xmlns:a16="http://schemas.microsoft.com/office/drawing/2014/main" id="{A07B49A3-AF2C-4B77-950F-8075AA609082}"/>
                  </a:ext>
                </a:extLst>
              </p:cNvPr>
              <p:cNvSpPr>
                <a:spLocks noChangeArrowheads="1"/>
              </p:cNvSpPr>
              <p:nvPr/>
            </p:nvSpPr>
            <p:spPr bwMode="auto">
              <a:xfrm>
                <a:off x="3126" y="1373"/>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1" name="Rectangle 374">
                <a:extLst>
                  <a:ext uri="{FF2B5EF4-FFF2-40B4-BE49-F238E27FC236}">
                    <a16:creationId xmlns:a16="http://schemas.microsoft.com/office/drawing/2014/main" id="{109772A0-24C4-49FC-B91A-F366F71B9072}"/>
                  </a:ext>
                </a:extLst>
              </p:cNvPr>
              <p:cNvSpPr>
                <a:spLocks noChangeArrowheads="1"/>
              </p:cNvSpPr>
              <p:nvPr/>
            </p:nvSpPr>
            <p:spPr bwMode="auto">
              <a:xfrm>
                <a:off x="3155" y="13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2" name="Rectangle 375">
                <a:extLst>
                  <a:ext uri="{FF2B5EF4-FFF2-40B4-BE49-F238E27FC236}">
                    <a16:creationId xmlns:a16="http://schemas.microsoft.com/office/drawing/2014/main" id="{89D0B6C1-8008-41FF-AD55-F70DF0E3327C}"/>
                  </a:ext>
                </a:extLst>
              </p:cNvPr>
              <p:cNvSpPr>
                <a:spLocks noChangeArrowheads="1"/>
              </p:cNvSpPr>
              <p:nvPr/>
            </p:nvSpPr>
            <p:spPr bwMode="auto">
              <a:xfrm>
                <a:off x="3174" y="13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3" name="Rectangle 376">
                <a:extLst>
                  <a:ext uri="{FF2B5EF4-FFF2-40B4-BE49-F238E27FC236}">
                    <a16:creationId xmlns:a16="http://schemas.microsoft.com/office/drawing/2014/main" id="{5E399AA8-2CED-4FBA-8943-05C149DECA8D}"/>
                  </a:ext>
                </a:extLst>
              </p:cNvPr>
              <p:cNvSpPr>
                <a:spLocks noChangeArrowheads="1"/>
              </p:cNvSpPr>
              <p:nvPr/>
            </p:nvSpPr>
            <p:spPr bwMode="auto">
              <a:xfrm>
                <a:off x="2782" y="1472"/>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4" name="Rectangle 377">
                <a:extLst>
                  <a:ext uri="{FF2B5EF4-FFF2-40B4-BE49-F238E27FC236}">
                    <a16:creationId xmlns:a16="http://schemas.microsoft.com/office/drawing/2014/main" id="{5ED2E157-7E6C-40A3-8C32-EB15D5DC3D39}"/>
                  </a:ext>
                </a:extLst>
              </p:cNvPr>
              <p:cNvSpPr>
                <a:spLocks noChangeArrowheads="1"/>
              </p:cNvSpPr>
              <p:nvPr/>
            </p:nvSpPr>
            <p:spPr bwMode="auto">
              <a:xfrm>
                <a:off x="2813" y="1472"/>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5" name="Rectangle 378">
                <a:extLst>
                  <a:ext uri="{FF2B5EF4-FFF2-40B4-BE49-F238E27FC236}">
                    <a16:creationId xmlns:a16="http://schemas.microsoft.com/office/drawing/2014/main" id="{38BFFFCB-196B-4821-8CA7-213190FDB3E3}"/>
                  </a:ext>
                </a:extLst>
              </p:cNvPr>
              <p:cNvSpPr>
                <a:spLocks noChangeArrowheads="1"/>
              </p:cNvSpPr>
              <p:nvPr/>
            </p:nvSpPr>
            <p:spPr bwMode="auto">
              <a:xfrm>
                <a:off x="2851" y="1472"/>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6" name="Rectangle 379">
                <a:extLst>
                  <a:ext uri="{FF2B5EF4-FFF2-40B4-BE49-F238E27FC236}">
                    <a16:creationId xmlns:a16="http://schemas.microsoft.com/office/drawing/2014/main" id="{5CB5F435-5A61-447F-8D99-463F1AEDC062}"/>
                  </a:ext>
                </a:extLst>
              </p:cNvPr>
              <p:cNvSpPr>
                <a:spLocks noChangeArrowheads="1"/>
              </p:cNvSpPr>
              <p:nvPr/>
            </p:nvSpPr>
            <p:spPr bwMode="auto">
              <a:xfrm>
                <a:off x="2917" y="14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7" name="Rectangle 380">
                <a:extLst>
                  <a:ext uri="{FF2B5EF4-FFF2-40B4-BE49-F238E27FC236}">
                    <a16:creationId xmlns:a16="http://schemas.microsoft.com/office/drawing/2014/main" id="{3DB158B4-45BA-4A19-8B92-FAB2498B3CDC}"/>
                  </a:ext>
                </a:extLst>
              </p:cNvPr>
              <p:cNvSpPr>
                <a:spLocks noChangeArrowheads="1"/>
              </p:cNvSpPr>
              <p:nvPr/>
            </p:nvSpPr>
            <p:spPr bwMode="auto">
              <a:xfrm>
                <a:off x="2959" y="1472"/>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8" name="Rectangle 381">
                <a:extLst>
                  <a:ext uri="{FF2B5EF4-FFF2-40B4-BE49-F238E27FC236}">
                    <a16:creationId xmlns:a16="http://schemas.microsoft.com/office/drawing/2014/main" id="{23706B98-45CF-43CD-8D2B-14D9188DFCE5}"/>
                  </a:ext>
                </a:extLst>
              </p:cNvPr>
              <p:cNvSpPr>
                <a:spLocks noChangeArrowheads="1"/>
              </p:cNvSpPr>
              <p:nvPr/>
            </p:nvSpPr>
            <p:spPr bwMode="auto">
              <a:xfrm>
                <a:off x="2986" y="14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9" name="Rectangle 382">
                <a:extLst>
                  <a:ext uri="{FF2B5EF4-FFF2-40B4-BE49-F238E27FC236}">
                    <a16:creationId xmlns:a16="http://schemas.microsoft.com/office/drawing/2014/main" id="{40204C3F-D9DE-4176-ACFB-B22EF33CD8FC}"/>
                  </a:ext>
                </a:extLst>
              </p:cNvPr>
              <p:cNvSpPr>
                <a:spLocks noChangeArrowheads="1"/>
              </p:cNvSpPr>
              <p:nvPr/>
            </p:nvSpPr>
            <p:spPr bwMode="auto">
              <a:xfrm>
                <a:off x="3031" y="1472"/>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0" name="Rectangle 383">
                <a:extLst>
                  <a:ext uri="{FF2B5EF4-FFF2-40B4-BE49-F238E27FC236}">
                    <a16:creationId xmlns:a16="http://schemas.microsoft.com/office/drawing/2014/main" id="{9D0E7BD6-A01F-49E6-919B-A90BCB5E04A6}"/>
                  </a:ext>
                </a:extLst>
              </p:cNvPr>
              <p:cNvSpPr>
                <a:spLocks noChangeArrowheads="1"/>
              </p:cNvSpPr>
              <p:nvPr/>
            </p:nvSpPr>
            <p:spPr bwMode="auto">
              <a:xfrm>
                <a:off x="3096" y="1472"/>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1" name="Freeform 384">
                <a:extLst>
                  <a:ext uri="{FF2B5EF4-FFF2-40B4-BE49-F238E27FC236}">
                    <a16:creationId xmlns:a16="http://schemas.microsoft.com/office/drawing/2014/main" id="{2D7A286C-F774-46E3-9C02-1C676153AB36}"/>
                  </a:ext>
                </a:extLst>
              </p:cNvPr>
              <p:cNvSpPr>
                <a:spLocks/>
              </p:cNvSpPr>
              <p:nvPr/>
            </p:nvSpPr>
            <p:spPr bwMode="auto">
              <a:xfrm>
                <a:off x="3336" y="1211"/>
                <a:ext cx="508" cy="446"/>
              </a:xfrm>
              <a:custGeom>
                <a:avLst/>
                <a:gdLst>
                  <a:gd name="T0" fmla="*/ 0 w 1307"/>
                  <a:gd name="T1" fmla="*/ 0 h 1147"/>
                  <a:gd name="T2" fmla="*/ 0 w 1307"/>
                  <a:gd name="T3" fmla="*/ 0 h 1147"/>
                  <a:gd name="T4" fmla="*/ 1307 w 1307"/>
                  <a:gd name="T5" fmla="*/ 0 h 1147"/>
                  <a:gd name="T6" fmla="*/ 1307 w 1307"/>
                  <a:gd name="T7" fmla="*/ 1147 h 1147"/>
                  <a:gd name="T8" fmla="*/ 0 w 1307"/>
                  <a:gd name="T9" fmla="*/ 1147 h 1147"/>
                  <a:gd name="T10" fmla="*/ 0 w 1307"/>
                  <a:gd name="T11" fmla="*/ 0 h 1147"/>
                </a:gdLst>
                <a:ahLst/>
                <a:cxnLst>
                  <a:cxn ang="0">
                    <a:pos x="T0" y="T1"/>
                  </a:cxn>
                  <a:cxn ang="0">
                    <a:pos x="T2" y="T3"/>
                  </a:cxn>
                  <a:cxn ang="0">
                    <a:pos x="T4" y="T5"/>
                  </a:cxn>
                  <a:cxn ang="0">
                    <a:pos x="T6" y="T7"/>
                  </a:cxn>
                  <a:cxn ang="0">
                    <a:pos x="T8" y="T9"/>
                  </a:cxn>
                  <a:cxn ang="0">
                    <a:pos x="T10" y="T11"/>
                  </a:cxn>
                </a:cxnLst>
                <a:rect l="0" t="0" r="r" b="b"/>
                <a:pathLst>
                  <a:path w="1307" h="1147">
                    <a:moveTo>
                      <a:pt x="0" y="0"/>
                    </a:moveTo>
                    <a:lnTo>
                      <a:pt x="0" y="0"/>
                    </a:lnTo>
                    <a:lnTo>
                      <a:pt x="1307" y="0"/>
                    </a:lnTo>
                    <a:lnTo>
                      <a:pt x="1307" y="1147"/>
                    </a:lnTo>
                    <a:lnTo>
                      <a:pt x="0" y="1147"/>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42" name="Freeform 385">
                <a:extLst>
                  <a:ext uri="{FF2B5EF4-FFF2-40B4-BE49-F238E27FC236}">
                    <a16:creationId xmlns:a16="http://schemas.microsoft.com/office/drawing/2014/main" id="{161C1B1F-B68E-45A1-88B8-68D45C6782F7}"/>
                  </a:ext>
                </a:extLst>
              </p:cNvPr>
              <p:cNvSpPr>
                <a:spLocks/>
              </p:cNvSpPr>
              <p:nvPr/>
            </p:nvSpPr>
            <p:spPr bwMode="auto">
              <a:xfrm>
                <a:off x="3336" y="1211"/>
                <a:ext cx="508" cy="446"/>
              </a:xfrm>
              <a:custGeom>
                <a:avLst/>
                <a:gdLst>
                  <a:gd name="T0" fmla="*/ 0 w 1307"/>
                  <a:gd name="T1" fmla="*/ 0 h 1147"/>
                  <a:gd name="T2" fmla="*/ 0 w 1307"/>
                  <a:gd name="T3" fmla="*/ 0 h 1147"/>
                  <a:gd name="T4" fmla="*/ 1307 w 1307"/>
                  <a:gd name="T5" fmla="*/ 0 h 1147"/>
                  <a:gd name="T6" fmla="*/ 1307 w 1307"/>
                  <a:gd name="T7" fmla="*/ 1147 h 1147"/>
                  <a:gd name="T8" fmla="*/ 0 w 1307"/>
                  <a:gd name="T9" fmla="*/ 1147 h 1147"/>
                  <a:gd name="T10" fmla="*/ 0 w 1307"/>
                  <a:gd name="T11" fmla="*/ 0 h 1147"/>
                </a:gdLst>
                <a:ahLst/>
                <a:cxnLst>
                  <a:cxn ang="0">
                    <a:pos x="T0" y="T1"/>
                  </a:cxn>
                  <a:cxn ang="0">
                    <a:pos x="T2" y="T3"/>
                  </a:cxn>
                  <a:cxn ang="0">
                    <a:pos x="T4" y="T5"/>
                  </a:cxn>
                  <a:cxn ang="0">
                    <a:pos x="T6" y="T7"/>
                  </a:cxn>
                  <a:cxn ang="0">
                    <a:pos x="T8" y="T9"/>
                  </a:cxn>
                  <a:cxn ang="0">
                    <a:pos x="T10" y="T11"/>
                  </a:cxn>
                </a:cxnLst>
                <a:rect l="0" t="0" r="r" b="b"/>
                <a:pathLst>
                  <a:path w="1307" h="1147">
                    <a:moveTo>
                      <a:pt x="0" y="0"/>
                    </a:moveTo>
                    <a:lnTo>
                      <a:pt x="0" y="0"/>
                    </a:lnTo>
                    <a:lnTo>
                      <a:pt x="1307" y="0"/>
                    </a:lnTo>
                    <a:lnTo>
                      <a:pt x="1307" y="1147"/>
                    </a:lnTo>
                    <a:lnTo>
                      <a:pt x="0" y="1147"/>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43" name="Rectangle 386">
                <a:extLst>
                  <a:ext uri="{FF2B5EF4-FFF2-40B4-BE49-F238E27FC236}">
                    <a16:creationId xmlns:a16="http://schemas.microsoft.com/office/drawing/2014/main" id="{174CD7E9-4FE8-4037-8A9D-385A579A1B29}"/>
                  </a:ext>
                </a:extLst>
              </p:cNvPr>
              <p:cNvSpPr>
                <a:spLocks noChangeArrowheads="1"/>
              </p:cNvSpPr>
              <p:nvPr/>
            </p:nvSpPr>
            <p:spPr bwMode="auto">
              <a:xfrm>
                <a:off x="3459" y="128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4" name="Rectangle 387">
                <a:extLst>
                  <a:ext uri="{FF2B5EF4-FFF2-40B4-BE49-F238E27FC236}">
                    <a16:creationId xmlns:a16="http://schemas.microsoft.com/office/drawing/2014/main" id="{8EF3CDFE-19F4-449F-9BF6-CBD00A1E574D}"/>
                  </a:ext>
                </a:extLst>
              </p:cNvPr>
              <p:cNvSpPr>
                <a:spLocks noChangeArrowheads="1"/>
              </p:cNvSpPr>
              <p:nvPr/>
            </p:nvSpPr>
            <p:spPr bwMode="auto">
              <a:xfrm>
                <a:off x="3501" y="128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5" name="Rectangle 388">
                <a:extLst>
                  <a:ext uri="{FF2B5EF4-FFF2-40B4-BE49-F238E27FC236}">
                    <a16:creationId xmlns:a16="http://schemas.microsoft.com/office/drawing/2014/main" id="{23CA1A6A-C523-40D3-AE7B-51D3A9CCB429}"/>
                  </a:ext>
                </a:extLst>
              </p:cNvPr>
              <p:cNvSpPr>
                <a:spLocks noChangeArrowheads="1"/>
              </p:cNvSpPr>
              <p:nvPr/>
            </p:nvSpPr>
            <p:spPr bwMode="auto">
              <a:xfrm>
                <a:off x="3545" y="1280"/>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6" name="Rectangle 389">
                <a:extLst>
                  <a:ext uri="{FF2B5EF4-FFF2-40B4-BE49-F238E27FC236}">
                    <a16:creationId xmlns:a16="http://schemas.microsoft.com/office/drawing/2014/main" id="{9603D35C-36BB-403D-B557-5E401E648730}"/>
                  </a:ext>
                </a:extLst>
              </p:cNvPr>
              <p:cNvSpPr>
                <a:spLocks noChangeArrowheads="1"/>
              </p:cNvSpPr>
              <p:nvPr/>
            </p:nvSpPr>
            <p:spPr bwMode="auto">
              <a:xfrm>
                <a:off x="3577" y="1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7" name="Rectangle 390">
                <a:extLst>
                  <a:ext uri="{FF2B5EF4-FFF2-40B4-BE49-F238E27FC236}">
                    <a16:creationId xmlns:a16="http://schemas.microsoft.com/office/drawing/2014/main" id="{BBAB4EA7-94AB-4F79-A467-69A2701E80D8}"/>
                  </a:ext>
                </a:extLst>
              </p:cNvPr>
              <p:cNvSpPr>
                <a:spLocks noChangeArrowheads="1"/>
              </p:cNvSpPr>
              <p:nvPr/>
            </p:nvSpPr>
            <p:spPr bwMode="auto">
              <a:xfrm>
                <a:off x="3596" y="128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8" name="Rectangle 391">
                <a:extLst>
                  <a:ext uri="{FF2B5EF4-FFF2-40B4-BE49-F238E27FC236}">
                    <a16:creationId xmlns:a16="http://schemas.microsoft.com/office/drawing/2014/main" id="{27145D43-3D2F-419C-A5D4-2206661A6F61}"/>
                  </a:ext>
                </a:extLst>
              </p:cNvPr>
              <p:cNvSpPr>
                <a:spLocks noChangeArrowheads="1"/>
              </p:cNvSpPr>
              <p:nvPr/>
            </p:nvSpPr>
            <p:spPr bwMode="auto">
              <a:xfrm>
                <a:off x="3624" y="1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9" name="Rectangle 392">
                <a:extLst>
                  <a:ext uri="{FF2B5EF4-FFF2-40B4-BE49-F238E27FC236}">
                    <a16:creationId xmlns:a16="http://schemas.microsoft.com/office/drawing/2014/main" id="{FFF2258E-F8EC-4321-9B59-78F50AF2CF9E}"/>
                  </a:ext>
                </a:extLst>
              </p:cNvPr>
              <p:cNvSpPr>
                <a:spLocks noChangeArrowheads="1"/>
              </p:cNvSpPr>
              <p:nvPr/>
            </p:nvSpPr>
            <p:spPr bwMode="auto">
              <a:xfrm>
                <a:off x="3642" y="1280"/>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0" name="Rectangle 393">
                <a:extLst>
                  <a:ext uri="{FF2B5EF4-FFF2-40B4-BE49-F238E27FC236}">
                    <a16:creationId xmlns:a16="http://schemas.microsoft.com/office/drawing/2014/main" id="{8BB187A1-A3C0-4C3D-B36E-5A6DA839F0E7}"/>
                  </a:ext>
                </a:extLst>
              </p:cNvPr>
              <p:cNvSpPr>
                <a:spLocks noChangeArrowheads="1"/>
              </p:cNvSpPr>
              <p:nvPr/>
            </p:nvSpPr>
            <p:spPr bwMode="auto">
              <a:xfrm>
                <a:off x="3679" y="1280"/>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1" name="Rectangle 394">
                <a:extLst>
                  <a:ext uri="{FF2B5EF4-FFF2-40B4-BE49-F238E27FC236}">
                    <a16:creationId xmlns:a16="http://schemas.microsoft.com/office/drawing/2014/main" id="{DB3D2CA8-C7F9-42C3-899F-B520B5DBC43A}"/>
                  </a:ext>
                </a:extLst>
              </p:cNvPr>
              <p:cNvSpPr>
                <a:spLocks noChangeArrowheads="1"/>
              </p:cNvSpPr>
              <p:nvPr/>
            </p:nvSpPr>
            <p:spPr bwMode="auto">
              <a:xfrm>
                <a:off x="3720" y="1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2" name="Rectangle 395">
                <a:extLst>
                  <a:ext uri="{FF2B5EF4-FFF2-40B4-BE49-F238E27FC236}">
                    <a16:creationId xmlns:a16="http://schemas.microsoft.com/office/drawing/2014/main" id="{9D487525-63E7-4F9B-96FB-7384FB30DFE9}"/>
                  </a:ext>
                </a:extLst>
              </p:cNvPr>
              <p:cNvSpPr>
                <a:spLocks noChangeArrowheads="1"/>
              </p:cNvSpPr>
              <p:nvPr/>
            </p:nvSpPr>
            <p:spPr bwMode="auto">
              <a:xfrm>
                <a:off x="3427" y="1378"/>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3" name="Rectangle 396">
                <a:extLst>
                  <a:ext uri="{FF2B5EF4-FFF2-40B4-BE49-F238E27FC236}">
                    <a16:creationId xmlns:a16="http://schemas.microsoft.com/office/drawing/2014/main" id="{230E635D-19CA-41A5-B9D9-FE6A327605FA}"/>
                  </a:ext>
                </a:extLst>
              </p:cNvPr>
              <p:cNvSpPr>
                <a:spLocks noChangeArrowheads="1"/>
              </p:cNvSpPr>
              <p:nvPr/>
            </p:nvSpPr>
            <p:spPr bwMode="auto">
              <a:xfrm>
                <a:off x="3471" y="1378"/>
                <a:ext cx="10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4" name="Rectangle 397">
                <a:extLst>
                  <a:ext uri="{FF2B5EF4-FFF2-40B4-BE49-F238E27FC236}">
                    <a16:creationId xmlns:a16="http://schemas.microsoft.com/office/drawing/2014/main" id="{13C2C0DD-0A3B-4423-BCB4-1E83F1B3928F}"/>
                  </a:ext>
                </a:extLst>
              </p:cNvPr>
              <p:cNvSpPr>
                <a:spLocks noChangeArrowheads="1"/>
              </p:cNvSpPr>
              <p:nvPr/>
            </p:nvSpPr>
            <p:spPr bwMode="auto">
              <a:xfrm>
                <a:off x="3525" y="1378"/>
                <a:ext cx="9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5" name="Rectangle 398">
                <a:extLst>
                  <a:ext uri="{FF2B5EF4-FFF2-40B4-BE49-F238E27FC236}">
                    <a16:creationId xmlns:a16="http://schemas.microsoft.com/office/drawing/2014/main" id="{C98DD063-9A61-48EB-9956-0079D0EA90A1}"/>
                  </a:ext>
                </a:extLst>
              </p:cNvPr>
              <p:cNvSpPr>
                <a:spLocks noChangeArrowheads="1"/>
              </p:cNvSpPr>
              <p:nvPr/>
            </p:nvSpPr>
            <p:spPr bwMode="auto">
              <a:xfrm>
                <a:off x="3572" y="1378"/>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6" name="Rectangle 399">
                <a:extLst>
                  <a:ext uri="{FF2B5EF4-FFF2-40B4-BE49-F238E27FC236}">
                    <a16:creationId xmlns:a16="http://schemas.microsoft.com/office/drawing/2014/main" id="{FDA804C5-EB16-44C3-937F-2332824A139E}"/>
                  </a:ext>
                </a:extLst>
              </p:cNvPr>
              <p:cNvSpPr>
                <a:spLocks noChangeArrowheads="1"/>
              </p:cNvSpPr>
              <p:nvPr/>
            </p:nvSpPr>
            <p:spPr bwMode="auto">
              <a:xfrm>
                <a:off x="3592" y="1378"/>
                <a:ext cx="10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7" name="Rectangle 400">
                <a:extLst>
                  <a:ext uri="{FF2B5EF4-FFF2-40B4-BE49-F238E27FC236}">
                    <a16:creationId xmlns:a16="http://schemas.microsoft.com/office/drawing/2014/main" id="{981B886B-320F-448F-AA90-FEBFEA4DE1D2}"/>
                  </a:ext>
                </a:extLst>
              </p:cNvPr>
              <p:cNvSpPr>
                <a:spLocks noChangeArrowheads="1"/>
              </p:cNvSpPr>
              <p:nvPr/>
            </p:nvSpPr>
            <p:spPr bwMode="auto">
              <a:xfrm>
                <a:off x="3643" y="1378"/>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8" name="Rectangle 401">
                <a:extLst>
                  <a:ext uri="{FF2B5EF4-FFF2-40B4-BE49-F238E27FC236}">
                    <a16:creationId xmlns:a16="http://schemas.microsoft.com/office/drawing/2014/main" id="{619A7A97-35AB-45C2-9728-016751E8D54C}"/>
                  </a:ext>
                </a:extLst>
              </p:cNvPr>
              <p:cNvSpPr>
                <a:spLocks noChangeArrowheads="1"/>
              </p:cNvSpPr>
              <p:nvPr/>
            </p:nvSpPr>
            <p:spPr bwMode="auto">
              <a:xfrm>
                <a:off x="3669" y="137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9" name="Rectangle 402">
                <a:extLst>
                  <a:ext uri="{FF2B5EF4-FFF2-40B4-BE49-F238E27FC236}">
                    <a16:creationId xmlns:a16="http://schemas.microsoft.com/office/drawing/2014/main" id="{D7D42875-19B4-4A4C-A704-8AD17162F0C3}"/>
                  </a:ext>
                </a:extLst>
              </p:cNvPr>
              <p:cNvSpPr>
                <a:spLocks noChangeArrowheads="1"/>
              </p:cNvSpPr>
              <p:nvPr/>
            </p:nvSpPr>
            <p:spPr bwMode="auto">
              <a:xfrm>
                <a:off x="3711" y="1378"/>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0" name="Rectangle 403">
                <a:extLst>
                  <a:ext uri="{FF2B5EF4-FFF2-40B4-BE49-F238E27FC236}">
                    <a16:creationId xmlns:a16="http://schemas.microsoft.com/office/drawing/2014/main" id="{0BF28B28-A784-413D-847A-536F40CC430B}"/>
                  </a:ext>
                </a:extLst>
              </p:cNvPr>
              <p:cNvSpPr>
                <a:spLocks noChangeArrowheads="1"/>
              </p:cNvSpPr>
              <p:nvPr/>
            </p:nvSpPr>
            <p:spPr bwMode="auto">
              <a:xfrm>
                <a:off x="3753" y="137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1" name="Rectangle 404">
                <a:extLst>
                  <a:ext uri="{FF2B5EF4-FFF2-40B4-BE49-F238E27FC236}">
                    <a16:creationId xmlns:a16="http://schemas.microsoft.com/office/drawing/2014/main" id="{8D5B262E-248F-4C6F-ABD9-B7C62B0F6D39}"/>
                  </a:ext>
                </a:extLst>
              </p:cNvPr>
              <p:cNvSpPr>
                <a:spLocks noChangeArrowheads="1"/>
              </p:cNvSpPr>
              <p:nvPr/>
            </p:nvSpPr>
            <p:spPr bwMode="auto">
              <a:xfrm>
                <a:off x="3526" y="1477"/>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2" name="Rectangle 405">
                <a:extLst>
                  <a:ext uri="{FF2B5EF4-FFF2-40B4-BE49-F238E27FC236}">
                    <a16:creationId xmlns:a16="http://schemas.microsoft.com/office/drawing/2014/main" id="{B389C200-9180-4F07-BBB2-9F756089E72D}"/>
                  </a:ext>
                </a:extLst>
              </p:cNvPr>
              <p:cNvSpPr>
                <a:spLocks noChangeArrowheads="1"/>
              </p:cNvSpPr>
              <p:nvPr/>
            </p:nvSpPr>
            <p:spPr bwMode="auto">
              <a:xfrm>
                <a:off x="3553" y="1477"/>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 name="Group 607">
              <a:extLst>
                <a:ext uri="{FF2B5EF4-FFF2-40B4-BE49-F238E27FC236}">
                  <a16:creationId xmlns:a16="http://schemas.microsoft.com/office/drawing/2014/main" id="{625A68C2-1B95-4321-8651-64C991765517}"/>
                </a:ext>
              </a:extLst>
            </p:cNvPr>
            <p:cNvGrpSpPr>
              <a:grpSpLocks/>
            </p:cNvGrpSpPr>
            <p:nvPr/>
          </p:nvGrpSpPr>
          <p:grpSpPr bwMode="auto">
            <a:xfrm>
              <a:off x="532" y="554"/>
              <a:ext cx="4641" cy="1773"/>
              <a:chOff x="532" y="554"/>
              <a:chExt cx="4641" cy="1773"/>
            </a:xfrm>
          </p:grpSpPr>
          <p:sp>
            <p:nvSpPr>
              <p:cNvPr id="563" name="Rectangle 407">
                <a:extLst>
                  <a:ext uri="{FF2B5EF4-FFF2-40B4-BE49-F238E27FC236}">
                    <a16:creationId xmlns:a16="http://schemas.microsoft.com/office/drawing/2014/main" id="{C4208A6E-F788-45F1-A0C8-800124B05441}"/>
                  </a:ext>
                </a:extLst>
              </p:cNvPr>
              <p:cNvSpPr>
                <a:spLocks noChangeArrowheads="1"/>
              </p:cNvSpPr>
              <p:nvPr/>
            </p:nvSpPr>
            <p:spPr bwMode="auto">
              <a:xfrm>
                <a:off x="3594" y="1477"/>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4" name="Rectangle 408">
                <a:extLst>
                  <a:ext uri="{FF2B5EF4-FFF2-40B4-BE49-F238E27FC236}">
                    <a16:creationId xmlns:a16="http://schemas.microsoft.com/office/drawing/2014/main" id="{23AC43A6-DDA3-4BEE-8B97-01C4CE91A697}"/>
                  </a:ext>
                </a:extLst>
              </p:cNvPr>
              <p:cNvSpPr>
                <a:spLocks noChangeArrowheads="1"/>
              </p:cNvSpPr>
              <p:nvPr/>
            </p:nvSpPr>
            <p:spPr bwMode="auto">
              <a:xfrm>
                <a:off x="3626" y="1477"/>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5" name="Rectangle 409">
                <a:extLst>
                  <a:ext uri="{FF2B5EF4-FFF2-40B4-BE49-F238E27FC236}">
                    <a16:creationId xmlns:a16="http://schemas.microsoft.com/office/drawing/2014/main" id="{813A1F68-5D55-4117-8AE2-579BC5B7BE44}"/>
                  </a:ext>
                </a:extLst>
              </p:cNvPr>
              <p:cNvSpPr>
                <a:spLocks noChangeArrowheads="1"/>
              </p:cNvSpPr>
              <p:nvPr/>
            </p:nvSpPr>
            <p:spPr bwMode="auto">
              <a:xfrm>
                <a:off x="1891" y="1735"/>
                <a:ext cx="75"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6" name="Rectangle 410">
                <a:extLst>
                  <a:ext uri="{FF2B5EF4-FFF2-40B4-BE49-F238E27FC236}">
                    <a16:creationId xmlns:a16="http://schemas.microsoft.com/office/drawing/2014/main" id="{FFEE2AF3-4BE8-4227-9DB5-03C0A1DA695E}"/>
                  </a:ext>
                </a:extLst>
              </p:cNvPr>
              <p:cNvSpPr>
                <a:spLocks noChangeArrowheads="1"/>
              </p:cNvSpPr>
              <p:nvPr/>
            </p:nvSpPr>
            <p:spPr bwMode="auto">
              <a:xfrm>
                <a:off x="1931"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7" name="Rectangle 411">
                <a:extLst>
                  <a:ext uri="{FF2B5EF4-FFF2-40B4-BE49-F238E27FC236}">
                    <a16:creationId xmlns:a16="http://schemas.microsoft.com/office/drawing/2014/main" id="{31A9EE75-221F-45C1-8022-36D6CADAE2BF}"/>
                  </a:ext>
                </a:extLst>
              </p:cNvPr>
              <p:cNvSpPr>
                <a:spLocks noChangeArrowheads="1"/>
              </p:cNvSpPr>
              <p:nvPr/>
            </p:nvSpPr>
            <p:spPr bwMode="auto">
              <a:xfrm>
                <a:off x="1963" y="173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8" name="Rectangle 412">
                <a:extLst>
                  <a:ext uri="{FF2B5EF4-FFF2-40B4-BE49-F238E27FC236}">
                    <a16:creationId xmlns:a16="http://schemas.microsoft.com/office/drawing/2014/main" id="{071C4409-0B5A-4593-B972-D42B33FB76C5}"/>
                  </a:ext>
                </a:extLst>
              </p:cNvPr>
              <p:cNvSpPr>
                <a:spLocks noChangeArrowheads="1"/>
              </p:cNvSpPr>
              <p:nvPr/>
            </p:nvSpPr>
            <p:spPr bwMode="auto">
              <a:xfrm>
                <a:off x="1977" y="173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9" name="Rectangle 413">
                <a:extLst>
                  <a:ext uri="{FF2B5EF4-FFF2-40B4-BE49-F238E27FC236}">
                    <a16:creationId xmlns:a16="http://schemas.microsoft.com/office/drawing/2014/main" id="{2439FA0A-5EA8-426E-90B5-3E6D48C0646E}"/>
                  </a:ext>
                </a:extLst>
              </p:cNvPr>
              <p:cNvSpPr>
                <a:spLocks noChangeArrowheads="1"/>
              </p:cNvSpPr>
              <p:nvPr/>
            </p:nvSpPr>
            <p:spPr bwMode="auto">
              <a:xfrm>
                <a:off x="2000" y="1735"/>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0" name="Rectangle 414">
                <a:extLst>
                  <a:ext uri="{FF2B5EF4-FFF2-40B4-BE49-F238E27FC236}">
                    <a16:creationId xmlns:a16="http://schemas.microsoft.com/office/drawing/2014/main" id="{16553A19-3026-42D9-9877-3B2DBC33CAC9}"/>
                  </a:ext>
                </a:extLst>
              </p:cNvPr>
              <p:cNvSpPr>
                <a:spLocks noChangeArrowheads="1"/>
              </p:cNvSpPr>
              <p:nvPr/>
            </p:nvSpPr>
            <p:spPr bwMode="auto">
              <a:xfrm>
                <a:off x="2028" y="173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1" name="Rectangle 415">
                <a:extLst>
                  <a:ext uri="{FF2B5EF4-FFF2-40B4-BE49-F238E27FC236}">
                    <a16:creationId xmlns:a16="http://schemas.microsoft.com/office/drawing/2014/main" id="{23AE9570-30E5-4805-9085-E9F504653EAB}"/>
                  </a:ext>
                </a:extLst>
              </p:cNvPr>
              <p:cNvSpPr>
                <a:spLocks noChangeArrowheads="1"/>
              </p:cNvSpPr>
              <p:nvPr/>
            </p:nvSpPr>
            <p:spPr bwMode="auto">
              <a:xfrm>
                <a:off x="2077"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2" name="Rectangle 416">
                <a:extLst>
                  <a:ext uri="{FF2B5EF4-FFF2-40B4-BE49-F238E27FC236}">
                    <a16:creationId xmlns:a16="http://schemas.microsoft.com/office/drawing/2014/main" id="{5E2EEB36-3CC3-4D3A-A8A2-ACFB0F11F8B7}"/>
                  </a:ext>
                </a:extLst>
              </p:cNvPr>
              <p:cNvSpPr>
                <a:spLocks noChangeArrowheads="1"/>
              </p:cNvSpPr>
              <p:nvPr/>
            </p:nvSpPr>
            <p:spPr bwMode="auto">
              <a:xfrm>
                <a:off x="2108" y="173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3" name="Rectangle 417">
                <a:extLst>
                  <a:ext uri="{FF2B5EF4-FFF2-40B4-BE49-F238E27FC236}">
                    <a16:creationId xmlns:a16="http://schemas.microsoft.com/office/drawing/2014/main" id="{550F7D3A-A381-40CC-82CB-E9758F8922FC}"/>
                  </a:ext>
                </a:extLst>
              </p:cNvPr>
              <p:cNvSpPr>
                <a:spLocks noChangeArrowheads="1"/>
              </p:cNvSpPr>
              <p:nvPr/>
            </p:nvSpPr>
            <p:spPr bwMode="auto">
              <a:xfrm>
                <a:off x="2128"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4" name="Rectangle 418">
                <a:extLst>
                  <a:ext uri="{FF2B5EF4-FFF2-40B4-BE49-F238E27FC236}">
                    <a16:creationId xmlns:a16="http://schemas.microsoft.com/office/drawing/2014/main" id="{6DEA2068-F34E-430D-B98A-7F60ABA5EB2E}"/>
                  </a:ext>
                </a:extLst>
              </p:cNvPr>
              <p:cNvSpPr>
                <a:spLocks noChangeArrowheads="1"/>
              </p:cNvSpPr>
              <p:nvPr/>
            </p:nvSpPr>
            <p:spPr bwMode="auto">
              <a:xfrm>
                <a:off x="2160" y="173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5" name="Rectangle 419">
                <a:extLst>
                  <a:ext uri="{FF2B5EF4-FFF2-40B4-BE49-F238E27FC236}">
                    <a16:creationId xmlns:a16="http://schemas.microsoft.com/office/drawing/2014/main" id="{9F20DDAA-E539-4AD6-8337-84B3FAB01474}"/>
                  </a:ext>
                </a:extLst>
              </p:cNvPr>
              <p:cNvSpPr>
                <a:spLocks noChangeArrowheads="1"/>
              </p:cNvSpPr>
              <p:nvPr/>
            </p:nvSpPr>
            <p:spPr bwMode="auto">
              <a:xfrm>
                <a:off x="2209" y="173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6" name="Rectangle 420">
                <a:extLst>
                  <a:ext uri="{FF2B5EF4-FFF2-40B4-BE49-F238E27FC236}">
                    <a16:creationId xmlns:a16="http://schemas.microsoft.com/office/drawing/2014/main" id="{5128BAD4-3696-4D82-9677-AA345FF8B0A7}"/>
                  </a:ext>
                </a:extLst>
              </p:cNvPr>
              <p:cNvSpPr>
                <a:spLocks noChangeArrowheads="1"/>
              </p:cNvSpPr>
              <p:nvPr/>
            </p:nvSpPr>
            <p:spPr bwMode="auto">
              <a:xfrm>
                <a:off x="2233" y="1735"/>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7" name="Rectangle 421">
                <a:extLst>
                  <a:ext uri="{FF2B5EF4-FFF2-40B4-BE49-F238E27FC236}">
                    <a16:creationId xmlns:a16="http://schemas.microsoft.com/office/drawing/2014/main" id="{467EC8F2-16D7-4882-9588-920E6FCB5BEA}"/>
                  </a:ext>
                </a:extLst>
              </p:cNvPr>
              <p:cNvSpPr>
                <a:spLocks noChangeArrowheads="1"/>
              </p:cNvSpPr>
              <p:nvPr/>
            </p:nvSpPr>
            <p:spPr bwMode="auto">
              <a:xfrm>
                <a:off x="2249" y="173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8" name="Rectangle 422">
                <a:extLst>
                  <a:ext uri="{FF2B5EF4-FFF2-40B4-BE49-F238E27FC236}">
                    <a16:creationId xmlns:a16="http://schemas.microsoft.com/office/drawing/2014/main" id="{3AE70FCD-D427-4B03-A39A-AAE449FAF86E}"/>
                  </a:ext>
                </a:extLst>
              </p:cNvPr>
              <p:cNvSpPr>
                <a:spLocks noChangeArrowheads="1"/>
              </p:cNvSpPr>
              <p:nvPr/>
            </p:nvSpPr>
            <p:spPr bwMode="auto">
              <a:xfrm>
                <a:off x="1891"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9" name="Rectangle 423">
                <a:extLst>
                  <a:ext uri="{FF2B5EF4-FFF2-40B4-BE49-F238E27FC236}">
                    <a16:creationId xmlns:a16="http://schemas.microsoft.com/office/drawing/2014/main" id="{366A6A98-3DBA-473D-B732-3E1B8D9C3E2F}"/>
                  </a:ext>
                </a:extLst>
              </p:cNvPr>
              <p:cNvSpPr>
                <a:spLocks noChangeArrowheads="1"/>
              </p:cNvSpPr>
              <p:nvPr/>
            </p:nvSpPr>
            <p:spPr bwMode="auto">
              <a:xfrm>
                <a:off x="1923"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0" name="Rectangle 424">
                <a:extLst>
                  <a:ext uri="{FF2B5EF4-FFF2-40B4-BE49-F238E27FC236}">
                    <a16:creationId xmlns:a16="http://schemas.microsoft.com/office/drawing/2014/main" id="{358BCD7A-696D-4473-BB63-CD8622499369}"/>
                  </a:ext>
                </a:extLst>
              </p:cNvPr>
              <p:cNvSpPr>
                <a:spLocks noChangeArrowheads="1"/>
              </p:cNvSpPr>
              <p:nvPr/>
            </p:nvSpPr>
            <p:spPr bwMode="auto">
              <a:xfrm>
                <a:off x="1955" y="181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1" name="Rectangle 425">
                <a:extLst>
                  <a:ext uri="{FF2B5EF4-FFF2-40B4-BE49-F238E27FC236}">
                    <a16:creationId xmlns:a16="http://schemas.microsoft.com/office/drawing/2014/main" id="{AAD3A453-E239-41C5-A977-D1F7102CC245}"/>
                  </a:ext>
                </a:extLst>
              </p:cNvPr>
              <p:cNvSpPr>
                <a:spLocks noChangeArrowheads="1"/>
              </p:cNvSpPr>
              <p:nvPr/>
            </p:nvSpPr>
            <p:spPr bwMode="auto">
              <a:xfrm>
                <a:off x="1969" y="181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2" name="Rectangle 426">
                <a:extLst>
                  <a:ext uri="{FF2B5EF4-FFF2-40B4-BE49-F238E27FC236}">
                    <a16:creationId xmlns:a16="http://schemas.microsoft.com/office/drawing/2014/main" id="{5E32872C-4FF2-4AB8-A82B-05BD28BCCA04}"/>
                  </a:ext>
                </a:extLst>
              </p:cNvPr>
              <p:cNvSpPr>
                <a:spLocks noChangeArrowheads="1"/>
              </p:cNvSpPr>
              <p:nvPr/>
            </p:nvSpPr>
            <p:spPr bwMode="auto">
              <a:xfrm>
                <a:off x="1997" y="1812"/>
                <a:ext cx="61"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3" name="Rectangle 427">
                <a:extLst>
                  <a:ext uri="{FF2B5EF4-FFF2-40B4-BE49-F238E27FC236}">
                    <a16:creationId xmlns:a16="http://schemas.microsoft.com/office/drawing/2014/main" id="{99AEC03D-62E1-44CF-84AB-FD0B87F8F505}"/>
                  </a:ext>
                </a:extLst>
              </p:cNvPr>
              <p:cNvSpPr>
                <a:spLocks noChangeArrowheads="1"/>
              </p:cNvSpPr>
              <p:nvPr/>
            </p:nvSpPr>
            <p:spPr bwMode="auto">
              <a:xfrm>
                <a:off x="2024"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4" name="Rectangle 428">
                <a:extLst>
                  <a:ext uri="{FF2B5EF4-FFF2-40B4-BE49-F238E27FC236}">
                    <a16:creationId xmlns:a16="http://schemas.microsoft.com/office/drawing/2014/main" id="{A669003B-A813-402A-B2D5-F2146BCDBEDB}"/>
                  </a:ext>
                </a:extLst>
              </p:cNvPr>
              <p:cNvSpPr>
                <a:spLocks noChangeArrowheads="1"/>
              </p:cNvSpPr>
              <p:nvPr/>
            </p:nvSpPr>
            <p:spPr bwMode="auto">
              <a:xfrm>
                <a:off x="2056"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5" name="Rectangle 429">
                <a:extLst>
                  <a:ext uri="{FF2B5EF4-FFF2-40B4-BE49-F238E27FC236}">
                    <a16:creationId xmlns:a16="http://schemas.microsoft.com/office/drawing/2014/main" id="{726BB947-7080-45FA-940D-7154FB4F6BEF}"/>
                  </a:ext>
                </a:extLst>
              </p:cNvPr>
              <p:cNvSpPr>
                <a:spLocks noChangeArrowheads="1"/>
              </p:cNvSpPr>
              <p:nvPr/>
            </p:nvSpPr>
            <p:spPr bwMode="auto">
              <a:xfrm>
                <a:off x="2088" y="181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6" name="Rectangle 430">
                <a:extLst>
                  <a:ext uri="{FF2B5EF4-FFF2-40B4-BE49-F238E27FC236}">
                    <a16:creationId xmlns:a16="http://schemas.microsoft.com/office/drawing/2014/main" id="{E470FE38-EE19-40FE-B004-23E6FDBED564}"/>
                  </a:ext>
                </a:extLst>
              </p:cNvPr>
              <p:cNvSpPr>
                <a:spLocks noChangeArrowheads="1"/>
              </p:cNvSpPr>
              <p:nvPr/>
            </p:nvSpPr>
            <p:spPr bwMode="auto">
              <a:xfrm>
                <a:off x="2112"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7" name="Rectangle 431">
                <a:extLst>
                  <a:ext uri="{FF2B5EF4-FFF2-40B4-BE49-F238E27FC236}">
                    <a16:creationId xmlns:a16="http://schemas.microsoft.com/office/drawing/2014/main" id="{D0978792-D54C-4194-973C-8A035EDCF16E}"/>
                  </a:ext>
                </a:extLst>
              </p:cNvPr>
              <p:cNvSpPr>
                <a:spLocks noChangeArrowheads="1"/>
              </p:cNvSpPr>
              <p:nvPr/>
            </p:nvSpPr>
            <p:spPr bwMode="auto">
              <a:xfrm>
                <a:off x="2144" y="1812"/>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8" name="Rectangle 432">
                <a:extLst>
                  <a:ext uri="{FF2B5EF4-FFF2-40B4-BE49-F238E27FC236}">
                    <a16:creationId xmlns:a16="http://schemas.microsoft.com/office/drawing/2014/main" id="{B1EBC77C-B82A-4EDF-B643-61D0AAFBA63E}"/>
                  </a:ext>
                </a:extLst>
              </p:cNvPr>
              <p:cNvSpPr>
                <a:spLocks noChangeArrowheads="1"/>
              </p:cNvSpPr>
              <p:nvPr/>
            </p:nvSpPr>
            <p:spPr bwMode="auto">
              <a:xfrm>
                <a:off x="2165" y="181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9" name="Rectangle 433">
                <a:extLst>
                  <a:ext uri="{FF2B5EF4-FFF2-40B4-BE49-F238E27FC236}">
                    <a16:creationId xmlns:a16="http://schemas.microsoft.com/office/drawing/2014/main" id="{EA7D3D12-BA42-4183-BBF3-5B5DBD91CED1}"/>
                  </a:ext>
                </a:extLst>
              </p:cNvPr>
              <p:cNvSpPr>
                <a:spLocks noChangeArrowheads="1"/>
              </p:cNvSpPr>
              <p:nvPr/>
            </p:nvSpPr>
            <p:spPr bwMode="auto">
              <a:xfrm>
                <a:off x="2194" y="1812"/>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0" name="Rectangle 434">
                <a:extLst>
                  <a:ext uri="{FF2B5EF4-FFF2-40B4-BE49-F238E27FC236}">
                    <a16:creationId xmlns:a16="http://schemas.microsoft.com/office/drawing/2014/main" id="{3882E952-FC4D-476A-B891-C8BE70852F49}"/>
                  </a:ext>
                </a:extLst>
              </p:cNvPr>
              <p:cNvSpPr>
                <a:spLocks noChangeArrowheads="1"/>
              </p:cNvSpPr>
              <p:nvPr/>
            </p:nvSpPr>
            <p:spPr bwMode="auto">
              <a:xfrm>
                <a:off x="2210" y="181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1" name="Rectangle 435">
                <a:extLst>
                  <a:ext uri="{FF2B5EF4-FFF2-40B4-BE49-F238E27FC236}">
                    <a16:creationId xmlns:a16="http://schemas.microsoft.com/office/drawing/2014/main" id="{3F1CD333-6861-4B0E-85CD-8D5E0007F515}"/>
                  </a:ext>
                </a:extLst>
              </p:cNvPr>
              <p:cNvSpPr>
                <a:spLocks noChangeArrowheads="1"/>
              </p:cNvSpPr>
              <p:nvPr/>
            </p:nvSpPr>
            <p:spPr bwMode="auto">
              <a:xfrm>
                <a:off x="2224"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2" name="Rectangle 436">
                <a:extLst>
                  <a:ext uri="{FF2B5EF4-FFF2-40B4-BE49-F238E27FC236}">
                    <a16:creationId xmlns:a16="http://schemas.microsoft.com/office/drawing/2014/main" id="{8D72DBA7-6092-4C4C-AAD7-421302467BE8}"/>
                  </a:ext>
                </a:extLst>
              </p:cNvPr>
              <p:cNvSpPr>
                <a:spLocks noChangeArrowheads="1"/>
              </p:cNvSpPr>
              <p:nvPr/>
            </p:nvSpPr>
            <p:spPr bwMode="auto">
              <a:xfrm>
                <a:off x="2256"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3" name="Rectangle 437">
                <a:extLst>
                  <a:ext uri="{FF2B5EF4-FFF2-40B4-BE49-F238E27FC236}">
                    <a16:creationId xmlns:a16="http://schemas.microsoft.com/office/drawing/2014/main" id="{AFE7DEF9-84C4-486B-A05D-1E2D1703CD35}"/>
                  </a:ext>
                </a:extLst>
              </p:cNvPr>
              <p:cNvSpPr>
                <a:spLocks noChangeArrowheads="1"/>
              </p:cNvSpPr>
              <p:nvPr/>
            </p:nvSpPr>
            <p:spPr bwMode="auto">
              <a:xfrm>
                <a:off x="2288"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4" name="Rectangle 438">
                <a:extLst>
                  <a:ext uri="{FF2B5EF4-FFF2-40B4-BE49-F238E27FC236}">
                    <a16:creationId xmlns:a16="http://schemas.microsoft.com/office/drawing/2014/main" id="{0DCCED62-FEAE-4DFB-A33B-C14471956F6B}"/>
                  </a:ext>
                </a:extLst>
              </p:cNvPr>
              <p:cNvSpPr>
                <a:spLocks noChangeArrowheads="1"/>
              </p:cNvSpPr>
              <p:nvPr/>
            </p:nvSpPr>
            <p:spPr bwMode="auto">
              <a:xfrm>
                <a:off x="2319" y="181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5" name="Rectangle 439">
                <a:extLst>
                  <a:ext uri="{FF2B5EF4-FFF2-40B4-BE49-F238E27FC236}">
                    <a16:creationId xmlns:a16="http://schemas.microsoft.com/office/drawing/2014/main" id="{1BCA1774-E433-491A-AF69-C3FD62E90928}"/>
                  </a:ext>
                </a:extLst>
              </p:cNvPr>
              <p:cNvSpPr>
                <a:spLocks noChangeArrowheads="1"/>
              </p:cNvSpPr>
              <p:nvPr/>
            </p:nvSpPr>
            <p:spPr bwMode="auto">
              <a:xfrm>
                <a:off x="1891" y="188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6" name="Rectangle 440">
                <a:extLst>
                  <a:ext uri="{FF2B5EF4-FFF2-40B4-BE49-F238E27FC236}">
                    <a16:creationId xmlns:a16="http://schemas.microsoft.com/office/drawing/2014/main" id="{C2E4B28C-951F-4E72-9901-7898DFE7E2F8}"/>
                  </a:ext>
                </a:extLst>
              </p:cNvPr>
              <p:cNvSpPr>
                <a:spLocks noChangeArrowheads="1"/>
              </p:cNvSpPr>
              <p:nvPr/>
            </p:nvSpPr>
            <p:spPr bwMode="auto">
              <a:xfrm>
                <a:off x="1923" y="1885"/>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7" name="Rectangle 441">
                <a:extLst>
                  <a:ext uri="{FF2B5EF4-FFF2-40B4-BE49-F238E27FC236}">
                    <a16:creationId xmlns:a16="http://schemas.microsoft.com/office/drawing/2014/main" id="{1FC893D4-4935-43B7-BA3B-3C31BF768F21}"/>
                  </a:ext>
                </a:extLst>
              </p:cNvPr>
              <p:cNvSpPr>
                <a:spLocks noChangeArrowheads="1"/>
              </p:cNvSpPr>
              <p:nvPr/>
            </p:nvSpPr>
            <p:spPr bwMode="auto">
              <a:xfrm>
                <a:off x="1953" y="188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8" name="Rectangle 442">
                <a:extLst>
                  <a:ext uri="{FF2B5EF4-FFF2-40B4-BE49-F238E27FC236}">
                    <a16:creationId xmlns:a16="http://schemas.microsoft.com/office/drawing/2014/main" id="{B739ADC1-519A-4E3C-81C8-710603B73E44}"/>
                  </a:ext>
                </a:extLst>
              </p:cNvPr>
              <p:cNvSpPr>
                <a:spLocks noChangeArrowheads="1"/>
              </p:cNvSpPr>
              <p:nvPr/>
            </p:nvSpPr>
            <p:spPr bwMode="auto">
              <a:xfrm>
                <a:off x="1984" y="188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9" name="Rectangle 443">
                <a:extLst>
                  <a:ext uri="{FF2B5EF4-FFF2-40B4-BE49-F238E27FC236}">
                    <a16:creationId xmlns:a16="http://schemas.microsoft.com/office/drawing/2014/main" id="{434FA359-7C4E-456C-A3BE-286DD6A4957B}"/>
                  </a:ext>
                </a:extLst>
              </p:cNvPr>
              <p:cNvSpPr>
                <a:spLocks noChangeArrowheads="1"/>
              </p:cNvSpPr>
              <p:nvPr/>
            </p:nvSpPr>
            <p:spPr bwMode="auto">
              <a:xfrm>
                <a:off x="2016" y="188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0" name="Rectangle 444">
                <a:extLst>
                  <a:ext uri="{FF2B5EF4-FFF2-40B4-BE49-F238E27FC236}">
                    <a16:creationId xmlns:a16="http://schemas.microsoft.com/office/drawing/2014/main" id="{0B3B529A-6316-4B30-80BD-6482B988BA98}"/>
                  </a:ext>
                </a:extLst>
              </p:cNvPr>
              <p:cNvSpPr>
                <a:spLocks noChangeArrowheads="1"/>
              </p:cNvSpPr>
              <p:nvPr/>
            </p:nvSpPr>
            <p:spPr bwMode="auto">
              <a:xfrm>
                <a:off x="2037" y="1885"/>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1" name="Rectangle 445">
                <a:extLst>
                  <a:ext uri="{FF2B5EF4-FFF2-40B4-BE49-F238E27FC236}">
                    <a16:creationId xmlns:a16="http://schemas.microsoft.com/office/drawing/2014/main" id="{86F8551A-A176-43E9-8B1E-96A44350E048}"/>
                  </a:ext>
                </a:extLst>
              </p:cNvPr>
              <p:cNvSpPr>
                <a:spLocks noChangeArrowheads="1"/>
              </p:cNvSpPr>
              <p:nvPr/>
            </p:nvSpPr>
            <p:spPr bwMode="auto">
              <a:xfrm>
                <a:off x="2051" y="1885"/>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2" name="Rectangle 446">
                <a:extLst>
                  <a:ext uri="{FF2B5EF4-FFF2-40B4-BE49-F238E27FC236}">
                    <a16:creationId xmlns:a16="http://schemas.microsoft.com/office/drawing/2014/main" id="{8EA7380D-8FAB-48F0-A557-E085F762A9CF}"/>
                  </a:ext>
                </a:extLst>
              </p:cNvPr>
              <p:cNvSpPr>
                <a:spLocks noChangeArrowheads="1"/>
              </p:cNvSpPr>
              <p:nvPr/>
            </p:nvSpPr>
            <p:spPr bwMode="auto">
              <a:xfrm>
                <a:off x="2079" y="1885"/>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3" name="Rectangle 447">
                <a:extLst>
                  <a:ext uri="{FF2B5EF4-FFF2-40B4-BE49-F238E27FC236}">
                    <a16:creationId xmlns:a16="http://schemas.microsoft.com/office/drawing/2014/main" id="{4469C7DF-F79F-4E12-A6E4-586172EEF432}"/>
                  </a:ext>
                </a:extLst>
              </p:cNvPr>
              <p:cNvSpPr>
                <a:spLocks noChangeArrowheads="1"/>
              </p:cNvSpPr>
              <p:nvPr/>
            </p:nvSpPr>
            <p:spPr bwMode="auto">
              <a:xfrm>
                <a:off x="2109" y="188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4" name="Rectangle 448">
                <a:extLst>
                  <a:ext uri="{FF2B5EF4-FFF2-40B4-BE49-F238E27FC236}">
                    <a16:creationId xmlns:a16="http://schemas.microsoft.com/office/drawing/2014/main" id="{F09E86F7-7CF6-4138-A9EE-8BD8BCAD0210}"/>
                  </a:ext>
                </a:extLst>
              </p:cNvPr>
              <p:cNvSpPr>
                <a:spLocks noChangeArrowheads="1"/>
              </p:cNvSpPr>
              <p:nvPr/>
            </p:nvSpPr>
            <p:spPr bwMode="auto">
              <a:xfrm>
                <a:off x="2123" y="188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5" name="Rectangle 449">
                <a:extLst>
                  <a:ext uri="{FF2B5EF4-FFF2-40B4-BE49-F238E27FC236}">
                    <a16:creationId xmlns:a16="http://schemas.microsoft.com/office/drawing/2014/main" id="{BFC4FAA1-2C3D-4604-B889-928ADBDB5B3C}"/>
                  </a:ext>
                </a:extLst>
              </p:cNvPr>
              <p:cNvSpPr>
                <a:spLocks noChangeArrowheads="1"/>
              </p:cNvSpPr>
              <p:nvPr/>
            </p:nvSpPr>
            <p:spPr bwMode="auto">
              <a:xfrm>
                <a:off x="2143" y="1885"/>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6" name="Rectangle 450">
                <a:extLst>
                  <a:ext uri="{FF2B5EF4-FFF2-40B4-BE49-F238E27FC236}">
                    <a16:creationId xmlns:a16="http://schemas.microsoft.com/office/drawing/2014/main" id="{A884739D-4CDC-4BE1-AF50-9170D0C080B3}"/>
                  </a:ext>
                </a:extLst>
              </p:cNvPr>
              <p:cNvSpPr>
                <a:spLocks noChangeArrowheads="1"/>
              </p:cNvSpPr>
              <p:nvPr/>
            </p:nvSpPr>
            <p:spPr bwMode="auto">
              <a:xfrm>
                <a:off x="2173" y="188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7" name="Rectangle 451">
                <a:extLst>
                  <a:ext uri="{FF2B5EF4-FFF2-40B4-BE49-F238E27FC236}">
                    <a16:creationId xmlns:a16="http://schemas.microsoft.com/office/drawing/2014/main" id="{43D67908-1BA6-40CA-A142-401D88F7D84B}"/>
                  </a:ext>
                </a:extLst>
              </p:cNvPr>
              <p:cNvSpPr>
                <a:spLocks noChangeArrowheads="1"/>
              </p:cNvSpPr>
              <p:nvPr/>
            </p:nvSpPr>
            <p:spPr bwMode="auto">
              <a:xfrm>
                <a:off x="2196" y="188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8" name="Rectangle 452">
                <a:extLst>
                  <a:ext uri="{FF2B5EF4-FFF2-40B4-BE49-F238E27FC236}">
                    <a16:creationId xmlns:a16="http://schemas.microsoft.com/office/drawing/2014/main" id="{A9A0B4D0-8DF2-4EF3-925A-A0A8FEFE4951}"/>
                  </a:ext>
                </a:extLst>
              </p:cNvPr>
              <p:cNvSpPr>
                <a:spLocks noChangeArrowheads="1"/>
              </p:cNvSpPr>
              <p:nvPr/>
            </p:nvSpPr>
            <p:spPr bwMode="auto">
              <a:xfrm>
                <a:off x="3257" y="218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9" name="Rectangle 453">
                <a:extLst>
                  <a:ext uri="{FF2B5EF4-FFF2-40B4-BE49-F238E27FC236}">
                    <a16:creationId xmlns:a16="http://schemas.microsoft.com/office/drawing/2014/main" id="{3F359857-57D4-4B92-A521-A76C924FFD4B}"/>
                  </a:ext>
                </a:extLst>
              </p:cNvPr>
              <p:cNvSpPr>
                <a:spLocks noChangeArrowheads="1"/>
              </p:cNvSpPr>
              <p:nvPr/>
            </p:nvSpPr>
            <p:spPr bwMode="auto">
              <a:xfrm>
                <a:off x="3288" y="218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0" name="Rectangle 454">
                <a:extLst>
                  <a:ext uri="{FF2B5EF4-FFF2-40B4-BE49-F238E27FC236}">
                    <a16:creationId xmlns:a16="http://schemas.microsoft.com/office/drawing/2014/main" id="{F40D6B43-2748-479A-A978-D8D75E2BCB86}"/>
                  </a:ext>
                </a:extLst>
              </p:cNvPr>
              <p:cNvSpPr>
                <a:spLocks noChangeArrowheads="1"/>
              </p:cNvSpPr>
              <p:nvPr/>
            </p:nvSpPr>
            <p:spPr bwMode="auto">
              <a:xfrm>
                <a:off x="3320" y="2180"/>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1" name="Rectangle 455">
                <a:extLst>
                  <a:ext uri="{FF2B5EF4-FFF2-40B4-BE49-F238E27FC236}">
                    <a16:creationId xmlns:a16="http://schemas.microsoft.com/office/drawing/2014/main" id="{4D260A59-98E7-4560-B4EB-CBB419328647}"/>
                  </a:ext>
                </a:extLst>
              </p:cNvPr>
              <p:cNvSpPr>
                <a:spLocks noChangeArrowheads="1"/>
              </p:cNvSpPr>
              <p:nvPr/>
            </p:nvSpPr>
            <p:spPr bwMode="auto">
              <a:xfrm>
                <a:off x="3344" y="2180"/>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2" name="Rectangle 456">
                <a:extLst>
                  <a:ext uri="{FF2B5EF4-FFF2-40B4-BE49-F238E27FC236}">
                    <a16:creationId xmlns:a16="http://schemas.microsoft.com/office/drawing/2014/main" id="{2CA7CECC-B287-4D7D-9B19-1E39D2719270}"/>
                  </a:ext>
                </a:extLst>
              </p:cNvPr>
              <p:cNvSpPr>
                <a:spLocks noChangeArrowheads="1"/>
              </p:cNvSpPr>
              <p:nvPr/>
            </p:nvSpPr>
            <p:spPr bwMode="auto">
              <a:xfrm>
                <a:off x="3358" y="21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3" name="Rectangle 457">
                <a:extLst>
                  <a:ext uri="{FF2B5EF4-FFF2-40B4-BE49-F238E27FC236}">
                    <a16:creationId xmlns:a16="http://schemas.microsoft.com/office/drawing/2014/main" id="{2FCA1ECE-429C-45BE-8EEA-3C3177D47B55}"/>
                  </a:ext>
                </a:extLst>
              </p:cNvPr>
              <p:cNvSpPr>
                <a:spLocks noChangeArrowheads="1"/>
              </p:cNvSpPr>
              <p:nvPr/>
            </p:nvSpPr>
            <p:spPr bwMode="auto">
              <a:xfrm>
                <a:off x="3379" y="2180"/>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4" name="Rectangle 458">
                <a:extLst>
                  <a:ext uri="{FF2B5EF4-FFF2-40B4-BE49-F238E27FC236}">
                    <a16:creationId xmlns:a16="http://schemas.microsoft.com/office/drawing/2014/main" id="{725909F8-685D-4FE4-A210-AED1764A6FED}"/>
                  </a:ext>
                </a:extLst>
              </p:cNvPr>
              <p:cNvSpPr>
                <a:spLocks noChangeArrowheads="1"/>
              </p:cNvSpPr>
              <p:nvPr/>
            </p:nvSpPr>
            <p:spPr bwMode="auto">
              <a:xfrm>
                <a:off x="3393" y="2180"/>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5" name="Rectangle 459">
                <a:extLst>
                  <a:ext uri="{FF2B5EF4-FFF2-40B4-BE49-F238E27FC236}">
                    <a16:creationId xmlns:a16="http://schemas.microsoft.com/office/drawing/2014/main" id="{65A48F48-664D-498F-9241-0C5C66A57A5D}"/>
                  </a:ext>
                </a:extLst>
              </p:cNvPr>
              <p:cNvSpPr>
                <a:spLocks noChangeArrowheads="1"/>
              </p:cNvSpPr>
              <p:nvPr/>
            </p:nvSpPr>
            <p:spPr bwMode="auto">
              <a:xfrm>
                <a:off x="3421" y="218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6" name="Rectangle 460">
                <a:extLst>
                  <a:ext uri="{FF2B5EF4-FFF2-40B4-BE49-F238E27FC236}">
                    <a16:creationId xmlns:a16="http://schemas.microsoft.com/office/drawing/2014/main" id="{AE03C5DC-DDF0-4FAD-9283-7C083F5EFF70}"/>
                  </a:ext>
                </a:extLst>
              </p:cNvPr>
              <p:cNvSpPr>
                <a:spLocks noChangeArrowheads="1"/>
              </p:cNvSpPr>
              <p:nvPr/>
            </p:nvSpPr>
            <p:spPr bwMode="auto">
              <a:xfrm>
                <a:off x="3450" y="2180"/>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7" name="Rectangle 461">
                <a:extLst>
                  <a:ext uri="{FF2B5EF4-FFF2-40B4-BE49-F238E27FC236}">
                    <a16:creationId xmlns:a16="http://schemas.microsoft.com/office/drawing/2014/main" id="{C12344A2-AB73-4F14-B307-AFEA25512FE0}"/>
                  </a:ext>
                </a:extLst>
              </p:cNvPr>
              <p:cNvSpPr>
                <a:spLocks noChangeArrowheads="1"/>
              </p:cNvSpPr>
              <p:nvPr/>
            </p:nvSpPr>
            <p:spPr bwMode="auto">
              <a:xfrm>
                <a:off x="3465" y="21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8" name="Rectangle 462">
                <a:extLst>
                  <a:ext uri="{FF2B5EF4-FFF2-40B4-BE49-F238E27FC236}">
                    <a16:creationId xmlns:a16="http://schemas.microsoft.com/office/drawing/2014/main" id="{217C2392-AD16-4904-A87D-56725D4E997D}"/>
                  </a:ext>
                </a:extLst>
              </p:cNvPr>
              <p:cNvSpPr>
                <a:spLocks noChangeArrowheads="1"/>
              </p:cNvSpPr>
              <p:nvPr/>
            </p:nvSpPr>
            <p:spPr bwMode="auto">
              <a:xfrm>
                <a:off x="3485" y="218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9" name="Rectangle 463">
                <a:extLst>
                  <a:ext uri="{FF2B5EF4-FFF2-40B4-BE49-F238E27FC236}">
                    <a16:creationId xmlns:a16="http://schemas.microsoft.com/office/drawing/2014/main" id="{FC5F9A25-CD7F-47B4-9C07-92E175CE930C}"/>
                  </a:ext>
                </a:extLst>
              </p:cNvPr>
              <p:cNvSpPr>
                <a:spLocks noChangeArrowheads="1"/>
              </p:cNvSpPr>
              <p:nvPr/>
            </p:nvSpPr>
            <p:spPr bwMode="auto">
              <a:xfrm>
                <a:off x="3515" y="2180"/>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0" name="Rectangle 464">
                <a:extLst>
                  <a:ext uri="{FF2B5EF4-FFF2-40B4-BE49-F238E27FC236}">
                    <a16:creationId xmlns:a16="http://schemas.microsoft.com/office/drawing/2014/main" id="{3E7DB260-1419-4BC2-9540-A01103ABE425}"/>
                  </a:ext>
                </a:extLst>
              </p:cNvPr>
              <p:cNvSpPr>
                <a:spLocks noChangeArrowheads="1"/>
              </p:cNvSpPr>
              <p:nvPr/>
            </p:nvSpPr>
            <p:spPr bwMode="auto">
              <a:xfrm>
                <a:off x="3538" y="21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1" name="Rectangle 465">
                <a:extLst>
                  <a:ext uri="{FF2B5EF4-FFF2-40B4-BE49-F238E27FC236}">
                    <a16:creationId xmlns:a16="http://schemas.microsoft.com/office/drawing/2014/main" id="{2E79CF71-660A-4B9E-85BE-5F99D050D231}"/>
                  </a:ext>
                </a:extLst>
              </p:cNvPr>
              <p:cNvSpPr>
                <a:spLocks noChangeArrowheads="1"/>
              </p:cNvSpPr>
              <p:nvPr/>
            </p:nvSpPr>
            <p:spPr bwMode="auto">
              <a:xfrm>
                <a:off x="3229" y="1880"/>
                <a:ext cx="75"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2" name="Rectangle 466">
                <a:extLst>
                  <a:ext uri="{FF2B5EF4-FFF2-40B4-BE49-F238E27FC236}">
                    <a16:creationId xmlns:a16="http://schemas.microsoft.com/office/drawing/2014/main" id="{531175D5-3F53-481D-B833-F6EDC51D2A1E}"/>
                  </a:ext>
                </a:extLst>
              </p:cNvPr>
              <p:cNvSpPr>
                <a:spLocks noChangeArrowheads="1"/>
              </p:cNvSpPr>
              <p:nvPr/>
            </p:nvSpPr>
            <p:spPr bwMode="auto">
              <a:xfrm>
                <a:off x="3269" y="188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3" name="Rectangle 467">
                <a:extLst>
                  <a:ext uri="{FF2B5EF4-FFF2-40B4-BE49-F238E27FC236}">
                    <a16:creationId xmlns:a16="http://schemas.microsoft.com/office/drawing/2014/main" id="{5FAB2274-FC0E-48EE-BD05-C4005F9D0275}"/>
                  </a:ext>
                </a:extLst>
              </p:cNvPr>
              <p:cNvSpPr>
                <a:spLocks noChangeArrowheads="1"/>
              </p:cNvSpPr>
              <p:nvPr/>
            </p:nvSpPr>
            <p:spPr bwMode="auto">
              <a:xfrm>
                <a:off x="3299" y="188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4" name="Rectangle 468">
                <a:extLst>
                  <a:ext uri="{FF2B5EF4-FFF2-40B4-BE49-F238E27FC236}">
                    <a16:creationId xmlns:a16="http://schemas.microsoft.com/office/drawing/2014/main" id="{EBAB55A9-6458-41B6-B308-DF8DB843E7C8}"/>
                  </a:ext>
                </a:extLst>
              </p:cNvPr>
              <p:cNvSpPr>
                <a:spLocks noChangeArrowheads="1"/>
              </p:cNvSpPr>
              <p:nvPr/>
            </p:nvSpPr>
            <p:spPr bwMode="auto">
              <a:xfrm>
                <a:off x="3331" y="188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5" name="Rectangle 469">
                <a:extLst>
                  <a:ext uri="{FF2B5EF4-FFF2-40B4-BE49-F238E27FC236}">
                    <a16:creationId xmlns:a16="http://schemas.microsoft.com/office/drawing/2014/main" id="{DA7D4249-BC09-4635-8397-99CB5D21F353}"/>
                  </a:ext>
                </a:extLst>
              </p:cNvPr>
              <p:cNvSpPr>
                <a:spLocks noChangeArrowheads="1"/>
              </p:cNvSpPr>
              <p:nvPr/>
            </p:nvSpPr>
            <p:spPr bwMode="auto">
              <a:xfrm>
                <a:off x="3362" y="18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6" name="Rectangle 470">
                <a:extLst>
                  <a:ext uri="{FF2B5EF4-FFF2-40B4-BE49-F238E27FC236}">
                    <a16:creationId xmlns:a16="http://schemas.microsoft.com/office/drawing/2014/main" id="{175571A4-A018-4E8A-85E1-98579FB9C744}"/>
                  </a:ext>
                </a:extLst>
              </p:cNvPr>
              <p:cNvSpPr>
                <a:spLocks noChangeArrowheads="1"/>
              </p:cNvSpPr>
              <p:nvPr/>
            </p:nvSpPr>
            <p:spPr bwMode="auto">
              <a:xfrm>
                <a:off x="3383" y="1880"/>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7" name="Rectangle 471">
                <a:extLst>
                  <a:ext uri="{FF2B5EF4-FFF2-40B4-BE49-F238E27FC236}">
                    <a16:creationId xmlns:a16="http://schemas.microsoft.com/office/drawing/2014/main" id="{54FFC4F8-9E36-4D5C-9C17-5482492552FD}"/>
                  </a:ext>
                </a:extLst>
              </p:cNvPr>
              <p:cNvSpPr>
                <a:spLocks noChangeArrowheads="1"/>
              </p:cNvSpPr>
              <p:nvPr/>
            </p:nvSpPr>
            <p:spPr bwMode="auto">
              <a:xfrm>
                <a:off x="3397" y="1880"/>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8" name="Rectangle 472">
                <a:extLst>
                  <a:ext uri="{FF2B5EF4-FFF2-40B4-BE49-F238E27FC236}">
                    <a16:creationId xmlns:a16="http://schemas.microsoft.com/office/drawing/2014/main" id="{A0E384CC-C201-434F-AEED-9A0844C7DDD7}"/>
                  </a:ext>
                </a:extLst>
              </p:cNvPr>
              <p:cNvSpPr>
                <a:spLocks noChangeArrowheads="1"/>
              </p:cNvSpPr>
              <p:nvPr/>
            </p:nvSpPr>
            <p:spPr bwMode="auto">
              <a:xfrm>
                <a:off x="3425" y="188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9" name="Rectangle 473">
                <a:extLst>
                  <a:ext uri="{FF2B5EF4-FFF2-40B4-BE49-F238E27FC236}">
                    <a16:creationId xmlns:a16="http://schemas.microsoft.com/office/drawing/2014/main" id="{178B5905-41FC-48B8-B7B1-2F904E5F9DAE}"/>
                  </a:ext>
                </a:extLst>
              </p:cNvPr>
              <p:cNvSpPr>
                <a:spLocks noChangeArrowheads="1"/>
              </p:cNvSpPr>
              <p:nvPr/>
            </p:nvSpPr>
            <p:spPr bwMode="auto">
              <a:xfrm>
                <a:off x="3455" y="1880"/>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0" name="Rectangle 474">
                <a:extLst>
                  <a:ext uri="{FF2B5EF4-FFF2-40B4-BE49-F238E27FC236}">
                    <a16:creationId xmlns:a16="http://schemas.microsoft.com/office/drawing/2014/main" id="{6B4B465C-854E-4800-88D6-43FDBA69B699}"/>
                  </a:ext>
                </a:extLst>
              </p:cNvPr>
              <p:cNvSpPr>
                <a:spLocks noChangeArrowheads="1"/>
              </p:cNvSpPr>
              <p:nvPr/>
            </p:nvSpPr>
            <p:spPr bwMode="auto">
              <a:xfrm>
                <a:off x="3469" y="18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1" name="Rectangle 475">
                <a:extLst>
                  <a:ext uri="{FF2B5EF4-FFF2-40B4-BE49-F238E27FC236}">
                    <a16:creationId xmlns:a16="http://schemas.microsoft.com/office/drawing/2014/main" id="{43AC2003-8990-404E-BE02-1D03A2BFF8CA}"/>
                  </a:ext>
                </a:extLst>
              </p:cNvPr>
              <p:cNvSpPr>
                <a:spLocks noChangeArrowheads="1"/>
              </p:cNvSpPr>
              <p:nvPr/>
            </p:nvSpPr>
            <p:spPr bwMode="auto">
              <a:xfrm>
                <a:off x="3489" y="188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2" name="Rectangle 476">
                <a:extLst>
                  <a:ext uri="{FF2B5EF4-FFF2-40B4-BE49-F238E27FC236}">
                    <a16:creationId xmlns:a16="http://schemas.microsoft.com/office/drawing/2014/main" id="{F35E1B1C-4562-417C-9CFD-A262639CEF17}"/>
                  </a:ext>
                </a:extLst>
              </p:cNvPr>
              <p:cNvSpPr>
                <a:spLocks noChangeArrowheads="1"/>
              </p:cNvSpPr>
              <p:nvPr/>
            </p:nvSpPr>
            <p:spPr bwMode="auto">
              <a:xfrm>
                <a:off x="3519" y="1880"/>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3" name="Rectangle 477">
                <a:extLst>
                  <a:ext uri="{FF2B5EF4-FFF2-40B4-BE49-F238E27FC236}">
                    <a16:creationId xmlns:a16="http://schemas.microsoft.com/office/drawing/2014/main" id="{59BEE917-542A-4E48-B4E1-8CB66F64DD8B}"/>
                  </a:ext>
                </a:extLst>
              </p:cNvPr>
              <p:cNvSpPr>
                <a:spLocks noChangeArrowheads="1"/>
              </p:cNvSpPr>
              <p:nvPr/>
            </p:nvSpPr>
            <p:spPr bwMode="auto">
              <a:xfrm>
                <a:off x="3542" y="1880"/>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4" name="Rectangle 478">
                <a:extLst>
                  <a:ext uri="{FF2B5EF4-FFF2-40B4-BE49-F238E27FC236}">
                    <a16:creationId xmlns:a16="http://schemas.microsoft.com/office/drawing/2014/main" id="{52506789-632B-4182-81E2-F1972AC74EA4}"/>
                  </a:ext>
                </a:extLst>
              </p:cNvPr>
              <p:cNvSpPr>
                <a:spLocks noChangeArrowheads="1"/>
              </p:cNvSpPr>
              <p:nvPr/>
            </p:nvSpPr>
            <p:spPr bwMode="auto">
              <a:xfrm>
                <a:off x="2657" y="1735"/>
                <a:ext cx="75"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5" name="Rectangle 479">
                <a:extLst>
                  <a:ext uri="{FF2B5EF4-FFF2-40B4-BE49-F238E27FC236}">
                    <a16:creationId xmlns:a16="http://schemas.microsoft.com/office/drawing/2014/main" id="{C7AE398B-ACB0-4126-A1F5-C8DE4D91F0E4}"/>
                  </a:ext>
                </a:extLst>
              </p:cNvPr>
              <p:cNvSpPr>
                <a:spLocks noChangeArrowheads="1"/>
              </p:cNvSpPr>
              <p:nvPr/>
            </p:nvSpPr>
            <p:spPr bwMode="auto">
              <a:xfrm>
                <a:off x="2698"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6" name="Rectangle 480">
                <a:extLst>
                  <a:ext uri="{FF2B5EF4-FFF2-40B4-BE49-F238E27FC236}">
                    <a16:creationId xmlns:a16="http://schemas.microsoft.com/office/drawing/2014/main" id="{896968F7-AF2B-456B-B9DB-CDE0BA81480E}"/>
                  </a:ext>
                </a:extLst>
              </p:cNvPr>
              <p:cNvSpPr>
                <a:spLocks noChangeArrowheads="1"/>
              </p:cNvSpPr>
              <p:nvPr/>
            </p:nvSpPr>
            <p:spPr bwMode="auto">
              <a:xfrm>
                <a:off x="2729" y="173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7" name="Rectangle 481">
                <a:extLst>
                  <a:ext uri="{FF2B5EF4-FFF2-40B4-BE49-F238E27FC236}">
                    <a16:creationId xmlns:a16="http://schemas.microsoft.com/office/drawing/2014/main" id="{3CBE50F6-7411-4EC7-817D-952D9CCC47CE}"/>
                  </a:ext>
                </a:extLst>
              </p:cNvPr>
              <p:cNvSpPr>
                <a:spLocks noChangeArrowheads="1"/>
              </p:cNvSpPr>
              <p:nvPr/>
            </p:nvSpPr>
            <p:spPr bwMode="auto">
              <a:xfrm>
                <a:off x="2743" y="173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8" name="Rectangle 482">
                <a:extLst>
                  <a:ext uri="{FF2B5EF4-FFF2-40B4-BE49-F238E27FC236}">
                    <a16:creationId xmlns:a16="http://schemas.microsoft.com/office/drawing/2014/main" id="{71F6CCD7-8DA9-48CE-AEB6-1952982604B8}"/>
                  </a:ext>
                </a:extLst>
              </p:cNvPr>
              <p:cNvSpPr>
                <a:spLocks noChangeArrowheads="1"/>
              </p:cNvSpPr>
              <p:nvPr/>
            </p:nvSpPr>
            <p:spPr bwMode="auto">
              <a:xfrm>
                <a:off x="2766" y="1735"/>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9" name="Rectangle 483">
                <a:extLst>
                  <a:ext uri="{FF2B5EF4-FFF2-40B4-BE49-F238E27FC236}">
                    <a16:creationId xmlns:a16="http://schemas.microsoft.com/office/drawing/2014/main" id="{50FABB4E-47A3-47B8-A21F-3D76A59B6053}"/>
                  </a:ext>
                </a:extLst>
              </p:cNvPr>
              <p:cNvSpPr>
                <a:spLocks noChangeArrowheads="1"/>
              </p:cNvSpPr>
              <p:nvPr/>
            </p:nvSpPr>
            <p:spPr bwMode="auto">
              <a:xfrm>
                <a:off x="2794" y="173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0" name="Rectangle 484">
                <a:extLst>
                  <a:ext uri="{FF2B5EF4-FFF2-40B4-BE49-F238E27FC236}">
                    <a16:creationId xmlns:a16="http://schemas.microsoft.com/office/drawing/2014/main" id="{B93B3F18-0690-4DD5-8FCF-EFCB3462D163}"/>
                  </a:ext>
                </a:extLst>
              </p:cNvPr>
              <p:cNvSpPr>
                <a:spLocks noChangeArrowheads="1"/>
              </p:cNvSpPr>
              <p:nvPr/>
            </p:nvSpPr>
            <p:spPr bwMode="auto">
              <a:xfrm>
                <a:off x="2843"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1" name="Rectangle 485">
                <a:extLst>
                  <a:ext uri="{FF2B5EF4-FFF2-40B4-BE49-F238E27FC236}">
                    <a16:creationId xmlns:a16="http://schemas.microsoft.com/office/drawing/2014/main" id="{7B88083F-3122-4FFE-A2FC-7B3177113FC5}"/>
                  </a:ext>
                </a:extLst>
              </p:cNvPr>
              <p:cNvSpPr>
                <a:spLocks noChangeArrowheads="1"/>
              </p:cNvSpPr>
              <p:nvPr/>
            </p:nvSpPr>
            <p:spPr bwMode="auto">
              <a:xfrm>
                <a:off x="2875" y="173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2" name="Rectangle 486">
                <a:extLst>
                  <a:ext uri="{FF2B5EF4-FFF2-40B4-BE49-F238E27FC236}">
                    <a16:creationId xmlns:a16="http://schemas.microsoft.com/office/drawing/2014/main" id="{6F70E3B3-B048-4DB7-9CC5-F8E2D085EA43}"/>
                  </a:ext>
                </a:extLst>
              </p:cNvPr>
              <p:cNvSpPr>
                <a:spLocks noChangeArrowheads="1"/>
              </p:cNvSpPr>
              <p:nvPr/>
            </p:nvSpPr>
            <p:spPr bwMode="auto">
              <a:xfrm>
                <a:off x="2895" y="173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3" name="Rectangle 487">
                <a:extLst>
                  <a:ext uri="{FF2B5EF4-FFF2-40B4-BE49-F238E27FC236}">
                    <a16:creationId xmlns:a16="http://schemas.microsoft.com/office/drawing/2014/main" id="{83BBA57A-C01B-48D7-A891-69A030B98A94}"/>
                  </a:ext>
                </a:extLst>
              </p:cNvPr>
              <p:cNvSpPr>
                <a:spLocks noChangeArrowheads="1"/>
              </p:cNvSpPr>
              <p:nvPr/>
            </p:nvSpPr>
            <p:spPr bwMode="auto">
              <a:xfrm>
                <a:off x="2926" y="173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4" name="Rectangle 488">
                <a:extLst>
                  <a:ext uri="{FF2B5EF4-FFF2-40B4-BE49-F238E27FC236}">
                    <a16:creationId xmlns:a16="http://schemas.microsoft.com/office/drawing/2014/main" id="{8B4CC33A-174A-4066-90C5-4390D2F187F2}"/>
                  </a:ext>
                </a:extLst>
              </p:cNvPr>
              <p:cNvSpPr>
                <a:spLocks noChangeArrowheads="1"/>
              </p:cNvSpPr>
              <p:nvPr/>
            </p:nvSpPr>
            <p:spPr bwMode="auto">
              <a:xfrm>
                <a:off x="2976" y="173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5" name="Rectangle 489">
                <a:extLst>
                  <a:ext uri="{FF2B5EF4-FFF2-40B4-BE49-F238E27FC236}">
                    <a16:creationId xmlns:a16="http://schemas.microsoft.com/office/drawing/2014/main" id="{776F11D6-454F-4ACE-A3EF-DDE6618C5A08}"/>
                  </a:ext>
                </a:extLst>
              </p:cNvPr>
              <p:cNvSpPr>
                <a:spLocks noChangeArrowheads="1"/>
              </p:cNvSpPr>
              <p:nvPr/>
            </p:nvSpPr>
            <p:spPr bwMode="auto">
              <a:xfrm>
                <a:off x="3000" y="1735"/>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6" name="Rectangle 490">
                <a:extLst>
                  <a:ext uri="{FF2B5EF4-FFF2-40B4-BE49-F238E27FC236}">
                    <a16:creationId xmlns:a16="http://schemas.microsoft.com/office/drawing/2014/main" id="{30D58741-A2F7-4360-9058-6D1C87090D99}"/>
                  </a:ext>
                </a:extLst>
              </p:cNvPr>
              <p:cNvSpPr>
                <a:spLocks noChangeArrowheads="1"/>
              </p:cNvSpPr>
              <p:nvPr/>
            </p:nvSpPr>
            <p:spPr bwMode="auto">
              <a:xfrm>
                <a:off x="3015" y="173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7" name="Rectangle 491">
                <a:extLst>
                  <a:ext uri="{FF2B5EF4-FFF2-40B4-BE49-F238E27FC236}">
                    <a16:creationId xmlns:a16="http://schemas.microsoft.com/office/drawing/2014/main" id="{D5A5885A-305A-49DB-8D73-3CE123507ADF}"/>
                  </a:ext>
                </a:extLst>
              </p:cNvPr>
              <p:cNvSpPr>
                <a:spLocks noChangeArrowheads="1"/>
              </p:cNvSpPr>
              <p:nvPr/>
            </p:nvSpPr>
            <p:spPr bwMode="auto">
              <a:xfrm>
                <a:off x="2712"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8" name="Rectangle 492">
                <a:extLst>
                  <a:ext uri="{FF2B5EF4-FFF2-40B4-BE49-F238E27FC236}">
                    <a16:creationId xmlns:a16="http://schemas.microsoft.com/office/drawing/2014/main" id="{7AB67161-7D69-4120-B64B-5D4EFD5AF83F}"/>
                  </a:ext>
                </a:extLst>
              </p:cNvPr>
              <p:cNvSpPr>
                <a:spLocks noChangeArrowheads="1"/>
              </p:cNvSpPr>
              <p:nvPr/>
            </p:nvSpPr>
            <p:spPr bwMode="auto">
              <a:xfrm>
                <a:off x="2743"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9" name="Rectangle 493">
                <a:extLst>
                  <a:ext uri="{FF2B5EF4-FFF2-40B4-BE49-F238E27FC236}">
                    <a16:creationId xmlns:a16="http://schemas.microsoft.com/office/drawing/2014/main" id="{E0527E30-5D09-475F-B131-AECAA00C36C7}"/>
                  </a:ext>
                </a:extLst>
              </p:cNvPr>
              <p:cNvSpPr>
                <a:spLocks noChangeArrowheads="1"/>
              </p:cNvSpPr>
              <p:nvPr/>
            </p:nvSpPr>
            <p:spPr bwMode="auto">
              <a:xfrm>
                <a:off x="2775" y="181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0" name="Rectangle 494">
                <a:extLst>
                  <a:ext uri="{FF2B5EF4-FFF2-40B4-BE49-F238E27FC236}">
                    <a16:creationId xmlns:a16="http://schemas.microsoft.com/office/drawing/2014/main" id="{2ECDCB0F-D4D0-4D9C-9BF6-DC5D856B9899}"/>
                  </a:ext>
                </a:extLst>
              </p:cNvPr>
              <p:cNvSpPr>
                <a:spLocks noChangeArrowheads="1"/>
              </p:cNvSpPr>
              <p:nvPr/>
            </p:nvSpPr>
            <p:spPr bwMode="auto">
              <a:xfrm>
                <a:off x="2789" y="181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1" name="Rectangle 495">
                <a:extLst>
                  <a:ext uri="{FF2B5EF4-FFF2-40B4-BE49-F238E27FC236}">
                    <a16:creationId xmlns:a16="http://schemas.microsoft.com/office/drawing/2014/main" id="{A1B3AED6-ED2E-457C-A451-50488765D73B}"/>
                  </a:ext>
                </a:extLst>
              </p:cNvPr>
              <p:cNvSpPr>
                <a:spLocks noChangeArrowheads="1"/>
              </p:cNvSpPr>
              <p:nvPr/>
            </p:nvSpPr>
            <p:spPr bwMode="auto">
              <a:xfrm>
                <a:off x="2818" y="1812"/>
                <a:ext cx="61"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2" name="Rectangle 496">
                <a:extLst>
                  <a:ext uri="{FF2B5EF4-FFF2-40B4-BE49-F238E27FC236}">
                    <a16:creationId xmlns:a16="http://schemas.microsoft.com/office/drawing/2014/main" id="{B63EA79F-2135-4C4C-842A-C63DDD6BF0AD}"/>
                  </a:ext>
                </a:extLst>
              </p:cNvPr>
              <p:cNvSpPr>
                <a:spLocks noChangeArrowheads="1"/>
              </p:cNvSpPr>
              <p:nvPr/>
            </p:nvSpPr>
            <p:spPr bwMode="auto">
              <a:xfrm>
                <a:off x="2845"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3" name="Rectangle 497">
                <a:extLst>
                  <a:ext uri="{FF2B5EF4-FFF2-40B4-BE49-F238E27FC236}">
                    <a16:creationId xmlns:a16="http://schemas.microsoft.com/office/drawing/2014/main" id="{FBDBAF39-718F-4DAB-B1EB-C01495A4C010}"/>
                  </a:ext>
                </a:extLst>
              </p:cNvPr>
              <p:cNvSpPr>
                <a:spLocks noChangeArrowheads="1"/>
              </p:cNvSpPr>
              <p:nvPr/>
            </p:nvSpPr>
            <p:spPr bwMode="auto">
              <a:xfrm>
                <a:off x="2877"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4" name="Rectangle 498">
                <a:extLst>
                  <a:ext uri="{FF2B5EF4-FFF2-40B4-BE49-F238E27FC236}">
                    <a16:creationId xmlns:a16="http://schemas.microsoft.com/office/drawing/2014/main" id="{74F33ED0-976C-4EE4-9CA5-BB15A288935A}"/>
                  </a:ext>
                </a:extLst>
              </p:cNvPr>
              <p:cNvSpPr>
                <a:spLocks noChangeArrowheads="1"/>
              </p:cNvSpPr>
              <p:nvPr/>
            </p:nvSpPr>
            <p:spPr bwMode="auto">
              <a:xfrm>
                <a:off x="2908" y="181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5" name="Rectangle 499">
                <a:extLst>
                  <a:ext uri="{FF2B5EF4-FFF2-40B4-BE49-F238E27FC236}">
                    <a16:creationId xmlns:a16="http://schemas.microsoft.com/office/drawing/2014/main" id="{95BD43A0-C5F1-43A7-ACFA-71602662D639}"/>
                  </a:ext>
                </a:extLst>
              </p:cNvPr>
              <p:cNvSpPr>
                <a:spLocks noChangeArrowheads="1"/>
              </p:cNvSpPr>
              <p:nvPr/>
            </p:nvSpPr>
            <p:spPr bwMode="auto">
              <a:xfrm>
                <a:off x="2932" y="181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6" name="Rectangle 500">
                <a:extLst>
                  <a:ext uri="{FF2B5EF4-FFF2-40B4-BE49-F238E27FC236}">
                    <a16:creationId xmlns:a16="http://schemas.microsoft.com/office/drawing/2014/main" id="{7F04F02F-8E1A-40A9-929A-97018CFB932C}"/>
                  </a:ext>
                </a:extLst>
              </p:cNvPr>
              <p:cNvSpPr>
                <a:spLocks noChangeArrowheads="1"/>
              </p:cNvSpPr>
              <p:nvPr/>
            </p:nvSpPr>
            <p:spPr bwMode="auto">
              <a:xfrm>
                <a:off x="2964" y="1812"/>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7" name="Rectangle 501">
                <a:extLst>
                  <a:ext uri="{FF2B5EF4-FFF2-40B4-BE49-F238E27FC236}">
                    <a16:creationId xmlns:a16="http://schemas.microsoft.com/office/drawing/2014/main" id="{4AE57C28-9159-4EFD-B56A-1ED8E83DE025}"/>
                  </a:ext>
                </a:extLst>
              </p:cNvPr>
              <p:cNvSpPr>
                <a:spLocks noChangeArrowheads="1"/>
              </p:cNvSpPr>
              <p:nvPr/>
            </p:nvSpPr>
            <p:spPr bwMode="auto">
              <a:xfrm>
                <a:off x="2985" y="181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8" name="Rectangle 502">
                <a:extLst>
                  <a:ext uri="{FF2B5EF4-FFF2-40B4-BE49-F238E27FC236}">
                    <a16:creationId xmlns:a16="http://schemas.microsoft.com/office/drawing/2014/main" id="{32A73525-3938-415F-9DBA-AF82C1BD6D69}"/>
                  </a:ext>
                </a:extLst>
              </p:cNvPr>
              <p:cNvSpPr>
                <a:spLocks noChangeArrowheads="1"/>
              </p:cNvSpPr>
              <p:nvPr/>
            </p:nvSpPr>
            <p:spPr bwMode="auto">
              <a:xfrm>
                <a:off x="3255" y="1458"/>
                <a:ext cx="10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a:ln>
                      <a:noFill/>
                    </a:ln>
                    <a:solidFill>
                      <a:srgbClr val="000000"/>
                    </a:solidFill>
                    <a:effectLst/>
                    <a:latin typeface="Calibri Bold" panose="020F07020304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9" name="Rectangle 503">
                <a:extLst>
                  <a:ext uri="{FF2B5EF4-FFF2-40B4-BE49-F238E27FC236}">
                    <a16:creationId xmlns:a16="http://schemas.microsoft.com/office/drawing/2014/main" id="{3C98C0DF-8BDE-4E08-8A68-82CEEF0CE837}"/>
                  </a:ext>
                </a:extLst>
              </p:cNvPr>
              <p:cNvSpPr>
                <a:spLocks noChangeArrowheads="1"/>
              </p:cNvSpPr>
              <p:nvPr/>
            </p:nvSpPr>
            <p:spPr bwMode="auto">
              <a:xfrm>
                <a:off x="1897" y="2082"/>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0" name="Rectangle 504">
                <a:extLst>
                  <a:ext uri="{FF2B5EF4-FFF2-40B4-BE49-F238E27FC236}">
                    <a16:creationId xmlns:a16="http://schemas.microsoft.com/office/drawing/2014/main" id="{531D7B18-B276-4F9D-B328-C610C2DF67FD}"/>
                  </a:ext>
                </a:extLst>
              </p:cNvPr>
              <p:cNvSpPr>
                <a:spLocks noChangeArrowheads="1"/>
              </p:cNvSpPr>
              <p:nvPr/>
            </p:nvSpPr>
            <p:spPr bwMode="auto">
              <a:xfrm>
                <a:off x="1924" y="2082"/>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1" name="Rectangle 505">
                <a:extLst>
                  <a:ext uri="{FF2B5EF4-FFF2-40B4-BE49-F238E27FC236}">
                    <a16:creationId xmlns:a16="http://schemas.microsoft.com/office/drawing/2014/main" id="{C0974818-852C-449B-B07E-4CE99214C030}"/>
                  </a:ext>
                </a:extLst>
              </p:cNvPr>
              <p:cNvSpPr>
                <a:spLocks noChangeArrowheads="1"/>
              </p:cNvSpPr>
              <p:nvPr/>
            </p:nvSpPr>
            <p:spPr bwMode="auto">
              <a:xfrm>
                <a:off x="1952" y="2082"/>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2" name="Rectangle 506">
                <a:extLst>
                  <a:ext uri="{FF2B5EF4-FFF2-40B4-BE49-F238E27FC236}">
                    <a16:creationId xmlns:a16="http://schemas.microsoft.com/office/drawing/2014/main" id="{9266BAEA-3363-4284-960F-D731F0534E81}"/>
                  </a:ext>
                </a:extLst>
              </p:cNvPr>
              <p:cNvSpPr>
                <a:spLocks noChangeArrowheads="1"/>
              </p:cNvSpPr>
              <p:nvPr/>
            </p:nvSpPr>
            <p:spPr bwMode="auto">
              <a:xfrm>
                <a:off x="2001" y="208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3" name="Rectangle 507">
                <a:extLst>
                  <a:ext uri="{FF2B5EF4-FFF2-40B4-BE49-F238E27FC236}">
                    <a16:creationId xmlns:a16="http://schemas.microsoft.com/office/drawing/2014/main" id="{531D63DB-9CFC-4566-8C05-D127132CB11B}"/>
                  </a:ext>
                </a:extLst>
              </p:cNvPr>
              <p:cNvSpPr>
                <a:spLocks noChangeArrowheads="1"/>
              </p:cNvSpPr>
              <p:nvPr/>
            </p:nvSpPr>
            <p:spPr bwMode="auto">
              <a:xfrm>
                <a:off x="2033" y="2082"/>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4" name="Rectangle 508">
                <a:extLst>
                  <a:ext uri="{FF2B5EF4-FFF2-40B4-BE49-F238E27FC236}">
                    <a16:creationId xmlns:a16="http://schemas.microsoft.com/office/drawing/2014/main" id="{68911A48-637B-481E-B4C6-D814D545B03C}"/>
                  </a:ext>
                </a:extLst>
              </p:cNvPr>
              <p:cNvSpPr>
                <a:spLocks noChangeArrowheads="1"/>
              </p:cNvSpPr>
              <p:nvPr/>
            </p:nvSpPr>
            <p:spPr bwMode="auto">
              <a:xfrm>
                <a:off x="2052" y="208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5" name="Rectangle 509">
                <a:extLst>
                  <a:ext uri="{FF2B5EF4-FFF2-40B4-BE49-F238E27FC236}">
                    <a16:creationId xmlns:a16="http://schemas.microsoft.com/office/drawing/2014/main" id="{1974E243-9C08-46E6-82DC-7DBAB7EFC355}"/>
                  </a:ext>
                </a:extLst>
              </p:cNvPr>
              <p:cNvSpPr>
                <a:spLocks noChangeArrowheads="1"/>
              </p:cNvSpPr>
              <p:nvPr/>
            </p:nvSpPr>
            <p:spPr bwMode="auto">
              <a:xfrm>
                <a:off x="2084" y="2082"/>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6" name="Rectangle 510">
                <a:extLst>
                  <a:ext uri="{FF2B5EF4-FFF2-40B4-BE49-F238E27FC236}">
                    <a16:creationId xmlns:a16="http://schemas.microsoft.com/office/drawing/2014/main" id="{3853F474-FA44-4668-B7D4-060F6C7BB7F1}"/>
                  </a:ext>
                </a:extLst>
              </p:cNvPr>
              <p:cNvSpPr>
                <a:spLocks noChangeArrowheads="1"/>
              </p:cNvSpPr>
              <p:nvPr/>
            </p:nvSpPr>
            <p:spPr bwMode="auto">
              <a:xfrm>
                <a:off x="2134" y="208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7" name="Rectangle 511">
                <a:extLst>
                  <a:ext uri="{FF2B5EF4-FFF2-40B4-BE49-F238E27FC236}">
                    <a16:creationId xmlns:a16="http://schemas.microsoft.com/office/drawing/2014/main" id="{6803926F-7912-4D99-9869-5337F6DF6426}"/>
                  </a:ext>
                </a:extLst>
              </p:cNvPr>
              <p:cNvSpPr>
                <a:spLocks noChangeArrowheads="1"/>
              </p:cNvSpPr>
              <p:nvPr/>
            </p:nvSpPr>
            <p:spPr bwMode="auto">
              <a:xfrm>
                <a:off x="2157" y="2082"/>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8" name="Rectangle 512">
                <a:extLst>
                  <a:ext uri="{FF2B5EF4-FFF2-40B4-BE49-F238E27FC236}">
                    <a16:creationId xmlns:a16="http://schemas.microsoft.com/office/drawing/2014/main" id="{00FC1D47-460E-4177-B880-40EB5247A22D}"/>
                  </a:ext>
                </a:extLst>
              </p:cNvPr>
              <p:cNvSpPr>
                <a:spLocks noChangeArrowheads="1"/>
              </p:cNvSpPr>
              <p:nvPr/>
            </p:nvSpPr>
            <p:spPr bwMode="auto">
              <a:xfrm>
                <a:off x="2173" y="208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9" name="Rectangle 513">
                <a:extLst>
                  <a:ext uri="{FF2B5EF4-FFF2-40B4-BE49-F238E27FC236}">
                    <a16:creationId xmlns:a16="http://schemas.microsoft.com/office/drawing/2014/main" id="{8CBFE3BE-734A-4B54-A833-11A0F45C65C7}"/>
                  </a:ext>
                </a:extLst>
              </p:cNvPr>
              <p:cNvSpPr>
                <a:spLocks noChangeArrowheads="1"/>
              </p:cNvSpPr>
              <p:nvPr/>
            </p:nvSpPr>
            <p:spPr bwMode="auto">
              <a:xfrm>
                <a:off x="1897" y="216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0" name="Rectangle 514">
                <a:extLst>
                  <a:ext uri="{FF2B5EF4-FFF2-40B4-BE49-F238E27FC236}">
                    <a16:creationId xmlns:a16="http://schemas.microsoft.com/office/drawing/2014/main" id="{6FA19220-D7CA-4476-9FD8-2BD67999DA88}"/>
                  </a:ext>
                </a:extLst>
              </p:cNvPr>
              <p:cNvSpPr>
                <a:spLocks noChangeArrowheads="1"/>
              </p:cNvSpPr>
              <p:nvPr/>
            </p:nvSpPr>
            <p:spPr bwMode="auto">
              <a:xfrm>
                <a:off x="1926" y="2160"/>
                <a:ext cx="61"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1" name="Rectangle 515">
                <a:extLst>
                  <a:ext uri="{FF2B5EF4-FFF2-40B4-BE49-F238E27FC236}">
                    <a16:creationId xmlns:a16="http://schemas.microsoft.com/office/drawing/2014/main" id="{3FF1EC52-ACB8-4E5F-92B4-60261E587891}"/>
                  </a:ext>
                </a:extLst>
              </p:cNvPr>
              <p:cNvSpPr>
                <a:spLocks noChangeArrowheads="1"/>
              </p:cNvSpPr>
              <p:nvPr/>
            </p:nvSpPr>
            <p:spPr bwMode="auto">
              <a:xfrm>
                <a:off x="1953" y="216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2" name="Rectangle 516">
                <a:extLst>
                  <a:ext uri="{FF2B5EF4-FFF2-40B4-BE49-F238E27FC236}">
                    <a16:creationId xmlns:a16="http://schemas.microsoft.com/office/drawing/2014/main" id="{7E1E5AFA-BA3D-451A-B5B4-DB4B7DAC1B49}"/>
                  </a:ext>
                </a:extLst>
              </p:cNvPr>
              <p:cNvSpPr>
                <a:spLocks noChangeArrowheads="1"/>
              </p:cNvSpPr>
              <p:nvPr/>
            </p:nvSpPr>
            <p:spPr bwMode="auto">
              <a:xfrm>
                <a:off x="1984" y="216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3" name="Rectangle 517">
                <a:extLst>
                  <a:ext uri="{FF2B5EF4-FFF2-40B4-BE49-F238E27FC236}">
                    <a16:creationId xmlns:a16="http://schemas.microsoft.com/office/drawing/2014/main" id="{36C42AC8-82EB-4E70-BA2D-986672712035}"/>
                  </a:ext>
                </a:extLst>
              </p:cNvPr>
              <p:cNvSpPr>
                <a:spLocks noChangeArrowheads="1"/>
              </p:cNvSpPr>
              <p:nvPr/>
            </p:nvSpPr>
            <p:spPr bwMode="auto">
              <a:xfrm>
                <a:off x="2016" y="2160"/>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4" name="Rectangle 518">
                <a:extLst>
                  <a:ext uri="{FF2B5EF4-FFF2-40B4-BE49-F238E27FC236}">
                    <a16:creationId xmlns:a16="http://schemas.microsoft.com/office/drawing/2014/main" id="{006BBBE7-9BFB-4BB7-91D2-C19812ACA7DC}"/>
                  </a:ext>
                </a:extLst>
              </p:cNvPr>
              <p:cNvSpPr>
                <a:spLocks noChangeArrowheads="1"/>
              </p:cNvSpPr>
              <p:nvPr/>
            </p:nvSpPr>
            <p:spPr bwMode="auto">
              <a:xfrm>
                <a:off x="2040" y="2160"/>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5" name="Rectangle 519">
                <a:extLst>
                  <a:ext uri="{FF2B5EF4-FFF2-40B4-BE49-F238E27FC236}">
                    <a16:creationId xmlns:a16="http://schemas.microsoft.com/office/drawing/2014/main" id="{CAB28A02-E666-451B-BA78-4183B4DA8CE2}"/>
                  </a:ext>
                </a:extLst>
              </p:cNvPr>
              <p:cNvSpPr>
                <a:spLocks noChangeArrowheads="1"/>
              </p:cNvSpPr>
              <p:nvPr/>
            </p:nvSpPr>
            <p:spPr bwMode="auto">
              <a:xfrm>
                <a:off x="2072" y="2160"/>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6" name="Rectangle 520">
                <a:extLst>
                  <a:ext uri="{FF2B5EF4-FFF2-40B4-BE49-F238E27FC236}">
                    <a16:creationId xmlns:a16="http://schemas.microsoft.com/office/drawing/2014/main" id="{D436020C-660B-4D96-9764-4EA1DEFB38BF}"/>
                  </a:ext>
                </a:extLst>
              </p:cNvPr>
              <p:cNvSpPr>
                <a:spLocks noChangeArrowheads="1"/>
              </p:cNvSpPr>
              <p:nvPr/>
            </p:nvSpPr>
            <p:spPr bwMode="auto">
              <a:xfrm>
                <a:off x="2093" y="2160"/>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7" name="Rectangle 521">
                <a:extLst>
                  <a:ext uri="{FF2B5EF4-FFF2-40B4-BE49-F238E27FC236}">
                    <a16:creationId xmlns:a16="http://schemas.microsoft.com/office/drawing/2014/main" id="{37C4EBBA-47F5-4DD9-823E-7910CBF42B21}"/>
                  </a:ext>
                </a:extLst>
              </p:cNvPr>
              <p:cNvSpPr>
                <a:spLocks noChangeArrowheads="1"/>
              </p:cNvSpPr>
              <p:nvPr/>
            </p:nvSpPr>
            <p:spPr bwMode="auto">
              <a:xfrm>
                <a:off x="2123" y="2160"/>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8" name="Rectangle 522">
                <a:extLst>
                  <a:ext uri="{FF2B5EF4-FFF2-40B4-BE49-F238E27FC236}">
                    <a16:creationId xmlns:a16="http://schemas.microsoft.com/office/drawing/2014/main" id="{1F7B249C-C8F5-46B4-B8E2-2B86FCF89243}"/>
                  </a:ext>
                </a:extLst>
              </p:cNvPr>
              <p:cNvSpPr>
                <a:spLocks noChangeArrowheads="1"/>
              </p:cNvSpPr>
              <p:nvPr/>
            </p:nvSpPr>
            <p:spPr bwMode="auto">
              <a:xfrm>
                <a:off x="2147" y="2160"/>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9" name="Rectangle 523">
                <a:extLst>
                  <a:ext uri="{FF2B5EF4-FFF2-40B4-BE49-F238E27FC236}">
                    <a16:creationId xmlns:a16="http://schemas.microsoft.com/office/drawing/2014/main" id="{9A117EE5-B503-47FD-8ADD-214496AB7734}"/>
                  </a:ext>
                </a:extLst>
              </p:cNvPr>
              <p:cNvSpPr>
                <a:spLocks noChangeArrowheads="1"/>
              </p:cNvSpPr>
              <p:nvPr/>
            </p:nvSpPr>
            <p:spPr bwMode="auto">
              <a:xfrm>
                <a:off x="2162" y="2160"/>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0" name="Rectangle 524">
                <a:extLst>
                  <a:ext uri="{FF2B5EF4-FFF2-40B4-BE49-F238E27FC236}">
                    <a16:creationId xmlns:a16="http://schemas.microsoft.com/office/drawing/2014/main" id="{D80BCE4E-20C6-4E47-B46F-5487F15C7555}"/>
                  </a:ext>
                </a:extLst>
              </p:cNvPr>
              <p:cNvSpPr>
                <a:spLocks noChangeArrowheads="1"/>
              </p:cNvSpPr>
              <p:nvPr/>
            </p:nvSpPr>
            <p:spPr bwMode="auto">
              <a:xfrm>
                <a:off x="1897"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1" name="Rectangle 525">
                <a:extLst>
                  <a:ext uri="{FF2B5EF4-FFF2-40B4-BE49-F238E27FC236}">
                    <a16:creationId xmlns:a16="http://schemas.microsoft.com/office/drawing/2014/main" id="{814FD705-AADA-4FC9-B403-8F88A9469D3F}"/>
                  </a:ext>
                </a:extLst>
              </p:cNvPr>
              <p:cNvSpPr>
                <a:spLocks noChangeArrowheads="1"/>
              </p:cNvSpPr>
              <p:nvPr/>
            </p:nvSpPr>
            <p:spPr bwMode="auto">
              <a:xfrm>
                <a:off x="1929"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2" name="Rectangle 526">
                <a:extLst>
                  <a:ext uri="{FF2B5EF4-FFF2-40B4-BE49-F238E27FC236}">
                    <a16:creationId xmlns:a16="http://schemas.microsoft.com/office/drawing/2014/main" id="{1C9CB3B6-4A1E-4FA0-AAB5-7CB0A5D1D29D}"/>
                  </a:ext>
                </a:extLst>
              </p:cNvPr>
              <p:cNvSpPr>
                <a:spLocks noChangeArrowheads="1"/>
              </p:cNvSpPr>
              <p:nvPr/>
            </p:nvSpPr>
            <p:spPr bwMode="auto">
              <a:xfrm>
                <a:off x="1960"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3" name="Rectangle 527">
                <a:extLst>
                  <a:ext uri="{FF2B5EF4-FFF2-40B4-BE49-F238E27FC236}">
                    <a16:creationId xmlns:a16="http://schemas.microsoft.com/office/drawing/2014/main" id="{982BC124-048A-445D-8318-8BD9B41969C3}"/>
                  </a:ext>
                </a:extLst>
              </p:cNvPr>
              <p:cNvSpPr>
                <a:spLocks noChangeArrowheads="1"/>
              </p:cNvSpPr>
              <p:nvPr/>
            </p:nvSpPr>
            <p:spPr bwMode="auto">
              <a:xfrm>
                <a:off x="1992" y="223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4" name="Rectangle 528">
                <a:extLst>
                  <a:ext uri="{FF2B5EF4-FFF2-40B4-BE49-F238E27FC236}">
                    <a16:creationId xmlns:a16="http://schemas.microsoft.com/office/drawing/2014/main" id="{9FEE6BAE-624D-4310-AE8C-D50C15B99F45}"/>
                  </a:ext>
                </a:extLst>
              </p:cNvPr>
              <p:cNvSpPr>
                <a:spLocks noChangeArrowheads="1"/>
              </p:cNvSpPr>
              <p:nvPr/>
            </p:nvSpPr>
            <p:spPr bwMode="auto">
              <a:xfrm>
                <a:off x="2015"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5" name="Rectangle 529">
                <a:extLst>
                  <a:ext uri="{FF2B5EF4-FFF2-40B4-BE49-F238E27FC236}">
                    <a16:creationId xmlns:a16="http://schemas.microsoft.com/office/drawing/2014/main" id="{6A40FEBD-D2C1-48A6-B3F5-38D87797D9F3}"/>
                  </a:ext>
                </a:extLst>
              </p:cNvPr>
              <p:cNvSpPr>
                <a:spLocks noChangeArrowheads="1"/>
              </p:cNvSpPr>
              <p:nvPr/>
            </p:nvSpPr>
            <p:spPr bwMode="auto">
              <a:xfrm>
                <a:off x="2047" y="2232"/>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6" name="Rectangle 530">
                <a:extLst>
                  <a:ext uri="{FF2B5EF4-FFF2-40B4-BE49-F238E27FC236}">
                    <a16:creationId xmlns:a16="http://schemas.microsoft.com/office/drawing/2014/main" id="{38E0039B-FBFA-40A0-BB78-DDBD8F365E60}"/>
                  </a:ext>
                </a:extLst>
              </p:cNvPr>
              <p:cNvSpPr>
                <a:spLocks noChangeArrowheads="1"/>
              </p:cNvSpPr>
              <p:nvPr/>
            </p:nvSpPr>
            <p:spPr bwMode="auto">
              <a:xfrm>
                <a:off x="2068" y="223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7" name="Rectangle 531">
                <a:extLst>
                  <a:ext uri="{FF2B5EF4-FFF2-40B4-BE49-F238E27FC236}">
                    <a16:creationId xmlns:a16="http://schemas.microsoft.com/office/drawing/2014/main" id="{CA72D2EA-5DD6-4FFF-9B81-63FAC7FE3085}"/>
                  </a:ext>
                </a:extLst>
              </p:cNvPr>
              <p:cNvSpPr>
                <a:spLocks noChangeArrowheads="1"/>
              </p:cNvSpPr>
              <p:nvPr/>
            </p:nvSpPr>
            <p:spPr bwMode="auto">
              <a:xfrm>
                <a:off x="2082"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8" name="Rectangle 532">
                <a:extLst>
                  <a:ext uri="{FF2B5EF4-FFF2-40B4-BE49-F238E27FC236}">
                    <a16:creationId xmlns:a16="http://schemas.microsoft.com/office/drawing/2014/main" id="{21ED59E3-54E3-45DC-823B-9115041C26D7}"/>
                  </a:ext>
                </a:extLst>
              </p:cNvPr>
              <p:cNvSpPr>
                <a:spLocks noChangeArrowheads="1"/>
              </p:cNvSpPr>
              <p:nvPr/>
            </p:nvSpPr>
            <p:spPr bwMode="auto">
              <a:xfrm>
                <a:off x="2114" y="223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9" name="Rectangle 533">
                <a:extLst>
                  <a:ext uri="{FF2B5EF4-FFF2-40B4-BE49-F238E27FC236}">
                    <a16:creationId xmlns:a16="http://schemas.microsoft.com/office/drawing/2014/main" id="{C473C4DB-572A-4F71-A503-1C8618D19A16}"/>
                  </a:ext>
                </a:extLst>
              </p:cNvPr>
              <p:cNvSpPr>
                <a:spLocks noChangeArrowheads="1"/>
              </p:cNvSpPr>
              <p:nvPr/>
            </p:nvSpPr>
            <p:spPr bwMode="auto">
              <a:xfrm>
                <a:off x="2146" y="223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0" name="Rectangle 534">
                <a:extLst>
                  <a:ext uri="{FF2B5EF4-FFF2-40B4-BE49-F238E27FC236}">
                    <a16:creationId xmlns:a16="http://schemas.microsoft.com/office/drawing/2014/main" id="{D23A2F17-7663-43F6-848C-FCDC13609EDB}"/>
                  </a:ext>
                </a:extLst>
              </p:cNvPr>
              <p:cNvSpPr>
                <a:spLocks noChangeArrowheads="1"/>
              </p:cNvSpPr>
              <p:nvPr/>
            </p:nvSpPr>
            <p:spPr bwMode="auto">
              <a:xfrm>
                <a:off x="2170" y="2232"/>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1" name="Rectangle 535">
                <a:extLst>
                  <a:ext uri="{FF2B5EF4-FFF2-40B4-BE49-F238E27FC236}">
                    <a16:creationId xmlns:a16="http://schemas.microsoft.com/office/drawing/2014/main" id="{8BE8F05A-232E-42A0-9133-81CA73F1DC3A}"/>
                  </a:ext>
                </a:extLst>
              </p:cNvPr>
              <p:cNvSpPr>
                <a:spLocks noChangeArrowheads="1"/>
              </p:cNvSpPr>
              <p:nvPr/>
            </p:nvSpPr>
            <p:spPr bwMode="auto">
              <a:xfrm>
                <a:off x="2184" y="2232"/>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2" name="Rectangle 536">
                <a:extLst>
                  <a:ext uri="{FF2B5EF4-FFF2-40B4-BE49-F238E27FC236}">
                    <a16:creationId xmlns:a16="http://schemas.microsoft.com/office/drawing/2014/main" id="{4A3B43B4-3995-49BC-982C-5003433FA48E}"/>
                  </a:ext>
                </a:extLst>
              </p:cNvPr>
              <p:cNvSpPr>
                <a:spLocks noChangeArrowheads="1"/>
              </p:cNvSpPr>
              <p:nvPr/>
            </p:nvSpPr>
            <p:spPr bwMode="auto">
              <a:xfrm>
                <a:off x="2205" y="2232"/>
                <a:ext cx="49"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3" name="Rectangle 537">
                <a:extLst>
                  <a:ext uri="{FF2B5EF4-FFF2-40B4-BE49-F238E27FC236}">
                    <a16:creationId xmlns:a16="http://schemas.microsoft.com/office/drawing/2014/main" id="{DC5F9B53-85E8-4683-B6B3-0FA060EAC59A}"/>
                  </a:ext>
                </a:extLst>
              </p:cNvPr>
              <p:cNvSpPr>
                <a:spLocks noChangeArrowheads="1"/>
              </p:cNvSpPr>
              <p:nvPr/>
            </p:nvSpPr>
            <p:spPr bwMode="auto">
              <a:xfrm>
                <a:off x="2219" y="2232"/>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4" name="Rectangle 538">
                <a:extLst>
                  <a:ext uri="{FF2B5EF4-FFF2-40B4-BE49-F238E27FC236}">
                    <a16:creationId xmlns:a16="http://schemas.microsoft.com/office/drawing/2014/main" id="{5E1437DD-11CB-4D0A-9028-72848FB66A5E}"/>
                  </a:ext>
                </a:extLst>
              </p:cNvPr>
              <p:cNvSpPr>
                <a:spLocks noChangeArrowheads="1"/>
              </p:cNvSpPr>
              <p:nvPr/>
            </p:nvSpPr>
            <p:spPr bwMode="auto">
              <a:xfrm>
                <a:off x="2246" y="223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5" name="Rectangle 539">
                <a:extLst>
                  <a:ext uri="{FF2B5EF4-FFF2-40B4-BE49-F238E27FC236}">
                    <a16:creationId xmlns:a16="http://schemas.microsoft.com/office/drawing/2014/main" id="{D82F7BF5-A46B-4E8B-8572-DB075E653ECD}"/>
                  </a:ext>
                </a:extLst>
              </p:cNvPr>
              <p:cNvSpPr>
                <a:spLocks noChangeArrowheads="1"/>
              </p:cNvSpPr>
              <p:nvPr/>
            </p:nvSpPr>
            <p:spPr bwMode="auto">
              <a:xfrm>
                <a:off x="2276" y="2232"/>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6" name="Rectangle 540">
                <a:extLst>
                  <a:ext uri="{FF2B5EF4-FFF2-40B4-BE49-F238E27FC236}">
                    <a16:creationId xmlns:a16="http://schemas.microsoft.com/office/drawing/2014/main" id="{B9316944-F500-475A-A7F5-0B32270E9108}"/>
                  </a:ext>
                </a:extLst>
              </p:cNvPr>
              <p:cNvSpPr>
                <a:spLocks noChangeArrowheads="1"/>
              </p:cNvSpPr>
              <p:nvPr/>
            </p:nvSpPr>
            <p:spPr bwMode="auto">
              <a:xfrm>
                <a:off x="2291" y="2232"/>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7" name="Rectangle 541">
                <a:extLst>
                  <a:ext uri="{FF2B5EF4-FFF2-40B4-BE49-F238E27FC236}">
                    <a16:creationId xmlns:a16="http://schemas.microsoft.com/office/drawing/2014/main" id="{6603659A-A804-4D51-9BE2-CA6CD2BB2298}"/>
                  </a:ext>
                </a:extLst>
              </p:cNvPr>
              <p:cNvSpPr>
                <a:spLocks noChangeArrowheads="1"/>
              </p:cNvSpPr>
              <p:nvPr/>
            </p:nvSpPr>
            <p:spPr bwMode="auto">
              <a:xfrm>
                <a:off x="2310" y="223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8" name="Rectangle 542">
                <a:extLst>
                  <a:ext uri="{FF2B5EF4-FFF2-40B4-BE49-F238E27FC236}">
                    <a16:creationId xmlns:a16="http://schemas.microsoft.com/office/drawing/2014/main" id="{23F8797A-A436-4150-B707-543BA3E128E9}"/>
                  </a:ext>
                </a:extLst>
              </p:cNvPr>
              <p:cNvSpPr>
                <a:spLocks noChangeArrowheads="1"/>
              </p:cNvSpPr>
              <p:nvPr/>
            </p:nvSpPr>
            <p:spPr bwMode="auto">
              <a:xfrm>
                <a:off x="2340" y="223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9" name="Rectangle 543">
                <a:extLst>
                  <a:ext uri="{FF2B5EF4-FFF2-40B4-BE49-F238E27FC236}">
                    <a16:creationId xmlns:a16="http://schemas.microsoft.com/office/drawing/2014/main" id="{1F40BA69-1A23-45FE-AC8C-B7851E36FDD9}"/>
                  </a:ext>
                </a:extLst>
              </p:cNvPr>
              <p:cNvSpPr>
                <a:spLocks noChangeArrowheads="1"/>
              </p:cNvSpPr>
              <p:nvPr/>
            </p:nvSpPr>
            <p:spPr bwMode="auto">
              <a:xfrm>
                <a:off x="2364" y="2232"/>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0" name="Freeform 544">
                <a:extLst>
                  <a:ext uri="{FF2B5EF4-FFF2-40B4-BE49-F238E27FC236}">
                    <a16:creationId xmlns:a16="http://schemas.microsoft.com/office/drawing/2014/main" id="{F37590EA-BAB6-4D22-A9D1-3F619EFD22C8}"/>
                  </a:ext>
                </a:extLst>
              </p:cNvPr>
              <p:cNvSpPr>
                <a:spLocks/>
              </p:cNvSpPr>
              <p:nvPr/>
            </p:nvSpPr>
            <p:spPr bwMode="auto">
              <a:xfrm>
                <a:off x="532" y="554"/>
                <a:ext cx="4641" cy="160"/>
              </a:xfrm>
              <a:custGeom>
                <a:avLst/>
                <a:gdLst>
                  <a:gd name="T0" fmla="*/ 0 w 11960"/>
                  <a:gd name="T1" fmla="*/ 0 h 413"/>
                  <a:gd name="T2" fmla="*/ 0 w 11960"/>
                  <a:gd name="T3" fmla="*/ 0 h 413"/>
                  <a:gd name="T4" fmla="*/ 11960 w 11960"/>
                  <a:gd name="T5" fmla="*/ 0 h 413"/>
                  <a:gd name="T6" fmla="*/ 11960 w 11960"/>
                  <a:gd name="T7" fmla="*/ 413 h 413"/>
                  <a:gd name="T8" fmla="*/ 0 w 11960"/>
                  <a:gd name="T9" fmla="*/ 413 h 413"/>
                  <a:gd name="T10" fmla="*/ 0 w 11960"/>
                  <a:gd name="T11" fmla="*/ 0 h 413"/>
                </a:gdLst>
                <a:ahLst/>
                <a:cxnLst>
                  <a:cxn ang="0">
                    <a:pos x="T0" y="T1"/>
                  </a:cxn>
                  <a:cxn ang="0">
                    <a:pos x="T2" y="T3"/>
                  </a:cxn>
                  <a:cxn ang="0">
                    <a:pos x="T4" y="T5"/>
                  </a:cxn>
                  <a:cxn ang="0">
                    <a:pos x="T6" y="T7"/>
                  </a:cxn>
                  <a:cxn ang="0">
                    <a:pos x="T8" y="T9"/>
                  </a:cxn>
                  <a:cxn ang="0">
                    <a:pos x="T10" y="T11"/>
                  </a:cxn>
                </a:cxnLst>
                <a:rect l="0" t="0" r="r" b="b"/>
                <a:pathLst>
                  <a:path w="11960" h="413">
                    <a:moveTo>
                      <a:pt x="0" y="0"/>
                    </a:moveTo>
                    <a:lnTo>
                      <a:pt x="0" y="0"/>
                    </a:lnTo>
                    <a:lnTo>
                      <a:pt x="11960" y="0"/>
                    </a:lnTo>
                    <a:lnTo>
                      <a:pt x="11960" y="413"/>
                    </a:lnTo>
                    <a:lnTo>
                      <a:pt x="0" y="413"/>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01" name="Freeform 545">
                <a:extLst>
                  <a:ext uri="{FF2B5EF4-FFF2-40B4-BE49-F238E27FC236}">
                    <a16:creationId xmlns:a16="http://schemas.microsoft.com/office/drawing/2014/main" id="{7E743CD0-6414-4307-8B3C-B81D187FA93F}"/>
                  </a:ext>
                </a:extLst>
              </p:cNvPr>
              <p:cNvSpPr>
                <a:spLocks/>
              </p:cNvSpPr>
              <p:nvPr/>
            </p:nvSpPr>
            <p:spPr bwMode="auto">
              <a:xfrm>
                <a:off x="532" y="554"/>
                <a:ext cx="4641" cy="160"/>
              </a:xfrm>
              <a:custGeom>
                <a:avLst/>
                <a:gdLst>
                  <a:gd name="T0" fmla="*/ 0 w 11961"/>
                  <a:gd name="T1" fmla="*/ 0 h 413"/>
                  <a:gd name="T2" fmla="*/ 0 w 11961"/>
                  <a:gd name="T3" fmla="*/ 0 h 413"/>
                  <a:gd name="T4" fmla="*/ 11961 w 11961"/>
                  <a:gd name="T5" fmla="*/ 0 h 413"/>
                  <a:gd name="T6" fmla="*/ 11961 w 11961"/>
                  <a:gd name="T7" fmla="*/ 413 h 413"/>
                  <a:gd name="T8" fmla="*/ 0 w 11961"/>
                  <a:gd name="T9" fmla="*/ 413 h 413"/>
                  <a:gd name="T10" fmla="*/ 0 w 11961"/>
                  <a:gd name="T11" fmla="*/ 0 h 413"/>
                </a:gdLst>
                <a:ahLst/>
                <a:cxnLst>
                  <a:cxn ang="0">
                    <a:pos x="T0" y="T1"/>
                  </a:cxn>
                  <a:cxn ang="0">
                    <a:pos x="T2" y="T3"/>
                  </a:cxn>
                  <a:cxn ang="0">
                    <a:pos x="T4" y="T5"/>
                  </a:cxn>
                  <a:cxn ang="0">
                    <a:pos x="T6" y="T7"/>
                  </a:cxn>
                  <a:cxn ang="0">
                    <a:pos x="T8" y="T9"/>
                  </a:cxn>
                  <a:cxn ang="0">
                    <a:pos x="T10" y="T11"/>
                  </a:cxn>
                </a:cxnLst>
                <a:rect l="0" t="0" r="r" b="b"/>
                <a:pathLst>
                  <a:path w="11961" h="413">
                    <a:moveTo>
                      <a:pt x="0" y="0"/>
                    </a:moveTo>
                    <a:lnTo>
                      <a:pt x="0" y="0"/>
                    </a:lnTo>
                    <a:lnTo>
                      <a:pt x="11961" y="0"/>
                    </a:lnTo>
                    <a:lnTo>
                      <a:pt x="11961" y="413"/>
                    </a:lnTo>
                    <a:lnTo>
                      <a:pt x="0" y="413"/>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02" name="Rectangle 546">
                <a:extLst>
                  <a:ext uri="{FF2B5EF4-FFF2-40B4-BE49-F238E27FC236}">
                    <a16:creationId xmlns:a16="http://schemas.microsoft.com/office/drawing/2014/main" id="{7128AB0F-0E04-41F3-9140-629C2CC40295}"/>
                  </a:ext>
                </a:extLst>
              </p:cNvPr>
              <p:cNvSpPr>
                <a:spLocks noChangeArrowheads="1"/>
              </p:cNvSpPr>
              <p:nvPr/>
            </p:nvSpPr>
            <p:spPr bwMode="auto">
              <a:xfrm>
                <a:off x="567"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3" name="Rectangle 547">
                <a:extLst>
                  <a:ext uri="{FF2B5EF4-FFF2-40B4-BE49-F238E27FC236}">
                    <a16:creationId xmlns:a16="http://schemas.microsoft.com/office/drawing/2014/main" id="{B712752E-4F3D-4A5A-AF62-55D0D801109A}"/>
                  </a:ext>
                </a:extLst>
              </p:cNvPr>
              <p:cNvSpPr>
                <a:spLocks noChangeArrowheads="1"/>
              </p:cNvSpPr>
              <p:nvPr/>
            </p:nvSpPr>
            <p:spPr bwMode="auto">
              <a:xfrm>
                <a:off x="610" y="581"/>
                <a:ext cx="10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4" name="Rectangle 548">
                <a:extLst>
                  <a:ext uri="{FF2B5EF4-FFF2-40B4-BE49-F238E27FC236}">
                    <a16:creationId xmlns:a16="http://schemas.microsoft.com/office/drawing/2014/main" id="{424232E2-E1BD-4263-8238-71AAEDC4E982}"/>
                  </a:ext>
                </a:extLst>
              </p:cNvPr>
              <p:cNvSpPr>
                <a:spLocks noChangeArrowheads="1"/>
              </p:cNvSpPr>
              <p:nvPr/>
            </p:nvSpPr>
            <p:spPr bwMode="auto">
              <a:xfrm>
                <a:off x="666" y="581"/>
                <a:ext cx="12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5" name="Rectangle 549">
                <a:extLst>
                  <a:ext uri="{FF2B5EF4-FFF2-40B4-BE49-F238E27FC236}">
                    <a16:creationId xmlns:a16="http://schemas.microsoft.com/office/drawing/2014/main" id="{5A807C39-9F79-4B78-9CC4-C50CA2AFF8DA}"/>
                  </a:ext>
                </a:extLst>
              </p:cNvPr>
              <p:cNvSpPr>
                <a:spLocks noChangeArrowheads="1"/>
              </p:cNvSpPr>
              <p:nvPr/>
            </p:nvSpPr>
            <p:spPr bwMode="auto">
              <a:xfrm>
                <a:off x="739" y="581"/>
                <a:ext cx="12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6" name="Rectangle 550">
                <a:extLst>
                  <a:ext uri="{FF2B5EF4-FFF2-40B4-BE49-F238E27FC236}">
                    <a16:creationId xmlns:a16="http://schemas.microsoft.com/office/drawing/2014/main" id="{DDB1C20A-5F62-4D02-912D-4BBFA8EB5ECC}"/>
                  </a:ext>
                </a:extLst>
              </p:cNvPr>
              <p:cNvSpPr>
                <a:spLocks noChangeArrowheads="1"/>
              </p:cNvSpPr>
              <p:nvPr/>
            </p:nvSpPr>
            <p:spPr bwMode="auto">
              <a:xfrm>
                <a:off x="811" y="581"/>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7" name="Rectangle 551">
                <a:extLst>
                  <a:ext uri="{FF2B5EF4-FFF2-40B4-BE49-F238E27FC236}">
                    <a16:creationId xmlns:a16="http://schemas.microsoft.com/office/drawing/2014/main" id="{371A9A61-0644-4328-8490-28527F963C4B}"/>
                  </a:ext>
                </a:extLst>
              </p:cNvPr>
              <p:cNvSpPr>
                <a:spLocks noChangeArrowheads="1"/>
              </p:cNvSpPr>
              <p:nvPr/>
            </p:nvSpPr>
            <p:spPr bwMode="auto">
              <a:xfrm>
                <a:off x="865" y="581"/>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8" name="Rectangle 552">
                <a:extLst>
                  <a:ext uri="{FF2B5EF4-FFF2-40B4-BE49-F238E27FC236}">
                    <a16:creationId xmlns:a16="http://schemas.microsoft.com/office/drawing/2014/main" id="{08335292-86BB-4012-9A2A-48E2DB092F27}"/>
                  </a:ext>
                </a:extLst>
              </p:cNvPr>
              <p:cNvSpPr>
                <a:spLocks noChangeArrowheads="1"/>
              </p:cNvSpPr>
              <p:nvPr/>
            </p:nvSpPr>
            <p:spPr bwMode="auto">
              <a:xfrm>
                <a:off x="920" y="581"/>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9" name="Rectangle 553">
                <a:extLst>
                  <a:ext uri="{FF2B5EF4-FFF2-40B4-BE49-F238E27FC236}">
                    <a16:creationId xmlns:a16="http://schemas.microsoft.com/office/drawing/2014/main" id="{063861F1-57B4-4C94-A66F-93F0892B405C}"/>
                  </a:ext>
                </a:extLst>
              </p:cNvPr>
              <p:cNvSpPr>
                <a:spLocks noChangeArrowheads="1"/>
              </p:cNvSpPr>
              <p:nvPr/>
            </p:nvSpPr>
            <p:spPr bwMode="auto">
              <a:xfrm>
                <a:off x="942"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0" name="Rectangle 554">
                <a:extLst>
                  <a:ext uri="{FF2B5EF4-FFF2-40B4-BE49-F238E27FC236}">
                    <a16:creationId xmlns:a16="http://schemas.microsoft.com/office/drawing/2014/main" id="{A548C716-BE5F-4512-8C48-3D965A95BC27}"/>
                  </a:ext>
                </a:extLst>
              </p:cNvPr>
              <p:cNvSpPr>
                <a:spLocks noChangeArrowheads="1"/>
              </p:cNvSpPr>
              <p:nvPr/>
            </p:nvSpPr>
            <p:spPr bwMode="auto">
              <a:xfrm>
                <a:off x="983"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1" name="Rectangle 555">
                <a:extLst>
                  <a:ext uri="{FF2B5EF4-FFF2-40B4-BE49-F238E27FC236}">
                    <a16:creationId xmlns:a16="http://schemas.microsoft.com/office/drawing/2014/main" id="{F1BA85DC-A2BA-4780-BB08-FABCAE9D2D4F}"/>
                  </a:ext>
                </a:extLst>
              </p:cNvPr>
              <p:cNvSpPr>
                <a:spLocks noChangeArrowheads="1"/>
              </p:cNvSpPr>
              <p:nvPr/>
            </p:nvSpPr>
            <p:spPr bwMode="auto">
              <a:xfrm>
                <a:off x="1026"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2" name="Rectangle 556">
                <a:extLst>
                  <a:ext uri="{FF2B5EF4-FFF2-40B4-BE49-F238E27FC236}">
                    <a16:creationId xmlns:a16="http://schemas.microsoft.com/office/drawing/2014/main" id="{DA9D8928-0106-468C-8BFB-6FF6A7790A7C}"/>
                  </a:ext>
                </a:extLst>
              </p:cNvPr>
              <p:cNvSpPr>
                <a:spLocks noChangeArrowheads="1"/>
              </p:cNvSpPr>
              <p:nvPr/>
            </p:nvSpPr>
            <p:spPr bwMode="auto">
              <a:xfrm>
                <a:off x="1045"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3" name="Rectangle 557">
                <a:extLst>
                  <a:ext uri="{FF2B5EF4-FFF2-40B4-BE49-F238E27FC236}">
                    <a16:creationId xmlns:a16="http://schemas.microsoft.com/office/drawing/2014/main" id="{614F99E8-7C15-42AF-8008-09D8ED9E4705}"/>
                  </a:ext>
                </a:extLst>
              </p:cNvPr>
              <p:cNvSpPr>
                <a:spLocks noChangeArrowheads="1"/>
              </p:cNvSpPr>
              <p:nvPr/>
            </p:nvSpPr>
            <p:spPr bwMode="auto">
              <a:xfrm>
                <a:off x="1083" y="581"/>
                <a:ext cx="10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4" name="Rectangle 558">
                <a:extLst>
                  <a:ext uri="{FF2B5EF4-FFF2-40B4-BE49-F238E27FC236}">
                    <a16:creationId xmlns:a16="http://schemas.microsoft.com/office/drawing/2014/main" id="{0CBC4428-B230-484C-AF0B-7CB2966CA5BD}"/>
                  </a:ext>
                </a:extLst>
              </p:cNvPr>
              <p:cNvSpPr>
                <a:spLocks noChangeArrowheads="1"/>
              </p:cNvSpPr>
              <p:nvPr/>
            </p:nvSpPr>
            <p:spPr bwMode="auto">
              <a:xfrm>
                <a:off x="1134" y="581"/>
                <a:ext cx="9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5" name="Rectangle 559">
                <a:extLst>
                  <a:ext uri="{FF2B5EF4-FFF2-40B4-BE49-F238E27FC236}">
                    <a16:creationId xmlns:a16="http://schemas.microsoft.com/office/drawing/2014/main" id="{71BA0A35-DD8C-46DF-A7F3-4EAEDCD36222}"/>
                  </a:ext>
                </a:extLst>
              </p:cNvPr>
              <p:cNvSpPr>
                <a:spLocks noChangeArrowheads="1"/>
              </p:cNvSpPr>
              <p:nvPr/>
            </p:nvSpPr>
            <p:spPr bwMode="auto">
              <a:xfrm>
                <a:off x="1179"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6" name="Rectangle 560">
                <a:extLst>
                  <a:ext uri="{FF2B5EF4-FFF2-40B4-BE49-F238E27FC236}">
                    <a16:creationId xmlns:a16="http://schemas.microsoft.com/office/drawing/2014/main" id="{70DF1675-C5D7-43DF-9A2C-BF6E7981A9E3}"/>
                  </a:ext>
                </a:extLst>
              </p:cNvPr>
              <p:cNvSpPr>
                <a:spLocks noChangeArrowheads="1"/>
              </p:cNvSpPr>
              <p:nvPr/>
            </p:nvSpPr>
            <p:spPr bwMode="auto">
              <a:xfrm>
                <a:off x="1220" y="581"/>
                <a:ext cx="10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7" name="Rectangle 561">
                <a:extLst>
                  <a:ext uri="{FF2B5EF4-FFF2-40B4-BE49-F238E27FC236}">
                    <a16:creationId xmlns:a16="http://schemas.microsoft.com/office/drawing/2014/main" id="{6965C71E-8C4B-4E27-82D8-B85252198C1D}"/>
                  </a:ext>
                </a:extLst>
              </p:cNvPr>
              <p:cNvSpPr>
                <a:spLocks noChangeArrowheads="1"/>
              </p:cNvSpPr>
              <p:nvPr/>
            </p:nvSpPr>
            <p:spPr bwMode="auto">
              <a:xfrm>
                <a:off x="1274"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8" name="Rectangle 562">
                <a:extLst>
                  <a:ext uri="{FF2B5EF4-FFF2-40B4-BE49-F238E27FC236}">
                    <a16:creationId xmlns:a16="http://schemas.microsoft.com/office/drawing/2014/main" id="{0C276B9E-5F08-4836-864D-C91B44C781C5}"/>
                  </a:ext>
                </a:extLst>
              </p:cNvPr>
              <p:cNvSpPr>
                <a:spLocks noChangeArrowheads="1"/>
              </p:cNvSpPr>
              <p:nvPr/>
            </p:nvSpPr>
            <p:spPr bwMode="auto">
              <a:xfrm>
                <a:off x="1314" y="581"/>
                <a:ext cx="9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9" name="Rectangle 563">
                <a:extLst>
                  <a:ext uri="{FF2B5EF4-FFF2-40B4-BE49-F238E27FC236}">
                    <a16:creationId xmlns:a16="http://schemas.microsoft.com/office/drawing/2014/main" id="{9D52D7FD-9DFB-4C0A-AF3D-6E7B795FCA02}"/>
                  </a:ext>
                </a:extLst>
              </p:cNvPr>
              <p:cNvSpPr>
                <a:spLocks noChangeArrowheads="1"/>
              </p:cNvSpPr>
              <p:nvPr/>
            </p:nvSpPr>
            <p:spPr bwMode="auto">
              <a:xfrm>
                <a:off x="1360" y="581"/>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0" name="Rectangle 564">
                <a:extLst>
                  <a:ext uri="{FF2B5EF4-FFF2-40B4-BE49-F238E27FC236}">
                    <a16:creationId xmlns:a16="http://schemas.microsoft.com/office/drawing/2014/main" id="{20A05FF6-782C-4A49-82B7-55E495F86353}"/>
                  </a:ext>
                </a:extLst>
              </p:cNvPr>
              <p:cNvSpPr>
                <a:spLocks noChangeArrowheads="1"/>
              </p:cNvSpPr>
              <p:nvPr/>
            </p:nvSpPr>
            <p:spPr bwMode="auto">
              <a:xfrm>
                <a:off x="1400" y="581"/>
                <a:ext cx="10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1" name="Rectangle 565">
                <a:extLst>
                  <a:ext uri="{FF2B5EF4-FFF2-40B4-BE49-F238E27FC236}">
                    <a16:creationId xmlns:a16="http://schemas.microsoft.com/office/drawing/2014/main" id="{01407942-B7DD-4BCB-959E-AFF399857DBE}"/>
                  </a:ext>
                </a:extLst>
              </p:cNvPr>
              <p:cNvSpPr>
                <a:spLocks noChangeArrowheads="1"/>
              </p:cNvSpPr>
              <p:nvPr/>
            </p:nvSpPr>
            <p:spPr bwMode="auto">
              <a:xfrm>
                <a:off x="1452" y="581"/>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2" name="Rectangle 566">
                <a:extLst>
                  <a:ext uri="{FF2B5EF4-FFF2-40B4-BE49-F238E27FC236}">
                    <a16:creationId xmlns:a16="http://schemas.microsoft.com/office/drawing/2014/main" id="{FDDE3AEB-222C-41B5-A095-642D79A6F81D}"/>
                  </a:ext>
                </a:extLst>
              </p:cNvPr>
              <p:cNvSpPr>
                <a:spLocks noChangeArrowheads="1"/>
              </p:cNvSpPr>
              <p:nvPr/>
            </p:nvSpPr>
            <p:spPr bwMode="auto">
              <a:xfrm>
                <a:off x="1474"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3" name="Rectangle 567">
                <a:extLst>
                  <a:ext uri="{FF2B5EF4-FFF2-40B4-BE49-F238E27FC236}">
                    <a16:creationId xmlns:a16="http://schemas.microsoft.com/office/drawing/2014/main" id="{F482ED0D-C438-4D6D-9E8D-47BCD140C265}"/>
                  </a:ext>
                </a:extLst>
              </p:cNvPr>
              <p:cNvSpPr>
                <a:spLocks noChangeArrowheads="1"/>
              </p:cNvSpPr>
              <p:nvPr/>
            </p:nvSpPr>
            <p:spPr bwMode="auto">
              <a:xfrm>
                <a:off x="151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4" name="Rectangle 568">
                <a:extLst>
                  <a:ext uri="{FF2B5EF4-FFF2-40B4-BE49-F238E27FC236}">
                    <a16:creationId xmlns:a16="http://schemas.microsoft.com/office/drawing/2014/main" id="{8EA4FA79-0095-4740-80F5-12C060F11E9D}"/>
                  </a:ext>
                </a:extLst>
              </p:cNvPr>
              <p:cNvSpPr>
                <a:spLocks noChangeArrowheads="1"/>
              </p:cNvSpPr>
              <p:nvPr/>
            </p:nvSpPr>
            <p:spPr bwMode="auto">
              <a:xfrm>
                <a:off x="1537" y="581"/>
                <a:ext cx="7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5" name="Rectangle 569">
                <a:extLst>
                  <a:ext uri="{FF2B5EF4-FFF2-40B4-BE49-F238E27FC236}">
                    <a16:creationId xmlns:a16="http://schemas.microsoft.com/office/drawing/2014/main" id="{17CA69E3-BD5F-440E-A209-5C78F01DBC3C}"/>
                  </a:ext>
                </a:extLst>
              </p:cNvPr>
              <p:cNvSpPr>
                <a:spLocks noChangeArrowheads="1"/>
              </p:cNvSpPr>
              <p:nvPr/>
            </p:nvSpPr>
            <p:spPr bwMode="auto">
              <a:xfrm>
                <a:off x="1563"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6" name="Rectangle 570">
                <a:extLst>
                  <a:ext uri="{FF2B5EF4-FFF2-40B4-BE49-F238E27FC236}">
                    <a16:creationId xmlns:a16="http://schemas.microsoft.com/office/drawing/2014/main" id="{E84D8B4D-D4F4-4F50-AF8C-AE16A9852E76}"/>
                  </a:ext>
                </a:extLst>
              </p:cNvPr>
              <p:cNvSpPr>
                <a:spLocks noChangeArrowheads="1"/>
              </p:cNvSpPr>
              <p:nvPr/>
            </p:nvSpPr>
            <p:spPr bwMode="auto">
              <a:xfrm>
                <a:off x="1607"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7" name="Rectangle 571">
                <a:extLst>
                  <a:ext uri="{FF2B5EF4-FFF2-40B4-BE49-F238E27FC236}">
                    <a16:creationId xmlns:a16="http://schemas.microsoft.com/office/drawing/2014/main" id="{1C1F45FD-0263-49A3-A344-58241564C0DB}"/>
                  </a:ext>
                </a:extLst>
              </p:cNvPr>
              <p:cNvSpPr>
                <a:spLocks noChangeArrowheads="1"/>
              </p:cNvSpPr>
              <p:nvPr/>
            </p:nvSpPr>
            <p:spPr bwMode="auto">
              <a:xfrm>
                <a:off x="1636"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8" name="Rectangle 572">
                <a:extLst>
                  <a:ext uri="{FF2B5EF4-FFF2-40B4-BE49-F238E27FC236}">
                    <a16:creationId xmlns:a16="http://schemas.microsoft.com/office/drawing/2014/main" id="{D6191146-6D62-465A-BA68-77897EE1DB9C}"/>
                  </a:ext>
                </a:extLst>
              </p:cNvPr>
              <p:cNvSpPr>
                <a:spLocks noChangeArrowheads="1"/>
              </p:cNvSpPr>
              <p:nvPr/>
            </p:nvSpPr>
            <p:spPr bwMode="auto">
              <a:xfrm>
                <a:off x="1676" y="581"/>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9" name="Rectangle 573">
                <a:extLst>
                  <a:ext uri="{FF2B5EF4-FFF2-40B4-BE49-F238E27FC236}">
                    <a16:creationId xmlns:a16="http://schemas.microsoft.com/office/drawing/2014/main" id="{BC465111-79F3-4310-8EDF-3593C038B048}"/>
                  </a:ext>
                </a:extLst>
              </p:cNvPr>
              <p:cNvSpPr>
                <a:spLocks noChangeArrowheads="1"/>
              </p:cNvSpPr>
              <p:nvPr/>
            </p:nvSpPr>
            <p:spPr bwMode="auto">
              <a:xfrm>
                <a:off x="1715"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0" name="Rectangle 574">
                <a:extLst>
                  <a:ext uri="{FF2B5EF4-FFF2-40B4-BE49-F238E27FC236}">
                    <a16:creationId xmlns:a16="http://schemas.microsoft.com/office/drawing/2014/main" id="{09CDD80E-DCD1-4CC2-85B3-63ED9DD24E46}"/>
                  </a:ext>
                </a:extLst>
              </p:cNvPr>
              <p:cNvSpPr>
                <a:spLocks noChangeArrowheads="1"/>
              </p:cNvSpPr>
              <p:nvPr/>
            </p:nvSpPr>
            <p:spPr bwMode="auto">
              <a:xfrm>
                <a:off x="1757"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1" name="Rectangle 575">
                <a:extLst>
                  <a:ext uri="{FF2B5EF4-FFF2-40B4-BE49-F238E27FC236}">
                    <a16:creationId xmlns:a16="http://schemas.microsoft.com/office/drawing/2014/main" id="{3351F767-295D-4076-A103-59A31D18499E}"/>
                  </a:ext>
                </a:extLst>
              </p:cNvPr>
              <p:cNvSpPr>
                <a:spLocks noChangeArrowheads="1"/>
              </p:cNvSpPr>
              <p:nvPr/>
            </p:nvSpPr>
            <p:spPr bwMode="auto">
              <a:xfrm>
                <a:off x="1801"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2" name="Rectangle 576">
                <a:extLst>
                  <a:ext uri="{FF2B5EF4-FFF2-40B4-BE49-F238E27FC236}">
                    <a16:creationId xmlns:a16="http://schemas.microsoft.com/office/drawing/2014/main" id="{99CF60C2-1C48-414C-A421-C6CEAF35FBD1}"/>
                  </a:ext>
                </a:extLst>
              </p:cNvPr>
              <p:cNvSpPr>
                <a:spLocks noChangeArrowheads="1"/>
              </p:cNvSpPr>
              <p:nvPr/>
            </p:nvSpPr>
            <p:spPr bwMode="auto">
              <a:xfrm>
                <a:off x="1829"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3" name="Rectangle 577">
                <a:extLst>
                  <a:ext uri="{FF2B5EF4-FFF2-40B4-BE49-F238E27FC236}">
                    <a16:creationId xmlns:a16="http://schemas.microsoft.com/office/drawing/2014/main" id="{8CC8BD2D-FFBE-4C11-947E-E7B6F7190DDD}"/>
                  </a:ext>
                </a:extLst>
              </p:cNvPr>
              <p:cNvSpPr>
                <a:spLocks noChangeArrowheads="1"/>
              </p:cNvSpPr>
              <p:nvPr/>
            </p:nvSpPr>
            <p:spPr bwMode="auto">
              <a:xfrm>
                <a:off x="1849" y="581"/>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4" name="Rectangle 578">
                <a:extLst>
                  <a:ext uri="{FF2B5EF4-FFF2-40B4-BE49-F238E27FC236}">
                    <a16:creationId xmlns:a16="http://schemas.microsoft.com/office/drawing/2014/main" id="{5DE63EDC-991A-4517-A721-358E21543E25}"/>
                  </a:ext>
                </a:extLst>
              </p:cNvPr>
              <p:cNvSpPr>
                <a:spLocks noChangeArrowheads="1"/>
              </p:cNvSpPr>
              <p:nvPr/>
            </p:nvSpPr>
            <p:spPr bwMode="auto">
              <a:xfrm>
                <a:off x="1887"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5" name="Rectangle 579">
                <a:extLst>
                  <a:ext uri="{FF2B5EF4-FFF2-40B4-BE49-F238E27FC236}">
                    <a16:creationId xmlns:a16="http://schemas.microsoft.com/office/drawing/2014/main" id="{CB18864C-8297-4B7C-B0B1-A6D87B701449}"/>
                  </a:ext>
                </a:extLst>
              </p:cNvPr>
              <p:cNvSpPr>
                <a:spLocks noChangeArrowheads="1"/>
              </p:cNvSpPr>
              <p:nvPr/>
            </p:nvSpPr>
            <p:spPr bwMode="auto">
              <a:xfrm>
                <a:off x="192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6" name="Rectangle 580">
                <a:extLst>
                  <a:ext uri="{FF2B5EF4-FFF2-40B4-BE49-F238E27FC236}">
                    <a16:creationId xmlns:a16="http://schemas.microsoft.com/office/drawing/2014/main" id="{3952C5AA-B86D-4244-8EFC-A92A994BC765}"/>
                  </a:ext>
                </a:extLst>
              </p:cNvPr>
              <p:cNvSpPr>
                <a:spLocks noChangeArrowheads="1"/>
              </p:cNvSpPr>
              <p:nvPr/>
            </p:nvSpPr>
            <p:spPr bwMode="auto">
              <a:xfrm>
                <a:off x="1948"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7" name="Rectangle 581">
                <a:extLst>
                  <a:ext uri="{FF2B5EF4-FFF2-40B4-BE49-F238E27FC236}">
                    <a16:creationId xmlns:a16="http://schemas.microsoft.com/office/drawing/2014/main" id="{0076205E-61EE-4387-854C-66BDB0CFF3AF}"/>
                  </a:ext>
                </a:extLst>
              </p:cNvPr>
              <p:cNvSpPr>
                <a:spLocks noChangeArrowheads="1"/>
              </p:cNvSpPr>
              <p:nvPr/>
            </p:nvSpPr>
            <p:spPr bwMode="auto">
              <a:xfrm>
                <a:off x="1988"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8" name="Rectangle 582">
                <a:extLst>
                  <a:ext uri="{FF2B5EF4-FFF2-40B4-BE49-F238E27FC236}">
                    <a16:creationId xmlns:a16="http://schemas.microsoft.com/office/drawing/2014/main" id="{E8ABA0C4-48DF-4B5C-9AEF-75F3CE78C877}"/>
                  </a:ext>
                </a:extLst>
              </p:cNvPr>
              <p:cNvSpPr>
                <a:spLocks noChangeArrowheads="1"/>
              </p:cNvSpPr>
              <p:nvPr/>
            </p:nvSpPr>
            <p:spPr bwMode="auto">
              <a:xfrm>
                <a:off x="2024"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9" name="Rectangle 583">
                <a:extLst>
                  <a:ext uri="{FF2B5EF4-FFF2-40B4-BE49-F238E27FC236}">
                    <a16:creationId xmlns:a16="http://schemas.microsoft.com/office/drawing/2014/main" id="{DB78C470-EEEC-4C19-9258-92C926B6E6D7}"/>
                  </a:ext>
                </a:extLst>
              </p:cNvPr>
              <p:cNvSpPr>
                <a:spLocks noChangeArrowheads="1"/>
              </p:cNvSpPr>
              <p:nvPr/>
            </p:nvSpPr>
            <p:spPr bwMode="auto">
              <a:xfrm>
                <a:off x="2052"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0" name="Rectangle 584">
                <a:extLst>
                  <a:ext uri="{FF2B5EF4-FFF2-40B4-BE49-F238E27FC236}">
                    <a16:creationId xmlns:a16="http://schemas.microsoft.com/office/drawing/2014/main" id="{2C293AA9-B2A6-4CCC-B267-0BC7360D6639}"/>
                  </a:ext>
                </a:extLst>
              </p:cNvPr>
              <p:cNvSpPr>
                <a:spLocks noChangeArrowheads="1"/>
              </p:cNvSpPr>
              <p:nvPr/>
            </p:nvSpPr>
            <p:spPr bwMode="auto">
              <a:xfrm>
                <a:off x="2072"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1" name="Rectangle 585">
                <a:extLst>
                  <a:ext uri="{FF2B5EF4-FFF2-40B4-BE49-F238E27FC236}">
                    <a16:creationId xmlns:a16="http://schemas.microsoft.com/office/drawing/2014/main" id="{6ECD7EE2-38C2-4CB1-ACBC-CEF6DE2D9D58}"/>
                  </a:ext>
                </a:extLst>
              </p:cNvPr>
              <p:cNvSpPr>
                <a:spLocks noChangeArrowheads="1"/>
              </p:cNvSpPr>
              <p:nvPr/>
            </p:nvSpPr>
            <p:spPr bwMode="auto">
              <a:xfrm>
                <a:off x="2117"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2" name="Rectangle 586">
                <a:extLst>
                  <a:ext uri="{FF2B5EF4-FFF2-40B4-BE49-F238E27FC236}">
                    <a16:creationId xmlns:a16="http://schemas.microsoft.com/office/drawing/2014/main" id="{40EC4B10-CE22-47FC-AB08-72C70C1AC6E8}"/>
                  </a:ext>
                </a:extLst>
              </p:cNvPr>
              <p:cNvSpPr>
                <a:spLocks noChangeArrowheads="1"/>
              </p:cNvSpPr>
              <p:nvPr/>
            </p:nvSpPr>
            <p:spPr bwMode="auto">
              <a:xfrm>
                <a:off x="2161"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3" name="Rectangle 587">
                <a:extLst>
                  <a:ext uri="{FF2B5EF4-FFF2-40B4-BE49-F238E27FC236}">
                    <a16:creationId xmlns:a16="http://schemas.microsoft.com/office/drawing/2014/main" id="{C191E0DC-8EA5-4B7F-A4E4-FBC8460CDE6F}"/>
                  </a:ext>
                </a:extLst>
              </p:cNvPr>
              <p:cNvSpPr>
                <a:spLocks noChangeArrowheads="1"/>
              </p:cNvSpPr>
              <p:nvPr/>
            </p:nvSpPr>
            <p:spPr bwMode="auto">
              <a:xfrm>
                <a:off x="2194" y="581"/>
                <a:ext cx="7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4" name="Rectangle 588">
                <a:extLst>
                  <a:ext uri="{FF2B5EF4-FFF2-40B4-BE49-F238E27FC236}">
                    <a16:creationId xmlns:a16="http://schemas.microsoft.com/office/drawing/2014/main" id="{139912D0-A9C3-4030-B860-80BD09CB220B}"/>
                  </a:ext>
                </a:extLst>
              </p:cNvPr>
              <p:cNvSpPr>
                <a:spLocks noChangeArrowheads="1"/>
              </p:cNvSpPr>
              <p:nvPr/>
            </p:nvSpPr>
            <p:spPr bwMode="auto">
              <a:xfrm>
                <a:off x="2220"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5" name="Rectangle 589">
                <a:extLst>
                  <a:ext uri="{FF2B5EF4-FFF2-40B4-BE49-F238E27FC236}">
                    <a16:creationId xmlns:a16="http://schemas.microsoft.com/office/drawing/2014/main" id="{0D8DBC81-E20E-4F62-8CC6-6301D8A5FF0D}"/>
                  </a:ext>
                </a:extLst>
              </p:cNvPr>
              <p:cNvSpPr>
                <a:spLocks noChangeArrowheads="1"/>
              </p:cNvSpPr>
              <p:nvPr/>
            </p:nvSpPr>
            <p:spPr bwMode="auto">
              <a:xfrm>
                <a:off x="223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6" name="Rectangle 590">
                <a:extLst>
                  <a:ext uri="{FF2B5EF4-FFF2-40B4-BE49-F238E27FC236}">
                    <a16:creationId xmlns:a16="http://schemas.microsoft.com/office/drawing/2014/main" id="{3DC73541-17A3-4998-828D-974F36F732A7}"/>
                  </a:ext>
                </a:extLst>
              </p:cNvPr>
              <p:cNvSpPr>
                <a:spLocks noChangeArrowheads="1"/>
              </p:cNvSpPr>
              <p:nvPr/>
            </p:nvSpPr>
            <p:spPr bwMode="auto">
              <a:xfrm>
                <a:off x="225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7" name="Rectangle 591">
                <a:extLst>
                  <a:ext uri="{FF2B5EF4-FFF2-40B4-BE49-F238E27FC236}">
                    <a16:creationId xmlns:a16="http://schemas.microsoft.com/office/drawing/2014/main" id="{87E4B2BA-87EE-48A7-9A3A-8EB1AA6099A1}"/>
                  </a:ext>
                </a:extLst>
              </p:cNvPr>
              <p:cNvSpPr>
                <a:spLocks noChangeArrowheads="1"/>
              </p:cNvSpPr>
              <p:nvPr/>
            </p:nvSpPr>
            <p:spPr bwMode="auto">
              <a:xfrm>
                <a:off x="2276"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8" name="Rectangle 592">
                <a:extLst>
                  <a:ext uri="{FF2B5EF4-FFF2-40B4-BE49-F238E27FC236}">
                    <a16:creationId xmlns:a16="http://schemas.microsoft.com/office/drawing/2014/main" id="{F840FC56-016D-4E6F-9A10-E841F11D5D66}"/>
                  </a:ext>
                </a:extLst>
              </p:cNvPr>
              <p:cNvSpPr>
                <a:spLocks noChangeArrowheads="1"/>
              </p:cNvSpPr>
              <p:nvPr/>
            </p:nvSpPr>
            <p:spPr bwMode="auto">
              <a:xfrm>
                <a:off x="2295"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9" name="Rectangle 593">
                <a:extLst>
                  <a:ext uri="{FF2B5EF4-FFF2-40B4-BE49-F238E27FC236}">
                    <a16:creationId xmlns:a16="http://schemas.microsoft.com/office/drawing/2014/main" id="{73782B75-2990-4614-B9EC-EB93EA595D67}"/>
                  </a:ext>
                </a:extLst>
              </p:cNvPr>
              <p:cNvSpPr>
                <a:spLocks noChangeArrowheads="1"/>
              </p:cNvSpPr>
              <p:nvPr/>
            </p:nvSpPr>
            <p:spPr bwMode="auto">
              <a:xfrm>
                <a:off x="2314"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0" name="Rectangle 594">
                <a:extLst>
                  <a:ext uri="{FF2B5EF4-FFF2-40B4-BE49-F238E27FC236}">
                    <a16:creationId xmlns:a16="http://schemas.microsoft.com/office/drawing/2014/main" id="{9A60974F-EA5E-47B0-BA1B-9026C08B54AB}"/>
                  </a:ext>
                </a:extLst>
              </p:cNvPr>
              <p:cNvSpPr>
                <a:spLocks noChangeArrowheads="1"/>
              </p:cNvSpPr>
              <p:nvPr/>
            </p:nvSpPr>
            <p:spPr bwMode="auto">
              <a:xfrm>
                <a:off x="2333"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1" name="Rectangle 595">
                <a:extLst>
                  <a:ext uri="{FF2B5EF4-FFF2-40B4-BE49-F238E27FC236}">
                    <a16:creationId xmlns:a16="http://schemas.microsoft.com/office/drawing/2014/main" id="{B6D7F0F8-8AB9-4B53-8A29-BF15CC76AAA0}"/>
                  </a:ext>
                </a:extLst>
              </p:cNvPr>
              <p:cNvSpPr>
                <a:spLocks noChangeArrowheads="1"/>
              </p:cNvSpPr>
              <p:nvPr/>
            </p:nvSpPr>
            <p:spPr bwMode="auto">
              <a:xfrm>
                <a:off x="2352"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2" name="Rectangle 596">
                <a:extLst>
                  <a:ext uri="{FF2B5EF4-FFF2-40B4-BE49-F238E27FC236}">
                    <a16:creationId xmlns:a16="http://schemas.microsoft.com/office/drawing/2014/main" id="{6CF962FB-0928-4951-AF28-85852EF3E9B8}"/>
                  </a:ext>
                </a:extLst>
              </p:cNvPr>
              <p:cNvSpPr>
                <a:spLocks noChangeArrowheads="1"/>
              </p:cNvSpPr>
              <p:nvPr/>
            </p:nvSpPr>
            <p:spPr bwMode="auto">
              <a:xfrm>
                <a:off x="2371"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3" name="Rectangle 597">
                <a:extLst>
                  <a:ext uri="{FF2B5EF4-FFF2-40B4-BE49-F238E27FC236}">
                    <a16:creationId xmlns:a16="http://schemas.microsoft.com/office/drawing/2014/main" id="{3C7B6BE6-09FB-413D-B3DD-59F54AB7C9F0}"/>
                  </a:ext>
                </a:extLst>
              </p:cNvPr>
              <p:cNvSpPr>
                <a:spLocks noChangeArrowheads="1"/>
              </p:cNvSpPr>
              <p:nvPr/>
            </p:nvSpPr>
            <p:spPr bwMode="auto">
              <a:xfrm>
                <a:off x="238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4" name="Rectangle 598">
                <a:extLst>
                  <a:ext uri="{FF2B5EF4-FFF2-40B4-BE49-F238E27FC236}">
                    <a16:creationId xmlns:a16="http://schemas.microsoft.com/office/drawing/2014/main" id="{FE59FBA1-FB09-4BA2-B51D-D237F0AD46D3}"/>
                  </a:ext>
                </a:extLst>
              </p:cNvPr>
              <p:cNvSpPr>
                <a:spLocks noChangeArrowheads="1"/>
              </p:cNvSpPr>
              <p:nvPr/>
            </p:nvSpPr>
            <p:spPr bwMode="auto">
              <a:xfrm>
                <a:off x="240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5" name="Rectangle 599">
                <a:extLst>
                  <a:ext uri="{FF2B5EF4-FFF2-40B4-BE49-F238E27FC236}">
                    <a16:creationId xmlns:a16="http://schemas.microsoft.com/office/drawing/2014/main" id="{656F52E7-0D2D-4B3F-B620-F2E54D34D5FC}"/>
                  </a:ext>
                </a:extLst>
              </p:cNvPr>
              <p:cNvSpPr>
                <a:spLocks noChangeArrowheads="1"/>
              </p:cNvSpPr>
              <p:nvPr/>
            </p:nvSpPr>
            <p:spPr bwMode="auto">
              <a:xfrm>
                <a:off x="2427"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6" name="Rectangle 600">
                <a:extLst>
                  <a:ext uri="{FF2B5EF4-FFF2-40B4-BE49-F238E27FC236}">
                    <a16:creationId xmlns:a16="http://schemas.microsoft.com/office/drawing/2014/main" id="{B7544D81-20F4-4179-95A5-138BCC15CD0E}"/>
                  </a:ext>
                </a:extLst>
              </p:cNvPr>
              <p:cNvSpPr>
                <a:spLocks noChangeArrowheads="1"/>
              </p:cNvSpPr>
              <p:nvPr/>
            </p:nvSpPr>
            <p:spPr bwMode="auto">
              <a:xfrm>
                <a:off x="2445" y="581"/>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7" name="Rectangle 601">
                <a:extLst>
                  <a:ext uri="{FF2B5EF4-FFF2-40B4-BE49-F238E27FC236}">
                    <a16:creationId xmlns:a16="http://schemas.microsoft.com/office/drawing/2014/main" id="{F2ABDEDB-9F52-4951-BAC5-7042B3BFCF6B}"/>
                  </a:ext>
                </a:extLst>
              </p:cNvPr>
              <p:cNvSpPr>
                <a:spLocks noChangeArrowheads="1"/>
              </p:cNvSpPr>
              <p:nvPr/>
            </p:nvSpPr>
            <p:spPr bwMode="auto">
              <a:xfrm>
                <a:off x="2468"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000000"/>
                    </a:solidFill>
                    <a:effectLst/>
                    <a:latin typeface="Calibri Bold" panose="020F0702030404030204" pitchFamily="34" charset="0"/>
                  </a:rPr>
                  <a:t>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58" name="Rectangle 602">
                <a:extLst>
                  <a:ext uri="{FF2B5EF4-FFF2-40B4-BE49-F238E27FC236}">
                    <a16:creationId xmlns:a16="http://schemas.microsoft.com/office/drawing/2014/main" id="{B6927B6B-5CF3-4D9D-AFA0-4BAF5109DB08}"/>
                  </a:ext>
                </a:extLst>
              </p:cNvPr>
              <p:cNvSpPr>
                <a:spLocks noChangeArrowheads="1"/>
              </p:cNvSpPr>
              <p:nvPr/>
            </p:nvSpPr>
            <p:spPr bwMode="auto">
              <a:xfrm>
                <a:off x="2512"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9" name="Rectangle 603">
                <a:extLst>
                  <a:ext uri="{FF2B5EF4-FFF2-40B4-BE49-F238E27FC236}">
                    <a16:creationId xmlns:a16="http://schemas.microsoft.com/office/drawing/2014/main" id="{C7516E6B-7FC3-4522-9C1A-BF607D592BE8}"/>
                  </a:ext>
                </a:extLst>
              </p:cNvPr>
              <p:cNvSpPr>
                <a:spLocks noChangeArrowheads="1"/>
              </p:cNvSpPr>
              <p:nvPr/>
            </p:nvSpPr>
            <p:spPr bwMode="auto">
              <a:xfrm>
                <a:off x="2547"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0" name="Rectangle 604">
                <a:extLst>
                  <a:ext uri="{FF2B5EF4-FFF2-40B4-BE49-F238E27FC236}">
                    <a16:creationId xmlns:a16="http://schemas.microsoft.com/office/drawing/2014/main" id="{28F38788-0A30-43F9-94C4-E50DEA3B6E0C}"/>
                  </a:ext>
                </a:extLst>
              </p:cNvPr>
              <p:cNvSpPr>
                <a:spLocks noChangeArrowheads="1"/>
              </p:cNvSpPr>
              <p:nvPr/>
            </p:nvSpPr>
            <p:spPr bwMode="auto">
              <a:xfrm>
                <a:off x="2576"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1" name="Rectangle 605">
                <a:extLst>
                  <a:ext uri="{FF2B5EF4-FFF2-40B4-BE49-F238E27FC236}">
                    <a16:creationId xmlns:a16="http://schemas.microsoft.com/office/drawing/2014/main" id="{648A734D-C2F5-474B-A03B-026032BAE99F}"/>
                  </a:ext>
                </a:extLst>
              </p:cNvPr>
              <p:cNvSpPr>
                <a:spLocks noChangeArrowheads="1"/>
              </p:cNvSpPr>
              <p:nvPr/>
            </p:nvSpPr>
            <p:spPr bwMode="auto">
              <a:xfrm>
                <a:off x="2617"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2" name="Rectangle 606">
                <a:extLst>
                  <a:ext uri="{FF2B5EF4-FFF2-40B4-BE49-F238E27FC236}">
                    <a16:creationId xmlns:a16="http://schemas.microsoft.com/office/drawing/2014/main" id="{9E3F7A1D-1D05-4A3E-AE6D-79F7939193F5}"/>
                  </a:ext>
                </a:extLst>
              </p:cNvPr>
              <p:cNvSpPr>
                <a:spLocks noChangeArrowheads="1"/>
              </p:cNvSpPr>
              <p:nvPr/>
            </p:nvSpPr>
            <p:spPr bwMode="auto">
              <a:xfrm>
                <a:off x="2658"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0" name="Group 808">
              <a:extLst>
                <a:ext uri="{FF2B5EF4-FFF2-40B4-BE49-F238E27FC236}">
                  <a16:creationId xmlns:a16="http://schemas.microsoft.com/office/drawing/2014/main" id="{E6BB5DB0-8BFA-4568-BED5-E4F5E271BBA1}"/>
                </a:ext>
              </a:extLst>
            </p:cNvPr>
            <p:cNvGrpSpPr>
              <a:grpSpLocks/>
            </p:cNvGrpSpPr>
            <p:nvPr/>
          </p:nvGrpSpPr>
          <p:grpSpPr bwMode="auto">
            <a:xfrm>
              <a:off x="418" y="581"/>
              <a:ext cx="4428" cy="2533"/>
              <a:chOff x="418" y="581"/>
              <a:chExt cx="4428" cy="2533"/>
            </a:xfrm>
          </p:grpSpPr>
          <p:sp>
            <p:nvSpPr>
              <p:cNvPr id="363" name="Rectangle 608">
                <a:extLst>
                  <a:ext uri="{FF2B5EF4-FFF2-40B4-BE49-F238E27FC236}">
                    <a16:creationId xmlns:a16="http://schemas.microsoft.com/office/drawing/2014/main" id="{58634DAE-1647-43CC-9ACE-C6C42139746B}"/>
                  </a:ext>
                </a:extLst>
              </p:cNvPr>
              <p:cNvSpPr>
                <a:spLocks noChangeArrowheads="1"/>
              </p:cNvSpPr>
              <p:nvPr/>
            </p:nvSpPr>
            <p:spPr bwMode="auto">
              <a:xfrm>
                <a:off x="2691"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4" name="Rectangle 609">
                <a:extLst>
                  <a:ext uri="{FF2B5EF4-FFF2-40B4-BE49-F238E27FC236}">
                    <a16:creationId xmlns:a16="http://schemas.microsoft.com/office/drawing/2014/main" id="{C4352201-7011-4BDB-8391-87BE52196FAA}"/>
                  </a:ext>
                </a:extLst>
              </p:cNvPr>
              <p:cNvSpPr>
                <a:spLocks noChangeArrowheads="1"/>
              </p:cNvSpPr>
              <p:nvPr/>
            </p:nvSpPr>
            <p:spPr bwMode="auto">
              <a:xfrm>
                <a:off x="2733"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5" name="Rectangle 610">
                <a:extLst>
                  <a:ext uri="{FF2B5EF4-FFF2-40B4-BE49-F238E27FC236}">
                    <a16:creationId xmlns:a16="http://schemas.microsoft.com/office/drawing/2014/main" id="{F2D116D9-B410-4898-B583-4D7975A66AF7}"/>
                  </a:ext>
                </a:extLst>
              </p:cNvPr>
              <p:cNvSpPr>
                <a:spLocks noChangeArrowheads="1"/>
              </p:cNvSpPr>
              <p:nvPr/>
            </p:nvSpPr>
            <p:spPr bwMode="auto">
              <a:xfrm>
                <a:off x="2751"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6" name="Rectangle 611">
                <a:extLst>
                  <a:ext uri="{FF2B5EF4-FFF2-40B4-BE49-F238E27FC236}">
                    <a16:creationId xmlns:a16="http://schemas.microsoft.com/office/drawing/2014/main" id="{0FFA6085-1ACC-4986-8956-AB1B5358A1E1}"/>
                  </a:ext>
                </a:extLst>
              </p:cNvPr>
              <p:cNvSpPr>
                <a:spLocks noChangeArrowheads="1"/>
              </p:cNvSpPr>
              <p:nvPr/>
            </p:nvSpPr>
            <p:spPr bwMode="auto">
              <a:xfrm>
                <a:off x="2784"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7" name="Rectangle 612">
                <a:extLst>
                  <a:ext uri="{FF2B5EF4-FFF2-40B4-BE49-F238E27FC236}">
                    <a16:creationId xmlns:a16="http://schemas.microsoft.com/office/drawing/2014/main" id="{CEFEEC9F-9B44-4E1D-954C-53CB28582598}"/>
                  </a:ext>
                </a:extLst>
              </p:cNvPr>
              <p:cNvSpPr>
                <a:spLocks noChangeArrowheads="1"/>
              </p:cNvSpPr>
              <p:nvPr/>
            </p:nvSpPr>
            <p:spPr bwMode="auto">
              <a:xfrm>
                <a:off x="2825" y="581"/>
                <a:ext cx="7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8" name="Rectangle 613">
                <a:extLst>
                  <a:ext uri="{FF2B5EF4-FFF2-40B4-BE49-F238E27FC236}">
                    <a16:creationId xmlns:a16="http://schemas.microsoft.com/office/drawing/2014/main" id="{6CD47CC8-3570-4C5F-9AA1-1E8D4E41C7F4}"/>
                  </a:ext>
                </a:extLst>
              </p:cNvPr>
              <p:cNvSpPr>
                <a:spLocks noChangeArrowheads="1"/>
              </p:cNvSpPr>
              <p:nvPr/>
            </p:nvSpPr>
            <p:spPr bwMode="auto">
              <a:xfrm>
                <a:off x="2850"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9" name="Rectangle 614">
                <a:extLst>
                  <a:ext uri="{FF2B5EF4-FFF2-40B4-BE49-F238E27FC236}">
                    <a16:creationId xmlns:a16="http://schemas.microsoft.com/office/drawing/2014/main" id="{22BFCCF0-A2D5-4619-A89D-0C27D0A29536}"/>
                  </a:ext>
                </a:extLst>
              </p:cNvPr>
              <p:cNvSpPr>
                <a:spLocks noChangeArrowheads="1"/>
              </p:cNvSpPr>
              <p:nvPr/>
            </p:nvSpPr>
            <p:spPr bwMode="auto">
              <a:xfrm>
                <a:off x="2891"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0" name="Rectangle 615">
                <a:extLst>
                  <a:ext uri="{FF2B5EF4-FFF2-40B4-BE49-F238E27FC236}">
                    <a16:creationId xmlns:a16="http://schemas.microsoft.com/office/drawing/2014/main" id="{7FC1A550-23C8-4B9F-92B6-A62050B70887}"/>
                  </a:ext>
                </a:extLst>
              </p:cNvPr>
              <p:cNvSpPr>
                <a:spLocks noChangeArrowheads="1"/>
              </p:cNvSpPr>
              <p:nvPr/>
            </p:nvSpPr>
            <p:spPr bwMode="auto">
              <a:xfrm>
                <a:off x="2921"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1" name="Rectangle 616">
                <a:extLst>
                  <a:ext uri="{FF2B5EF4-FFF2-40B4-BE49-F238E27FC236}">
                    <a16:creationId xmlns:a16="http://schemas.microsoft.com/office/drawing/2014/main" id="{0A1AD36F-0B2F-4B5E-9991-C7604FFC1221}"/>
                  </a:ext>
                </a:extLst>
              </p:cNvPr>
              <p:cNvSpPr>
                <a:spLocks noChangeArrowheads="1"/>
              </p:cNvSpPr>
              <p:nvPr/>
            </p:nvSpPr>
            <p:spPr bwMode="auto">
              <a:xfrm>
                <a:off x="2940"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2" name="Rectangle 617">
                <a:extLst>
                  <a:ext uri="{FF2B5EF4-FFF2-40B4-BE49-F238E27FC236}">
                    <a16:creationId xmlns:a16="http://schemas.microsoft.com/office/drawing/2014/main" id="{41B69FA2-1E26-4BF9-8168-2EDEB7C73829}"/>
                  </a:ext>
                </a:extLst>
              </p:cNvPr>
              <p:cNvSpPr>
                <a:spLocks noChangeArrowheads="1"/>
              </p:cNvSpPr>
              <p:nvPr/>
            </p:nvSpPr>
            <p:spPr bwMode="auto">
              <a:xfrm>
                <a:off x="2981"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3" name="Rectangle 618">
                <a:extLst>
                  <a:ext uri="{FF2B5EF4-FFF2-40B4-BE49-F238E27FC236}">
                    <a16:creationId xmlns:a16="http://schemas.microsoft.com/office/drawing/2014/main" id="{61FDEB82-A93E-496D-A87A-D1E1F5C69E5A}"/>
                  </a:ext>
                </a:extLst>
              </p:cNvPr>
              <p:cNvSpPr>
                <a:spLocks noChangeArrowheads="1"/>
              </p:cNvSpPr>
              <p:nvPr/>
            </p:nvSpPr>
            <p:spPr bwMode="auto">
              <a:xfrm>
                <a:off x="3015"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4" name="Rectangle 619">
                <a:extLst>
                  <a:ext uri="{FF2B5EF4-FFF2-40B4-BE49-F238E27FC236}">
                    <a16:creationId xmlns:a16="http://schemas.microsoft.com/office/drawing/2014/main" id="{215D5A0F-4854-453B-B683-20A4E5D3DA06}"/>
                  </a:ext>
                </a:extLst>
              </p:cNvPr>
              <p:cNvSpPr>
                <a:spLocks noChangeArrowheads="1"/>
              </p:cNvSpPr>
              <p:nvPr/>
            </p:nvSpPr>
            <p:spPr bwMode="auto">
              <a:xfrm>
                <a:off x="3044"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5" name="Rectangle 620">
                <a:extLst>
                  <a:ext uri="{FF2B5EF4-FFF2-40B4-BE49-F238E27FC236}">
                    <a16:creationId xmlns:a16="http://schemas.microsoft.com/office/drawing/2014/main" id="{574EE445-F2BD-492F-AA95-F9233AD453C8}"/>
                  </a:ext>
                </a:extLst>
              </p:cNvPr>
              <p:cNvSpPr>
                <a:spLocks noChangeArrowheads="1"/>
              </p:cNvSpPr>
              <p:nvPr/>
            </p:nvSpPr>
            <p:spPr bwMode="auto">
              <a:xfrm>
                <a:off x="3064"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6" name="Rectangle 621">
                <a:extLst>
                  <a:ext uri="{FF2B5EF4-FFF2-40B4-BE49-F238E27FC236}">
                    <a16:creationId xmlns:a16="http://schemas.microsoft.com/office/drawing/2014/main" id="{0FEEDCB0-48D1-4277-A25B-38B20D57B6A9}"/>
                  </a:ext>
                </a:extLst>
              </p:cNvPr>
              <p:cNvSpPr>
                <a:spLocks noChangeArrowheads="1"/>
              </p:cNvSpPr>
              <p:nvPr/>
            </p:nvSpPr>
            <p:spPr bwMode="auto">
              <a:xfrm>
                <a:off x="3109"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7" name="Rectangle 622">
                <a:extLst>
                  <a:ext uri="{FF2B5EF4-FFF2-40B4-BE49-F238E27FC236}">
                    <a16:creationId xmlns:a16="http://schemas.microsoft.com/office/drawing/2014/main" id="{AFB5D1B6-4D92-432B-82F3-D3489EF40D91}"/>
                  </a:ext>
                </a:extLst>
              </p:cNvPr>
              <p:cNvSpPr>
                <a:spLocks noChangeArrowheads="1"/>
              </p:cNvSpPr>
              <p:nvPr/>
            </p:nvSpPr>
            <p:spPr bwMode="auto">
              <a:xfrm>
                <a:off x="3153"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8" name="Rectangle 623">
                <a:extLst>
                  <a:ext uri="{FF2B5EF4-FFF2-40B4-BE49-F238E27FC236}">
                    <a16:creationId xmlns:a16="http://schemas.microsoft.com/office/drawing/2014/main" id="{D864B158-FC33-460A-A1A4-1EF8F311D68E}"/>
                  </a:ext>
                </a:extLst>
              </p:cNvPr>
              <p:cNvSpPr>
                <a:spLocks noChangeArrowheads="1"/>
              </p:cNvSpPr>
              <p:nvPr/>
            </p:nvSpPr>
            <p:spPr bwMode="auto">
              <a:xfrm>
                <a:off x="3186"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9" name="Rectangle 624">
                <a:extLst>
                  <a:ext uri="{FF2B5EF4-FFF2-40B4-BE49-F238E27FC236}">
                    <a16:creationId xmlns:a16="http://schemas.microsoft.com/office/drawing/2014/main" id="{78368ED5-A3BC-4BB7-9ED0-DB36814F5BAF}"/>
                  </a:ext>
                </a:extLst>
              </p:cNvPr>
              <p:cNvSpPr>
                <a:spLocks noChangeArrowheads="1"/>
              </p:cNvSpPr>
              <p:nvPr/>
            </p:nvSpPr>
            <p:spPr bwMode="auto">
              <a:xfrm>
                <a:off x="3205"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0" name="Rectangle 625">
                <a:extLst>
                  <a:ext uri="{FF2B5EF4-FFF2-40B4-BE49-F238E27FC236}">
                    <a16:creationId xmlns:a16="http://schemas.microsoft.com/office/drawing/2014/main" id="{C67E28B0-6275-4F9E-A68C-4CB89CDE5A38}"/>
                  </a:ext>
                </a:extLst>
              </p:cNvPr>
              <p:cNvSpPr>
                <a:spLocks noChangeArrowheads="1"/>
              </p:cNvSpPr>
              <p:nvPr/>
            </p:nvSpPr>
            <p:spPr bwMode="auto">
              <a:xfrm>
                <a:off x="3245"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1" name="Rectangle 626">
                <a:extLst>
                  <a:ext uri="{FF2B5EF4-FFF2-40B4-BE49-F238E27FC236}">
                    <a16:creationId xmlns:a16="http://schemas.microsoft.com/office/drawing/2014/main" id="{EB797A20-E455-4F6D-9F63-6E2C8147BA69}"/>
                  </a:ext>
                </a:extLst>
              </p:cNvPr>
              <p:cNvSpPr>
                <a:spLocks noChangeArrowheads="1"/>
              </p:cNvSpPr>
              <p:nvPr/>
            </p:nvSpPr>
            <p:spPr bwMode="auto">
              <a:xfrm>
                <a:off x="3273"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2" name="Rectangle 627">
                <a:extLst>
                  <a:ext uri="{FF2B5EF4-FFF2-40B4-BE49-F238E27FC236}">
                    <a16:creationId xmlns:a16="http://schemas.microsoft.com/office/drawing/2014/main" id="{62E96B77-EC58-498E-9CBF-2C06969E1333}"/>
                  </a:ext>
                </a:extLst>
              </p:cNvPr>
              <p:cNvSpPr>
                <a:spLocks noChangeArrowheads="1"/>
              </p:cNvSpPr>
              <p:nvPr/>
            </p:nvSpPr>
            <p:spPr bwMode="auto">
              <a:xfrm>
                <a:off x="3292"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3" name="Rectangle 628">
                <a:extLst>
                  <a:ext uri="{FF2B5EF4-FFF2-40B4-BE49-F238E27FC236}">
                    <a16:creationId xmlns:a16="http://schemas.microsoft.com/office/drawing/2014/main" id="{FB3D28EA-FF0E-426A-B629-23F332223C37}"/>
                  </a:ext>
                </a:extLst>
              </p:cNvPr>
              <p:cNvSpPr>
                <a:spLocks noChangeArrowheads="1"/>
              </p:cNvSpPr>
              <p:nvPr/>
            </p:nvSpPr>
            <p:spPr bwMode="auto">
              <a:xfrm>
                <a:off x="3337"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4" name="Rectangle 629">
                <a:extLst>
                  <a:ext uri="{FF2B5EF4-FFF2-40B4-BE49-F238E27FC236}">
                    <a16:creationId xmlns:a16="http://schemas.microsoft.com/office/drawing/2014/main" id="{87CE2F45-6162-48B0-8170-7F6C89169690}"/>
                  </a:ext>
                </a:extLst>
              </p:cNvPr>
              <p:cNvSpPr>
                <a:spLocks noChangeArrowheads="1"/>
              </p:cNvSpPr>
              <p:nvPr/>
            </p:nvSpPr>
            <p:spPr bwMode="auto">
              <a:xfrm>
                <a:off x="3381" y="581"/>
                <a:ext cx="12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5" name="Rectangle 630">
                <a:extLst>
                  <a:ext uri="{FF2B5EF4-FFF2-40B4-BE49-F238E27FC236}">
                    <a16:creationId xmlns:a16="http://schemas.microsoft.com/office/drawing/2014/main" id="{AA0C4926-303A-4C59-AB7A-FC1BAB0F4560}"/>
                  </a:ext>
                </a:extLst>
              </p:cNvPr>
              <p:cNvSpPr>
                <a:spLocks noChangeArrowheads="1"/>
              </p:cNvSpPr>
              <p:nvPr/>
            </p:nvSpPr>
            <p:spPr bwMode="auto">
              <a:xfrm>
                <a:off x="3449"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6" name="Rectangle 631">
                <a:extLst>
                  <a:ext uri="{FF2B5EF4-FFF2-40B4-BE49-F238E27FC236}">
                    <a16:creationId xmlns:a16="http://schemas.microsoft.com/office/drawing/2014/main" id="{C4E639F4-8120-4FC9-A952-25315E9F6CFD}"/>
                  </a:ext>
                </a:extLst>
              </p:cNvPr>
              <p:cNvSpPr>
                <a:spLocks noChangeArrowheads="1"/>
              </p:cNvSpPr>
              <p:nvPr/>
            </p:nvSpPr>
            <p:spPr bwMode="auto">
              <a:xfrm>
                <a:off x="3490"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7" name="Rectangle 632">
                <a:extLst>
                  <a:ext uri="{FF2B5EF4-FFF2-40B4-BE49-F238E27FC236}">
                    <a16:creationId xmlns:a16="http://schemas.microsoft.com/office/drawing/2014/main" id="{C32A82A7-7442-478F-820F-97EFAA3CC1AB}"/>
                  </a:ext>
                </a:extLst>
              </p:cNvPr>
              <p:cNvSpPr>
                <a:spLocks noChangeArrowheads="1"/>
              </p:cNvSpPr>
              <p:nvPr/>
            </p:nvSpPr>
            <p:spPr bwMode="auto">
              <a:xfrm>
                <a:off x="350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8" name="Rectangle 633">
                <a:extLst>
                  <a:ext uri="{FF2B5EF4-FFF2-40B4-BE49-F238E27FC236}">
                    <a16:creationId xmlns:a16="http://schemas.microsoft.com/office/drawing/2014/main" id="{07FBC195-883E-40DB-957D-4A8BBFEA7026}"/>
                  </a:ext>
                </a:extLst>
              </p:cNvPr>
              <p:cNvSpPr>
                <a:spLocks noChangeArrowheads="1"/>
              </p:cNvSpPr>
              <p:nvPr/>
            </p:nvSpPr>
            <p:spPr bwMode="auto">
              <a:xfrm>
                <a:off x="352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9" name="Rectangle 634">
                <a:extLst>
                  <a:ext uri="{FF2B5EF4-FFF2-40B4-BE49-F238E27FC236}">
                    <a16:creationId xmlns:a16="http://schemas.microsoft.com/office/drawing/2014/main" id="{0447B461-3F6F-4D11-8903-A9061C7D4BEA}"/>
                  </a:ext>
                </a:extLst>
              </p:cNvPr>
              <p:cNvSpPr>
                <a:spLocks noChangeArrowheads="1"/>
              </p:cNvSpPr>
              <p:nvPr/>
            </p:nvSpPr>
            <p:spPr bwMode="auto">
              <a:xfrm>
                <a:off x="3546"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0" name="Rectangle 635">
                <a:extLst>
                  <a:ext uri="{FF2B5EF4-FFF2-40B4-BE49-F238E27FC236}">
                    <a16:creationId xmlns:a16="http://schemas.microsoft.com/office/drawing/2014/main" id="{16CFAC90-7DD8-4A30-B889-85ECB50F1BE3}"/>
                  </a:ext>
                </a:extLst>
              </p:cNvPr>
              <p:cNvSpPr>
                <a:spLocks noChangeArrowheads="1"/>
              </p:cNvSpPr>
              <p:nvPr/>
            </p:nvSpPr>
            <p:spPr bwMode="auto">
              <a:xfrm>
                <a:off x="3565"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1" name="Rectangle 636">
                <a:extLst>
                  <a:ext uri="{FF2B5EF4-FFF2-40B4-BE49-F238E27FC236}">
                    <a16:creationId xmlns:a16="http://schemas.microsoft.com/office/drawing/2014/main" id="{EEA58280-001F-4383-BF91-66C812CA31B2}"/>
                  </a:ext>
                </a:extLst>
              </p:cNvPr>
              <p:cNvSpPr>
                <a:spLocks noChangeArrowheads="1"/>
              </p:cNvSpPr>
              <p:nvPr/>
            </p:nvSpPr>
            <p:spPr bwMode="auto">
              <a:xfrm>
                <a:off x="3584"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2" name="Rectangle 637">
                <a:extLst>
                  <a:ext uri="{FF2B5EF4-FFF2-40B4-BE49-F238E27FC236}">
                    <a16:creationId xmlns:a16="http://schemas.microsoft.com/office/drawing/2014/main" id="{0768F16B-2B4C-410A-9337-66AB9D1196DB}"/>
                  </a:ext>
                </a:extLst>
              </p:cNvPr>
              <p:cNvSpPr>
                <a:spLocks noChangeArrowheads="1"/>
              </p:cNvSpPr>
              <p:nvPr/>
            </p:nvSpPr>
            <p:spPr bwMode="auto">
              <a:xfrm>
                <a:off x="3603"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3" name="Rectangle 638">
                <a:extLst>
                  <a:ext uri="{FF2B5EF4-FFF2-40B4-BE49-F238E27FC236}">
                    <a16:creationId xmlns:a16="http://schemas.microsoft.com/office/drawing/2014/main" id="{EF73F489-3B97-4DD2-9268-ACADB0DD06FA}"/>
                  </a:ext>
                </a:extLst>
              </p:cNvPr>
              <p:cNvSpPr>
                <a:spLocks noChangeArrowheads="1"/>
              </p:cNvSpPr>
              <p:nvPr/>
            </p:nvSpPr>
            <p:spPr bwMode="auto">
              <a:xfrm>
                <a:off x="3622"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4" name="Rectangle 639">
                <a:extLst>
                  <a:ext uri="{FF2B5EF4-FFF2-40B4-BE49-F238E27FC236}">
                    <a16:creationId xmlns:a16="http://schemas.microsoft.com/office/drawing/2014/main" id="{55918280-AAA2-4FAF-9FD8-D9924CE61676}"/>
                  </a:ext>
                </a:extLst>
              </p:cNvPr>
              <p:cNvSpPr>
                <a:spLocks noChangeArrowheads="1"/>
              </p:cNvSpPr>
              <p:nvPr/>
            </p:nvSpPr>
            <p:spPr bwMode="auto">
              <a:xfrm>
                <a:off x="3640"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5" name="Rectangle 640">
                <a:extLst>
                  <a:ext uri="{FF2B5EF4-FFF2-40B4-BE49-F238E27FC236}">
                    <a16:creationId xmlns:a16="http://schemas.microsoft.com/office/drawing/2014/main" id="{876B634A-FEDE-42B3-B031-343BCC6AF016}"/>
                  </a:ext>
                </a:extLst>
              </p:cNvPr>
              <p:cNvSpPr>
                <a:spLocks noChangeArrowheads="1"/>
              </p:cNvSpPr>
              <p:nvPr/>
            </p:nvSpPr>
            <p:spPr bwMode="auto">
              <a:xfrm>
                <a:off x="365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6" name="Rectangle 641">
                <a:extLst>
                  <a:ext uri="{FF2B5EF4-FFF2-40B4-BE49-F238E27FC236}">
                    <a16:creationId xmlns:a16="http://schemas.microsoft.com/office/drawing/2014/main" id="{D2382851-B11F-4B42-A75E-5EF0336533A3}"/>
                  </a:ext>
                </a:extLst>
              </p:cNvPr>
              <p:cNvSpPr>
                <a:spLocks noChangeArrowheads="1"/>
              </p:cNvSpPr>
              <p:nvPr/>
            </p:nvSpPr>
            <p:spPr bwMode="auto">
              <a:xfrm>
                <a:off x="367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7" name="Rectangle 642">
                <a:extLst>
                  <a:ext uri="{FF2B5EF4-FFF2-40B4-BE49-F238E27FC236}">
                    <a16:creationId xmlns:a16="http://schemas.microsoft.com/office/drawing/2014/main" id="{DD5D96A5-E7DD-44F6-9F80-FB3577A43C67}"/>
                  </a:ext>
                </a:extLst>
              </p:cNvPr>
              <p:cNvSpPr>
                <a:spLocks noChangeArrowheads="1"/>
              </p:cNvSpPr>
              <p:nvPr/>
            </p:nvSpPr>
            <p:spPr bwMode="auto">
              <a:xfrm>
                <a:off x="3697"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8" name="Rectangle 643">
                <a:extLst>
                  <a:ext uri="{FF2B5EF4-FFF2-40B4-BE49-F238E27FC236}">
                    <a16:creationId xmlns:a16="http://schemas.microsoft.com/office/drawing/2014/main" id="{A459814B-520A-4F0C-A97B-9B58CFBC9FF2}"/>
                  </a:ext>
                </a:extLst>
              </p:cNvPr>
              <p:cNvSpPr>
                <a:spLocks noChangeArrowheads="1"/>
              </p:cNvSpPr>
              <p:nvPr/>
            </p:nvSpPr>
            <p:spPr bwMode="auto">
              <a:xfrm>
                <a:off x="3716"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9" name="Rectangle 644">
                <a:extLst>
                  <a:ext uri="{FF2B5EF4-FFF2-40B4-BE49-F238E27FC236}">
                    <a16:creationId xmlns:a16="http://schemas.microsoft.com/office/drawing/2014/main" id="{A399DD1D-6201-4FA4-8A49-94BE4CC6F5D6}"/>
                  </a:ext>
                </a:extLst>
              </p:cNvPr>
              <p:cNvSpPr>
                <a:spLocks noChangeArrowheads="1"/>
              </p:cNvSpPr>
              <p:nvPr/>
            </p:nvSpPr>
            <p:spPr bwMode="auto">
              <a:xfrm>
                <a:off x="3735" y="581"/>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0" name="Rectangle 645">
                <a:extLst>
                  <a:ext uri="{FF2B5EF4-FFF2-40B4-BE49-F238E27FC236}">
                    <a16:creationId xmlns:a16="http://schemas.microsoft.com/office/drawing/2014/main" id="{603A6A14-FA2E-4D26-8CDB-DC0F03177BDC}"/>
                  </a:ext>
                </a:extLst>
              </p:cNvPr>
              <p:cNvSpPr>
                <a:spLocks noChangeArrowheads="1"/>
              </p:cNvSpPr>
              <p:nvPr/>
            </p:nvSpPr>
            <p:spPr bwMode="auto">
              <a:xfrm>
                <a:off x="3756"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1" name="Rectangle 646">
                <a:extLst>
                  <a:ext uri="{FF2B5EF4-FFF2-40B4-BE49-F238E27FC236}">
                    <a16:creationId xmlns:a16="http://schemas.microsoft.com/office/drawing/2014/main" id="{A236A8DE-2F2E-4DFF-A33D-A3849BA43F98}"/>
                  </a:ext>
                </a:extLst>
              </p:cNvPr>
              <p:cNvSpPr>
                <a:spLocks noChangeArrowheads="1"/>
              </p:cNvSpPr>
              <p:nvPr/>
            </p:nvSpPr>
            <p:spPr bwMode="auto">
              <a:xfrm>
                <a:off x="3801"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2" name="Rectangle 647">
                <a:extLst>
                  <a:ext uri="{FF2B5EF4-FFF2-40B4-BE49-F238E27FC236}">
                    <a16:creationId xmlns:a16="http://schemas.microsoft.com/office/drawing/2014/main" id="{11DB29DC-D502-43F1-BDB1-8D3C22F2DC15}"/>
                  </a:ext>
                </a:extLst>
              </p:cNvPr>
              <p:cNvSpPr>
                <a:spLocks noChangeArrowheads="1"/>
              </p:cNvSpPr>
              <p:nvPr/>
            </p:nvSpPr>
            <p:spPr bwMode="auto">
              <a:xfrm>
                <a:off x="3836"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3" name="Rectangle 648">
                <a:extLst>
                  <a:ext uri="{FF2B5EF4-FFF2-40B4-BE49-F238E27FC236}">
                    <a16:creationId xmlns:a16="http://schemas.microsoft.com/office/drawing/2014/main" id="{304323E1-D94B-479A-A5B2-B05E29E92578}"/>
                  </a:ext>
                </a:extLst>
              </p:cNvPr>
              <p:cNvSpPr>
                <a:spLocks noChangeArrowheads="1"/>
              </p:cNvSpPr>
              <p:nvPr/>
            </p:nvSpPr>
            <p:spPr bwMode="auto">
              <a:xfrm>
                <a:off x="3865"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4" name="Rectangle 649">
                <a:extLst>
                  <a:ext uri="{FF2B5EF4-FFF2-40B4-BE49-F238E27FC236}">
                    <a16:creationId xmlns:a16="http://schemas.microsoft.com/office/drawing/2014/main" id="{68A20D72-D1E8-4426-88CC-ABBA686F8227}"/>
                  </a:ext>
                </a:extLst>
              </p:cNvPr>
              <p:cNvSpPr>
                <a:spLocks noChangeArrowheads="1"/>
              </p:cNvSpPr>
              <p:nvPr/>
            </p:nvSpPr>
            <p:spPr bwMode="auto">
              <a:xfrm>
                <a:off x="3906"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5" name="Rectangle 650">
                <a:extLst>
                  <a:ext uri="{FF2B5EF4-FFF2-40B4-BE49-F238E27FC236}">
                    <a16:creationId xmlns:a16="http://schemas.microsoft.com/office/drawing/2014/main" id="{7C54A861-49D0-4354-99FB-4D1074927655}"/>
                  </a:ext>
                </a:extLst>
              </p:cNvPr>
              <p:cNvSpPr>
                <a:spLocks noChangeArrowheads="1"/>
              </p:cNvSpPr>
              <p:nvPr/>
            </p:nvSpPr>
            <p:spPr bwMode="auto">
              <a:xfrm>
                <a:off x="3947"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6" name="Rectangle 651">
                <a:extLst>
                  <a:ext uri="{FF2B5EF4-FFF2-40B4-BE49-F238E27FC236}">
                    <a16:creationId xmlns:a16="http://schemas.microsoft.com/office/drawing/2014/main" id="{A78FF0C0-2E65-4EF8-BFD3-F3C23EABBA8A}"/>
                  </a:ext>
                </a:extLst>
              </p:cNvPr>
              <p:cNvSpPr>
                <a:spLocks noChangeArrowheads="1"/>
              </p:cNvSpPr>
              <p:nvPr/>
            </p:nvSpPr>
            <p:spPr bwMode="auto">
              <a:xfrm>
                <a:off x="3980"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7" name="Rectangle 652">
                <a:extLst>
                  <a:ext uri="{FF2B5EF4-FFF2-40B4-BE49-F238E27FC236}">
                    <a16:creationId xmlns:a16="http://schemas.microsoft.com/office/drawing/2014/main" id="{7C73046C-5541-4680-9D29-EA687D2A5224}"/>
                  </a:ext>
                </a:extLst>
              </p:cNvPr>
              <p:cNvSpPr>
                <a:spLocks noChangeArrowheads="1"/>
              </p:cNvSpPr>
              <p:nvPr/>
            </p:nvSpPr>
            <p:spPr bwMode="auto">
              <a:xfrm>
                <a:off x="4021"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8" name="Rectangle 653">
                <a:extLst>
                  <a:ext uri="{FF2B5EF4-FFF2-40B4-BE49-F238E27FC236}">
                    <a16:creationId xmlns:a16="http://schemas.microsoft.com/office/drawing/2014/main" id="{556ECFAA-7F5C-49F7-8888-0E1D9731DF4E}"/>
                  </a:ext>
                </a:extLst>
              </p:cNvPr>
              <p:cNvSpPr>
                <a:spLocks noChangeArrowheads="1"/>
              </p:cNvSpPr>
              <p:nvPr/>
            </p:nvSpPr>
            <p:spPr bwMode="auto">
              <a:xfrm>
                <a:off x="4040"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9" name="Rectangle 654">
                <a:extLst>
                  <a:ext uri="{FF2B5EF4-FFF2-40B4-BE49-F238E27FC236}">
                    <a16:creationId xmlns:a16="http://schemas.microsoft.com/office/drawing/2014/main" id="{2ACB9962-B2EA-4160-A3F4-CC6F1CD09D08}"/>
                  </a:ext>
                </a:extLst>
              </p:cNvPr>
              <p:cNvSpPr>
                <a:spLocks noChangeArrowheads="1"/>
              </p:cNvSpPr>
              <p:nvPr/>
            </p:nvSpPr>
            <p:spPr bwMode="auto">
              <a:xfrm>
                <a:off x="4073"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0" name="Rectangle 655">
                <a:extLst>
                  <a:ext uri="{FF2B5EF4-FFF2-40B4-BE49-F238E27FC236}">
                    <a16:creationId xmlns:a16="http://schemas.microsoft.com/office/drawing/2014/main" id="{09C1C960-0116-4769-AE01-D4B7880B5254}"/>
                  </a:ext>
                </a:extLst>
              </p:cNvPr>
              <p:cNvSpPr>
                <a:spLocks noChangeArrowheads="1"/>
              </p:cNvSpPr>
              <p:nvPr/>
            </p:nvSpPr>
            <p:spPr bwMode="auto">
              <a:xfrm>
                <a:off x="4113" y="581"/>
                <a:ext cx="75"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1" name="Rectangle 656">
                <a:extLst>
                  <a:ext uri="{FF2B5EF4-FFF2-40B4-BE49-F238E27FC236}">
                    <a16:creationId xmlns:a16="http://schemas.microsoft.com/office/drawing/2014/main" id="{9C682EB1-703B-45A0-93AB-24CB79C739D2}"/>
                  </a:ext>
                </a:extLst>
              </p:cNvPr>
              <p:cNvSpPr>
                <a:spLocks noChangeArrowheads="1"/>
              </p:cNvSpPr>
              <p:nvPr/>
            </p:nvSpPr>
            <p:spPr bwMode="auto">
              <a:xfrm>
                <a:off x="4138" y="5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2" name="Rectangle 657">
                <a:extLst>
                  <a:ext uri="{FF2B5EF4-FFF2-40B4-BE49-F238E27FC236}">
                    <a16:creationId xmlns:a16="http://schemas.microsoft.com/office/drawing/2014/main" id="{7F71DB0C-165D-4B8C-87E6-15FCFBF06E05}"/>
                  </a:ext>
                </a:extLst>
              </p:cNvPr>
              <p:cNvSpPr>
                <a:spLocks noChangeArrowheads="1"/>
              </p:cNvSpPr>
              <p:nvPr/>
            </p:nvSpPr>
            <p:spPr bwMode="auto">
              <a:xfrm>
                <a:off x="4180"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3" name="Rectangle 658">
                <a:extLst>
                  <a:ext uri="{FF2B5EF4-FFF2-40B4-BE49-F238E27FC236}">
                    <a16:creationId xmlns:a16="http://schemas.microsoft.com/office/drawing/2014/main" id="{22449755-FE29-4FEA-8B0C-AC141F89E136}"/>
                  </a:ext>
                </a:extLst>
              </p:cNvPr>
              <p:cNvSpPr>
                <a:spLocks noChangeArrowheads="1"/>
              </p:cNvSpPr>
              <p:nvPr/>
            </p:nvSpPr>
            <p:spPr bwMode="auto">
              <a:xfrm>
                <a:off x="4209"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4" name="Rectangle 659">
                <a:extLst>
                  <a:ext uri="{FF2B5EF4-FFF2-40B4-BE49-F238E27FC236}">
                    <a16:creationId xmlns:a16="http://schemas.microsoft.com/office/drawing/2014/main" id="{84DBB8B2-2C31-494A-9280-F8FDAA26966A}"/>
                  </a:ext>
                </a:extLst>
              </p:cNvPr>
              <p:cNvSpPr>
                <a:spLocks noChangeArrowheads="1"/>
              </p:cNvSpPr>
              <p:nvPr/>
            </p:nvSpPr>
            <p:spPr bwMode="auto">
              <a:xfrm>
                <a:off x="4228" y="58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5" name="Rectangle 660">
                <a:extLst>
                  <a:ext uri="{FF2B5EF4-FFF2-40B4-BE49-F238E27FC236}">
                    <a16:creationId xmlns:a16="http://schemas.microsoft.com/office/drawing/2014/main" id="{66501E6D-A159-4253-87AA-B8A444D633F9}"/>
                  </a:ext>
                </a:extLst>
              </p:cNvPr>
              <p:cNvSpPr>
                <a:spLocks noChangeArrowheads="1"/>
              </p:cNvSpPr>
              <p:nvPr/>
            </p:nvSpPr>
            <p:spPr bwMode="auto">
              <a:xfrm>
                <a:off x="4269"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6" name="Rectangle 661">
                <a:extLst>
                  <a:ext uri="{FF2B5EF4-FFF2-40B4-BE49-F238E27FC236}">
                    <a16:creationId xmlns:a16="http://schemas.microsoft.com/office/drawing/2014/main" id="{3D87FACD-DA7E-42AA-97DE-3746C67BF23A}"/>
                  </a:ext>
                </a:extLst>
              </p:cNvPr>
              <p:cNvSpPr>
                <a:spLocks noChangeArrowheads="1"/>
              </p:cNvSpPr>
              <p:nvPr/>
            </p:nvSpPr>
            <p:spPr bwMode="auto">
              <a:xfrm>
                <a:off x="4304" y="581"/>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7" name="Rectangle 662">
                <a:extLst>
                  <a:ext uri="{FF2B5EF4-FFF2-40B4-BE49-F238E27FC236}">
                    <a16:creationId xmlns:a16="http://schemas.microsoft.com/office/drawing/2014/main" id="{BC899F07-E960-46D7-9DEE-C70FABC6AC47}"/>
                  </a:ext>
                </a:extLst>
              </p:cNvPr>
              <p:cNvSpPr>
                <a:spLocks noChangeArrowheads="1"/>
              </p:cNvSpPr>
              <p:nvPr/>
            </p:nvSpPr>
            <p:spPr bwMode="auto">
              <a:xfrm>
                <a:off x="4332"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8" name="Rectangle 663">
                <a:extLst>
                  <a:ext uri="{FF2B5EF4-FFF2-40B4-BE49-F238E27FC236}">
                    <a16:creationId xmlns:a16="http://schemas.microsoft.com/office/drawing/2014/main" id="{89669868-186B-46E5-9403-DC51E45270A9}"/>
                  </a:ext>
                </a:extLst>
              </p:cNvPr>
              <p:cNvSpPr>
                <a:spLocks noChangeArrowheads="1"/>
              </p:cNvSpPr>
              <p:nvPr/>
            </p:nvSpPr>
            <p:spPr bwMode="auto">
              <a:xfrm>
                <a:off x="4353"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9" name="Rectangle 664">
                <a:extLst>
                  <a:ext uri="{FF2B5EF4-FFF2-40B4-BE49-F238E27FC236}">
                    <a16:creationId xmlns:a16="http://schemas.microsoft.com/office/drawing/2014/main" id="{E6677491-3DA7-4A5A-969D-2534470A583F}"/>
                  </a:ext>
                </a:extLst>
              </p:cNvPr>
              <p:cNvSpPr>
                <a:spLocks noChangeArrowheads="1"/>
              </p:cNvSpPr>
              <p:nvPr/>
            </p:nvSpPr>
            <p:spPr bwMode="auto">
              <a:xfrm>
                <a:off x="4397"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0" name="Rectangle 665">
                <a:extLst>
                  <a:ext uri="{FF2B5EF4-FFF2-40B4-BE49-F238E27FC236}">
                    <a16:creationId xmlns:a16="http://schemas.microsoft.com/office/drawing/2014/main" id="{9FE5BB16-6A61-4D47-B6E3-0538DED29A88}"/>
                  </a:ext>
                </a:extLst>
              </p:cNvPr>
              <p:cNvSpPr>
                <a:spLocks noChangeArrowheads="1"/>
              </p:cNvSpPr>
              <p:nvPr/>
            </p:nvSpPr>
            <p:spPr bwMode="auto">
              <a:xfrm>
                <a:off x="4442"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1" name="Rectangle 666">
                <a:extLst>
                  <a:ext uri="{FF2B5EF4-FFF2-40B4-BE49-F238E27FC236}">
                    <a16:creationId xmlns:a16="http://schemas.microsoft.com/office/drawing/2014/main" id="{9EF2AC34-29B5-49B7-8CEC-9A1EAF15669B}"/>
                  </a:ext>
                </a:extLst>
              </p:cNvPr>
              <p:cNvSpPr>
                <a:spLocks noChangeArrowheads="1"/>
              </p:cNvSpPr>
              <p:nvPr/>
            </p:nvSpPr>
            <p:spPr bwMode="auto">
              <a:xfrm>
                <a:off x="4475"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2" name="Rectangle 667">
                <a:extLst>
                  <a:ext uri="{FF2B5EF4-FFF2-40B4-BE49-F238E27FC236}">
                    <a16:creationId xmlns:a16="http://schemas.microsoft.com/office/drawing/2014/main" id="{692A230C-579F-47C2-AFD9-03FD3F55CD4E}"/>
                  </a:ext>
                </a:extLst>
              </p:cNvPr>
              <p:cNvSpPr>
                <a:spLocks noChangeArrowheads="1"/>
              </p:cNvSpPr>
              <p:nvPr/>
            </p:nvSpPr>
            <p:spPr bwMode="auto">
              <a:xfrm>
                <a:off x="4494"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3" name="Rectangle 668">
                <a:extLst>
                  <a:ext uri="{FF2B5EF4-FFF2-40B4-BE49-F238E27FC236}">
                    <a16:creationId xmlns:a16="http://schemas.microsoft.com/office/drawing/2014/main" id="{A03ACBA1-DFF8-43C7-AC04-BA3DC301FD11}"/>
                  </a:ext>
                </a:extLst>
              </p:cNvPr>
              <p:cNvSpPr>
                <a:spLocks noChangeArrowheads="1"/>
              </p:cNvSpPr>
              <p:nvPr/>
            </p:nvSpPr>
            <p:spPr bwMode="auto">
              <a:xfrm>
                <a:off x="4514"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4" name="Rectangle 669">
                <a:extLst>
                  <a:ext uri="{FF2B5EF4-FFF2-40B4-BE49-F238E27FC236}">
                    <a16:creationId xmlns:a16="http://schemas.microsoft.com/office/drawing/2014/main" id="{93F776F0-5470-456B-918D-ABF2D8C23698}"/>
                  </a:ext>
                </a:extLst>
              </p:cNvPr>
              <p:cNvSpPr>
                <a:spLocks noChangeArrowheads="1"/>
              </p:cNvSpPr>
              <p:nvPr/>
            </p:nvSpPr>
            <p:spPr bwMode="auto">
              <a:xfrm>
                <a:off x="4558" y="5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5" name="Rectangle 670">
                <a:extLst>
                  <a:ext uri="{FF2B5EF4-FFF2-40B4-BE49-F238E27FC236}">
                    <a16:creationId xmlns:a16="http://schemas.microsoft.com/office/drawing/2014/main" id="{F94B9835-057C-4090-BC1C-494D5B482497}"/>
                  </a:ext>
                </a:extLst>
              </p:cNvPr>
              <p:cNvSpPr>
                <a:spLocks noChangeArrowheads="1"/>
              </p:cNvSpPr>
              <p:nvPr/>
            </p:nvSpPr>
            <p:spPr bwMode="auto">
              <a:xfrm>
                <a:off x="4577" y="581"/>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6" name="Rectangle 671">
                <a:extLst>
                  <a:ext uri="{FF2B5EF4-FFF2-40B4-BE49-F238E27FC236}">
                    <a16:creationId xmlns:a16="http://schemas.microsoft.com/office/drawing/2014/main" id="{4A0B3A00-125D-4756-98D3-BC97690B8C45}"/>
                  </a:ext>
                </a:extLst>
              </p:cNvPr>
              <p:cNvSpPr>
                <a:spLocks noChangeArrowheads="1"/>
              </p:cNvSpPr>
              <p:nvPr/>
            </p:nvSpPr>
            <p:spPr bwMode="auto">
              <a:xfrm>
                <a:off x="4610" y="581"/>
                <a:ext cx="8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7" name="Rectangle 672">
                <a:extLst>
                  <a:ext uri="{FF2B5EF4-FFF2-40B4-BE49-F238E27FC236}">
                    <a16:creationId xmlns:a16="http://schemas.microsoft.com/office/drawing/2014/main" id="{F20EFC96-A1AD-4FFC-AA04-87556ABE9DA4}"/>
                  </a:ext>
                </a:extLst>
              </p:cNvPr>
              <p:cNvSpPr>
                <a:spLocks noChangeArrowheads="1"/>
              </p:cNvSpPr>
              <p:nvPr/>
            </p:nvSpPr>
            <p:spPr bwMode="auto">
              <a:xfrm>
                <a:off x="4643"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8" name="Rectangle 673">
                <a:extLst>
                  <a:ext uri="{FF2B5EF4-FFF2-40B4-BE49-F238E27FC236}">
                    <a16:creationId xmlns:a16="http://schemas.microsoft.com/office/drawing/2014/main" id="{537D06F7-4175-4F09-B8C8-D42AD83DF2AE}"/>
                  </a:ext>
                </a:extLst>
              </p:cNvPr>
              <p:cNvSpPr>
                <a:spLocks noChangeArrowheads="1"/>
              </p:cNvSpPr>
              <p:nvPr/>
            </p:nvSpPr>
            <p:spPr bwMode="auto">
              <a:xfrm>
                <a:off x="4688"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9" name="Rectangle 674">
                <a:extLst>
                  <a:ext uri="{FF2B5EF4-FFF2-40B4-BE49-F238E27FC236}">
                    <a16:creationId xmlns:a16="http://schemas.microsoft.com/office/drawing/2014/main" id="{345655F8-0083-4A97-B7A0-B26879C25501}"/>
                  </a:ext>
                </a:extLst>
              </p:cNvPr>
              <p:cNvSpPr>
                <a:spLocks noChangeArrowheads="1"/>
              </p:cNvSpPr>
              <p:nvPr/>
            </p:nvSpPr>
            <p:spPr bwMode="auto">
              <a:xfrm>
                <a:off x="4733" y="5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0" name="Rectangle 675">
                <a:extLst>
                  <a:ext uri="{FF2B5EF4-FFF2-40B4-BE49-F238E27FC236}">
                    <a16:creationId xmlns:a16="http://schemas.microsoft.com/office/drawing/2014/main" id="{C1098010-7A59-4A3F-8953-DC27A2F75859}"/>
                  </a:ext>
                </a:extLst>
              </p:cNvPr>
              <p:cNvSpPr>
                <a:spLocks noChangeArrowheads="1"/>
              </p:cNvSpPr>
              <p:nvPr/>
            </p:nvSpPr>
            <p:spPr bwMode="auto">
              <a:xfrm>
                <a:off x="4777" y="5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1" name="Freeform 676">
                <a:extLst>
                  <a:ext uri="{FF2B5EF4-FFF2-40B4-BE49-F238E27FC236}">
                    <a16:creationId xmlns:a16="http://schemas.microsoft.com/office/drawing/2014/main" id="{570E5778-32B4-4DC9-B3A3-5CC5C307787F}"/>
                  </a:ext>
                </a:extLst>
              </p:cNvPr>
              <p:cNvSpPr>
                <a:spLocks noEditPoints="1"/>
              </p:cNvSpPr>
              <p:nvPr/>
            </p:nvSpPr>
            <p:spPr bwMode="auto">
              <a:xfrm>
                <a:off x="418" y="616"/>
                <a:ext cx="112" cy="31"/>
              </a:xfrm>
              <a:custGeom>
                <a:avLst/>
                <a:gdLst>
                  <a:gd name="T0" fmla="*/ 0 w 288"/>
                  <a:gd name="T1" fmla="*/ 35 h 80"/>
                  <a:gd name="T2" fmla="*/ 0 w 288"/>
                  <a:gd name="T3" fmla="*/ 35 h 80"/>
                  <a:gd name="T4" fmla="*/ 221 w 288"/>
                  <a:gd name="T5" fmla="*/ 35 h 80"/>
                  <a:gd name="T6" fmla="*/ 221 w 288"/>
                  <a:gd name="T7" fmla="*/ 45 h 80"/>
                  <a:gd name="T8" fmla="*/ 0 w 288"/>
                  <a:gd name="T9" fmla="*/ 45 h 80"/>
                  <a:gd name="T10" fmla="*/ 0 w 288"/>
                  <a:gd name="T11" fmla="*/ 35 h 80"/>
                  <a:gd name="T12" fmla="*/ 208 w 288"/>
                  <a:gd name="T13" fmla="*/ 0 h 80"/>
                  <a:gd name="T14" fmla="*/ 208 w 288"/>
                  <a:gd name="T15" fmla="*/ 0 h 80"/>
                  <a:gd name="T16" fmla="*/ 288 w 288"/>
                  <a:gd name="T17" fmla="*/ 40 h 80"/>
                  <a:gd name="T18" fmla="*/ 208 w 288"/>
                  <a:gd name="T19" fmla="*/ 80 h 80"/>
                  <a:gd name="T20" fmla="*/ 208 w 288"/>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80">
                    <a:moveTo>
                      <a:pt x="0" y="35"/>
                    </a:moveTo>
                    <a:lnTo>
                      <a:pt x="0" y="35"/>
                    </a:lnTo>
                    <a:lnTo>
                      <a:pt x="221" y="35"/>
                    </a:lnTo>
                    <a:lnTo>
                      <a:pt x="221" y="45"/>
                    </a:lnTo>
                    <a:lnTo>
                      <a:pt x="0" y="45"/>
                    </a:lnTo>
                    <a:lnTo>
                      <a:pt x="0" y="35"/>
                    </a:lnTo>
                    <a:close/>
                    <a:moveTo>
                      <a:pt x="208" y="0"/>
                    </a:moveTo>
                    <a:lnTo>
                      <a:pt x="208" y="0"/>
                    </a:lnTo>
                    <a:lnTo>
                      <a:pt x="288" y="40"/>
                    </a:lnTo>
                    <a:lnTo>
                      <a:pt x="208" y="80"/>
                    </a:lnTo>
                    <a:lnTo>
                      <a:pt x="208"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2" name="Freeform 677">
                <a:extLst>
                  <a:ext uri="{FF2B5EF4-FFF2-40B4-BE49-F238E27FC236}">
                    <a16:creationId xmlns:a16="http://schemas.microsoft.com/office/drawing/2014/main" id="{87BFCFC9-43A0-4529-A160-2CC385F87836}"/>
                  </a:ext>
                </a:extLst>
              </p:cNvPr>
              <p:cNvSpPr>
                <a:spLocks/>
              </p:cNvSpPr>
              <p:nvPr/>
            </p:nvSpPr>
            <p:spPr bwMode="auto">
              <a:xfrm>
                <a:off x="418" y="631"/>
                <a:ext cx="3" cy="1337"/>
              </a:xfrm>
              <a:custGeom>
                <a:avLst/>
                <a:gdLst>
                  <a:gd name="T0" fmla="*/ 6 w 6"/>
                  <a:gd name="T1" fmla="*/ 0 h 3442"/>
                  <a:gd name="T2" fmla="*/ 6 w 6"/>
                  <a:gd name="T3" fmla="*/ 0 h 3442"/>
                  <a:gd name="T4" fmla="*/ 0 w 6"/>
                  <a:gd name="T5" fmla="*/ 3442 h 3442"/>
                </a:gdLst>
                <a:ahLst/>
                <a:cxnLst>
                  <a:cxn ang="0">
                    <a:pos x="T0" y="T1"/>
                  </a:cxn>
                  <a:cxn ang="0">
                    <a:pos x="T2" y="T3"/>
                  </a:cxn>
                  <a:cxn ang="0">
                    <a:pos x="T4" y="T5"/>
                  </a:cxn>
                </a:cxnLst>
                <a:rect l="0" t="0" r="r" b="b"/>
                <a:pathLst>
                  <a:path w="6" h="3442">
                    <a:moveTo>
                      <a:pt x="6" y="0"/>
                    </a:moveTo>
                    <a:lnTo>
                      <a:pt x="6" y="0"/>
                    </a:lnTo>
                    <a:lnTo>
                      <a:pt x="0" y="3442"/>
                    </a:lnTo>
                  </a:path>
                </a:pathLst>
              </a:custGeom>
              <a:noFill/>
              <a:ln w="63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3" name="Freeform 678">
                <a:extLst>
                  <a:ext uri="{FF2B5EF4-FFF2-40B4-BE49-F238E27FC236}">
                    <a16:creationId xmlns:a16="http://schemas.microsoft.com/office/drawing/2014/main" id="{E7B2CB72-0C9A-46E3-9517-328323EA7EF0}"/>
                  </a:ext>
                </a:extLst>
              </p:cNvPr>
              <p:cNvSpPr>
                <a:spLocks noEditPoints="1"/>
              </p:cNvSpPr>
              <p:nvPr/>
            </p:nvSpPr>
            <p:spPr bwMode="auto">
              <a:xfrm>
                <a:off x="418" y="1952"/>
                <a:ext cx="574" cy="31"/>
              </a:xfrm>
              <a:custGeom>
                <a:avLst/>
                <a:gdLst>
                  <a:gd name="T0" fmla="*/ 1477 w 1477"/>
                  <a:gd name="T1" fmla="*/ 35 h 80"/>
                  <a:gd name="T2" fmla="*/ 1477 w 1477"/>
                  <a:gd name="T3" fmla="*/ 35 h 80"/>
                  <a:gd name="T4" fmla="*/ 67 w 1477"/>
                  <a:gd name="T5" fmla="*/ 35 h 80"/>
                  <a:gd name="T6" fmla="*/ 67 w 1477"/>
                  <a:gd name="T7" fmla="*/ 45 h 80"/>
                  <a:gd name="T8" fmla="*/ 1477 w 1477"/>
                  <a:gd name="T9" fmla="*/ 45 h 80"/>
                  <a:gd name="T10" fmla="*/ 1477 w 1477"/>
                  <a:gd name="T11" fmla="*/ 35 h 80"/>
                  <a:gd name="T12" fmla="*/ 80 w 1477"/>
                  <a:gd name="T13" fmla="*/ 0 h 80"/>
                  <a:gd name="T14" fmla="*/ 80 w 1477"/>
                  <a:gd name="T15" fmla="*/ 0 h 80"/>
                  <a:gd name="T16" fmla="*/ 0 w 1477"/>
                  <a:gd name="T17" fmla="*/ 40 h 80"/>
                  <a:gd name="T18" fmla="*/ 80 w 1477"/>
                  <a:gd name="T19" fmla="*/ 80 h 80"/>
                  <a:gd name="T20" fmla="*/ 80 w 1477"/>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7" h="80">
                    <a:moveTo>
                      <a:pt x="1477" y="35"/>
                    </a:moveTo>
                    <a:lnTo>
                      <a:pt x="1477" y="35"/>
                    </a:lnTo>
                    <a:lnTo>
                      <a:pt x="67" y="35"/>
                    </a:lnTo>
                    <a:lnTo>
                      <a:pt x="67" y="45"/>
                    </a:lnTo>
                    <a:lnTo>
                      <a:pt x="1477" y="45"/>
                    </a:lnTo>
                    <a:lnTo>
                      <a:pt x="1477" y="35"/>
                    </a:lnTo>
                    <a:close/>
                    <a:moveTo>
                      <a:pt x="80" y="0"/>
                    </a:moveTo>
                    <a:lnTo>
                      <a:pt x="80" y="0"/>
                    </a:lnTo>
                    <a:lnTo>
                      <a:pt x="0" y="40"/>
                    </a:lnTo>
                    <a:lnTo>
                      <a:pt x="80" y="80"/>
                    </a:lnTo>
                    <a:lnTo>
                      <a:pt x="8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8" name="Rectangle 703">
                <a:extLst>
                  <a:ext uri="{FF2B5EF4-FFF2-40B4-BE49-F238E27FC236}">
                    <a16:creationId xmlns:a16="http://schemas.microsoft.com/office/drawing/2014/main" id="{A37A14BA-40B4-4E60-9A03-7FA01865C125}"/>
                  </a:ext>
                </a:extLst>
              </p:cNvPr>
              <p:cNvSpPr>
                <a:spLocks noChangeArrowheads="1"/>
              </p:cNvSpPr>
              <p:nvPr/>
            </p:nvSpPr>
            <p:spPr bwMode="auto">
              <a:xfrm>
                <a:off x="1310"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000000"/>
                    </a:solidFill>
                    <a:effectLst/>
                    <a:latin typeface="Calibri" panose="020F050202020403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3" name="Rectangle 708">
                <a:extLst>
                  <a:ext uri="{FF2B5EF4-FFF2-40B4-BE49-F238E27FC236}">
                    <a16:creationId xmlns:a16="http://schemas.microsoft.com/office/drawing/2014/main" id="{0295B87D-3CFD-4E2C-B1E8-56C3D992C13A}"/>
                  </a:ext>
                </a:extLst>
              </p:cNvPr>
              <p:cNvSpPr>
                <a:spLocks noChangeArrowheads="1"/>
              </p:cNvSpPr>
              <p:nvPr/>
            </p:nvSpPr>
            <p:spPr bwMode="auto">
              <a:xfrm>
                <a:off x="801" y="266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4" name="Rectangle 709">
                <a:extLst>
                  <a:ext uri="{FF2B5EF4-FFF2-40B4-BE49-F238E27FC236}">
                    <a16:creationId xmlns:a16="http://schemas.microsoft.com/office/drawing/2014/main" id="{4563AFE4-0869-40A9-B540-3D530B56AE87}"/>
                  </a:ext>
                </a:extLst>
              </p:cNvPr>
              <p:cNvSpPr>
                <a:spLocks noChangeArrowheads="1"/>
              </p:cNvSpPr>
              <p:nvPr/>
            </p:nvSpPr>
            <p:spPr bwMode="auto">
              <a:xfrm>
                <a:off x="820" y="266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5" name="Rectangle 710">
                <a:extLst>
                  <a:ext uri="{FF2B5EF4-FFF2-40B4-BE49-F238E27FC236}">
                    <a16:creationId xmlns:a16="http://schemas.microsoft.com/office/drawing/2014/main" id="{41F09CBA-E320-4C74-AD4D-27A9656BD90C}"/>
                  </a:ext>
                </a:extLst>
              </p:cNvPr>
              <p:cNvSpPr>
                <a:spLocks noChangeArrowheads="1"/>
              </p:cNvSpPr>
              <p:nvPr/>
            </p:nvSpPr>
            <p:spPr bwMode="auto">
              <a:xfrm>
                <a:off x="864" y="266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3" name="Rectangle 718">
                <a:extLst>
                  <a:ext uri="{FF2B5EF4-FFF2-40B4-BE49-F238E27FC236}">
                    <a16:creationId xmlns:a16="http://schemas.microsoft.com/office/drawing/2014/main" id="{5340F171-DC7C-48C1-AC75-51F6BBE2C9F7}"/>
                  </a:ext>
                </a:extLst>
              </p:cNvPr>
              <p:cNvSpPr>
                <a:spLocks noChangeArrowheads="1"/>
              </p:cNvSpPr>
              <p:nvPr/>
            </p:nvSpPr>
            <p:spPr bwMode="auto">
              <a:xfrm>
                <a:off x="1132" y="2668"/>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82" name="Rectangle 727">
                <a:extLst>
                  <a:ext uri="{FF2B5EF4-FFF2-40B4-BE49-F238E27FC236}">
                    <a16:creationId xmlns:a16="http://schemas.microsoft.com/office/drawing/2014/main" id="{0F522385-20A3-4798-A543-DBFE6E5192EE}"/>
                  </a:ext>
                </a:extLst>
              </p:cNvPr>
              <p:cNvSpPr>
                <a:spLocks noChangeArrowheads="1"/>
              </p:cNvSpPr>
              <p:nvPr/>
            </p:nvSpPr>
            <p:spPr bwMode="auto">
              <a:xfrm>
                <a:off x="783" y="276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2" name="Rectangle 737">
                <a:extLst>
                  <a:ext uri="{FF2B5EF4-FFF2-40B4-BE49-F238E27FC236}">
                    <a16:creationId xmlns:a16="http://schemas.microsoft.com/office/drawing/2014/main" id="{E9AFA417-A988-418A-9E87-45FB628E7242}"/>
                  </a:ext>
                </a:extLst>
              </p:cNvPr>
              <p:cNvSpPr>
                <a:spLocks noChangeArrowheads="1"/>
              </p:cNvSpPr>
              <p:nvPr/>
            </p:nvSpPr>
            <p:spPr bwMode="auto">
              <a:xfrm>
                <a:off x="1128" y="276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3" name="Rectangle 738">
                <a:extLst>
                  <a:ext uri="{FF2B5EF4-FFF2-40B4-BE49-F238E27FC236}">
                    <a16:creationId xmlns:a16="http://schemas.microsoft.com/office/drawing/2014/main" id="{F3858CDA-39BF-424C-AF0D-BB4CDB8A9AF2}"/>
                  </a:ext>
                </a:extLst>
              </p:cNvPr>
              <p:cNvSpPr>
                <a:spLocks noChangeArrowheads="1"/>
              </p:cNvSpPr>
              <p:nvPr/>
            </p:nvSpPr>
            <p:spPr bwMode="auto">
              <a:xfrm>
                <a:off x="1128" y="2940"/>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4" name="Rectangle 739">
                <a:extLst>
                  <a:ext uri="{FF2B5EF4-FFF2-40B4-BE49-F238E27FC236}">
                    <a16:creationId xmlns:a16="http://schemas.microsoft.com/office/drawing/2014/main" id="{6479CEE3-5024-4D27-83DE-2C7DB461AF03}"/>
                  </a:ext>
                </a:extLst>
              </p:cNvPr>
              <p:cNvSpPr>
                <a:spLocks noChangeArrowheads="1"/>
              </p:cNvSpPr>
              <p:nvPr/>
            </p:nvSpPr>
            <p:spPr bwMode="auto">
              <a:xfrm>
                <a:off x="1201" y="276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5" name="Rectangle 740">
                <a:extLst>
                  <a:ext uri="{FF2B5EF4-FFF2-40B4-BE49-F238E27FC236}">
                    <a16:creationId xmlns:a16="http://schemas.microsoft.com/office/drawing/2014/main" id="{D3A4CBD4-06AB-41CF-A362-27C3A8EE0D56}"/>
                  </a:ext>
                </a:extLst>
              </p:cNvPr>
              <p:cNvSpPr>
                <a:spLocks noChangeArrowheads="1"/>
              </p:cNvSpPr>
              <p:nvPr/>
            </p:nvSpPr>
            <p:spPr bwMode="auto">
              <a:xfrm>
                <a:off x="1220" y="276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6" name="Rectangle 741">
                <a:extLst>
                  <a:ext uri="{FF2B5EF4-FFF2-40B4-BE49-F238E27FC236}">
                    <a16:creationId xmlns:a16="http://schemas.microsoft.com/office/drawing/2014/main" id="{6E8F2B6E-6411-431B-8A90-87219CDCA5C8}"/>
                  </a:ext>
                </a:extLst>
              </p:cNvPr>
              <p:cNvSpPr>
                <a:spLocks noChangeArrowheads="1"/>
              </p:cNvSpPr>
              <p:nvPr/>
            </p:nvSpPr>
            <p:spPr bwMode="auto">
              <a:xfrm>
                <a:off x="1252" y="2766"/>
                <a:ext cx="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97" name="Freeform 742">
                <a:extLst>
                  <a:ext uri="{FF2B5EF4-FFF2-40B4-BE49-F238E27FC236}">
                    <a16:creationId xmlns:a16="http://schemas.microsoft.com/office/drawing/2014/main" id="{CCE0235B-767E-4EF9-8A7B-8E345CBB04EA}"/>
                  </a:ext>
                </a:extLst>
              </p:cNvPr>
              <p:cNvSpPr>
                <a:spLocks/>
              </p:cNvSpPr>
              <p:nvPr/>
            </p:nvSpPr>
            <p:spPr bwMode="auto">
              <a:xfrm>
                <a:off x="3755" y="1957"/>
                <a:ext cx="539" cy="331"/>
              </a:xfrm>
              <a:custGeom>
                <a:avLst/>
                <a:gdLst>
                  <a:gd name="T0" fmla="*/ 0 w 1387"/>
                  <a:gd name="T1" fmla="*/ 0 h 853"/>
                  <a:gd name="T2" fmla="*/ 0 w 1387"/>
                  <a:gd name="T3" fmla="*/ 0 h 853"/>
                  <a:gd name="T4" fmla="*/ 1387 w 1387"/>
                  <a:gd name="T5" fmla="*/ 0 h 853"/>
                  <a:gd name="T6" fmla="*/ 1387 w 1387"/>
                  <a:gd name="T7" fmla="*/ 853 h 853"/>
                  <a:gd name="T8" fmla="*/ 0 w 1387"/>
                  <a:gd name="T9" fmla="*/ 853 h 853"/>
                  <a:gd name="T10" fmla="*/ 0 w 1387"/>
                  <a:gd name="T11" fmla="*/ 0 h 853"/>
                </a:gdLst>
                <a:ahLst/>
                <a:cxnLst>
                  <a:cxn ang="0">
                    <a:pos x="T0" y="T1"/>
                  </a:cxn>
                  <a:cxn ang="0">
                    <a:pos x="T2" y="T3"/>
                  </a:cxn>
                  <a:cxn ang="0">
                    <a:pos x="T4" y="T5"/>
                  </a:cxn>
                  <a:cxn ang="0">
                    <a:pos x="T6" y="T7"/>
                  </a:cxn>
                  <a:cxn ang="0">
                    <a:pos x="T8" y="T9"/>
                  </a:cxn>
                  <a:cxn ang="0">
                    <a:pos x="T10" y="T11"/>
                  </a:cxn>
                </a:cxnLst>
                <a:rect l="0" t="0" r="r" b="b"/>
                <a:pathLst>
                  <a:path w="1387" h="853">
                    <a:moveTo>
                      <a:pt x="0" y="0"/>
                    </a:moveTo>
                    <a:lnTo>
                      <a:pt x="0" y="0"/>
                    </a:lnTo>
                    <a:lnTo>
                      <a:pt x="1387" y="0"/>
                    </a:lnTo>
                    <a:lnTo>
                      <a:pt x="1387" y="853"/>
                    </a:lnTo>
                    <a:lnTo>
                      <a:pt x="0" y="853"/>
                    </a:lnTo>
                    <a:lnTo>
                      <a:pt x="0" y="0"/>
                    </a:lnTo>
                    <a:close/>
                  </a:path>
                </a:pathLst>
              </a:custGeom>
              <a:solidFill>
                <a:srgbClr val="DAE3F3"/>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98" name="Freeform 743">
                <a:extLst>
                  <a:ext uri="{FF2B5EF4-FFF2-40B4-BE49-F238E27FC236}">
                    <a16:creationId xmlns:a16="http://schemas.microsoft.com/office/drawing/2014/main" id="{7392C5B3-CBCD-4D23-AC3C-9B5005B7A3A6}"/>
                  </a:ext>
                </a:extLst>
              </p:cNvPr>
              <p:cNvSpPr>
                <a:spLocks/>
              </p:cNvSpPr>
              <p:nvPr/>
            </p:nvSpPr>
            <p:spPr bwMode="auto">
              <a:xfrm>
                <a:off x="3755" y="1957"/>
                <a:ext cx="539" cy="331"/>
              </a:xfrm>
              <a:custGeom>
                <a:avLst/>
                <a:gdLst>
                  <a:gd name="T0" fmla="*/ 0 w 1387"/>
                  <a:gd name="T1" fmla="*/ 0 h 853"/>
                  <a:gd name="T2" fmla="*/ 0 w 1387"/>
                  <a:gd name="T3" fmla="*/ 0 h 853"/>
                  <a:gd name="T4" fmla="*/ 1387 w 1387"/>
                  <a:gd name="T5" fmla="*/ 0 h 853"/>
                  <a:gd name="T6" fmla="*/ 1387 w 1387"/>
                  <a:gd name="T7" fmla="*/ 853 h 853"/>
                  <a:gd name="T8" fmla="*/ 0 w 1387"/>
                  <a:gd name="T9" fmla="*/ 853 h 853"/>
                  <a:gd name="T10" fmla="*/ 0 w 1387"/>
                  <a:gd name="T11" fmla="*/ 0 h 853"/>
                </a:gdLst>
                <a:ahLst/>
                <a:cxnLst>
                  <a:cxn ang="0">
                    <a:pos x="T0" y="T1"/>
                  </a:cxn>
                  <a:cxn ang="0">
                    <a:pos x="T2" y="T3"/>
                  </a:cxn>
                  <a:cxn ang="0">
                    <a:pos x="T4" y="T5"/>
                  </a:cxn>
                  <a:cxn ang="0">
                    <a:pos x="T6" y="T7"/>
                  </a:cxn>
                  <a:cxn ang="0">
                    <a:pos x="T8" y="T9"/>
                  </a:cxn>
                  <a:cxn ang="0">
                    <a:pos x="T10" y="T11"/>
                  </a:cxn>
                </a:cxnLst>
                <a:rect l="0" t="0" r="r" b="b"/>
                <a:pathLst>
                  <a:path w="1387" h="853">
                    <a:moveTo>
                      <a:pt x="0" y="0"/>
                    </a:moveTo>
                    <a:lnTo>
                      <a:pt x="0" y="0"/>
                    </a:lnTo>
                    <a:lnTo>
                      <a:pt x="1387" y="0"/>
                    </a:lnTo>
                    <a:lnTo>
                      <a:pt x="1387" y="853"/>
                    </a:lnTo>
                    <a:lnTo>
                      <a:pt x="0" y="853"/>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9" name="Rectangle 744">
                <a:extLst>
                  <a:ext uri="{FF2B5EF4-FFF2-40B4-BE49-F238E27FC236}">
                    <a16:creationId xmlns:a16="http://schemas.microsoft.com/office/drawing/2014/main" id="{4A5EA67E-EA4D-4D5C-AF94-F49373612429}"/>
                  </a:ext>
                </a:extLst>
              </p:cNvPr>
              <p:cNvSpPr>
                <a:spLocks noChangeArrowheads="1"/>
              </p:cNvSpPr>
              <p:nvPr/>
            </p:nvSpPr>
            <p:spPr bwMode="auto">
              <a:xfrm>
                <a:off x="3806" y="1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0" name="Rectangle 745">
                <a:extLst>
                  <a:ext uri="{FF2B5EF4-FFF2-40B4-BE49-F238E27FC236}">
                    <a16:creationId xmlns:a16="http://schemas.microsoft.com/office/drawing/2014/main" id="{D40F1B0F-E58A-4078-B058-3E983E725DCD}"/>
                  </a:ext>
                </a:extLst>
              </p:cNvPr>
              <p:cNvSpPr>
                <a:spLocks noChangeArrowheads="1"/>
              </p:cNvSpPr>
              <p:nvPr/>
            </p:nvSpPr>
            <p:spPr bwMode="auto">
              <a:xfrm>
                <a:off x="3848" y="1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1" name="Rectangle 746">
                <a:extLst>
                  <a:ext uri="{FF2B5EF4-FFF2-40B4-BE49-F238E27FC236}">
                    <a16:creationId xmlns:a16="http://schemas.microsoft.com/office/drawing/2014/main" id="{3E1AED0B-2C9C-4C92-8830-9005D9A17CBA}"/>
                  </a:ext>
                </a:extLst>
              </p:cNvPr>
              <p:cNvSpPr>
                <a:spLocks noChangeArrowheads="1"/>
              </p:cNvSpPr>
              <p:nvPr/>
            </p:nvSpPr>
            <p:spPr bwMode="auto">
              <a:xfrm>
                <a:off x="3891" y="1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2" name="Rectangle 747">
                <a:extLst>
                  <a:ext uri="{FF2B5EF4-FFF2-40B4-BE49-F238E27FC236}">
                    <a16:creationId xmlns:a16="http://schemas.microsoft.com/office/drawing/2014/main" id="{CBBA7F3C-9178-4BBD-8844-A742630AAEB9}"/>
                  </a:ext>
                </a:extLst>
              </p:cNvPr>
              <p:cNvSpPr>
                <a:spLocks noChangeArrowheads="1"/>
              </p:cNvSpPr>
              <p:nvPr/>
            </p:nvSpPr>
            <p:spPr bwMode="auto">
              <a:xfrm>
                <a:off x="3935" y="1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3" name="Rectangle 748">
                <a:extLst>
                  <a:ext uri="{FF2B5EF4-FFF2-40B4-BE49-F238E27FC236}">
                    <a16:creationId xmlns:a16="http://schemas.microsoft.com/office/drawing/2014/main" id="{F9D514FD-4819-4011-8F19-24344AB1A5A1}"/>
                  </a:ext>
                </a:extLst>
              </p:cNvPr>
              <p:cNvSpPr>
                <a:spLocks noChangeArrowheads="1"/>
              </p:cNvSpPr>
              <p:nvPr/>
            </p:nvSpPr>
            <p:spPr bwMode="auto">
              <a:xfrm>
                <a:off x="3953" y="1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4" name="Rectangle 749">
                <a:extLst>
                  <a:ext uri="{FF2B5EF4-FFF2-40B4-BE49-F238E27FC236}">
                    <a16:creationId xmlns:a16="http://schemas.microsoft.com/office/drawing/2014/main" id="{DA682C16-DFA1-4D48-925D-A046EBE9D30A}"/>
                  </a:ext>
                </a:extLst>
              </p:cNvPr>
              <p:cNvSpPr>
                <a:spLocks noChangeArrowheads="1"/>
              </p:cNvSpPr>
              <p:nvPr/>
            </p:nvSpPr>
            <p:spPr bwMode="auto">
              <a:xfrm>
                <a:off x="3972" y="1969"/>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5" name="Rectangle 750">
                <a:extLst>
                  <a:ext uri="{FF2B5EF4-FFF2-40B4-BE49-F238E27FC236}">
                    <a16:creationId xmlns:a16="http://schemas.microsoft.com/office/drawing/2014/main" id="{67D566A3-699E-4F46-AC90-B661CE3CEC7F}"/>
                  </a:ext>
                </a:extLst>
              </p:cNvPr>
              <p:cNvSpPr>
                <a:spLocks noChangeArrowheads="1"/>
              </p:cNvSpPr>
              <p:nvPr/>
            </p:nvSpPr>
            <p:spPr bwMode="auto">
              <a:xfrm>
                <a:off x="4007" y="1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6" name="Rectangle 751">
                <a:extLst>
                  <a:ext uri="{FF2B5EF4-FFF2-40B4-BE49-F238E27FC236}">
                    <a16:creationId xmlns:a16="http://schemas.microsoft.com/office/drawing/2014/main" id="{B3CACFE7-EDE9-482F-87E7-6C09316BA212}"/>
                  </a:ext>
                </a:extLst>
              </p:cNvPr>
              <p:cNvSpPr>
                <a:spLocks noChangeArrowheads="1"/>
              </p:cNvSpPr>
              <p:nvPr/>
            </p:nvSpPr>
            <p:spPr bwMode="auto">
              <a:xfrm>
                <a:off x="4026" y="1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7" name="Rectangle 752">
                <a:extLst>
                  <a:ext uri="{FF2B5EF4-FFF2-40B4-BE49-F238E27FC236}">
                    <a16:creationId xmlns:a16="http://schemas.microsoft.com/office/drawing/2014/main" id="{0BAC9A49-AAAA-439B-BFA4-6BF81CE9D4CB}"/>
                  </a:ext>
                </a:extLst>
              </p:cNvPr>
              <p:cNvSpPr>
                <a:spLocks noChangeArrowheads="1"/>
              </p:cNvSpPr>
              <p:nvPr/>
            </p:nvSpPr>
            <p:spPr bwMode="auto">
              <a:xfrm>
                <a:off x="4069" y="19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8" name="Rectangle 753">
                <a:extLst>
                  <a:ext uri="{FF2B5EF4-FFF2-40B4-BE49-F238E27FC236}">
                    <a16:creationId xmlns:a16="http://schemas.microsoft.com/office/drawing/2014/main" id="{C7A849B2-D681-4EAA-8F90-B65F1945B8E5}"/>
                  </a:ext>
                </a:extLst>
              </p:cNvPr>
              <p:cNvSpPr>
                <a:spLocks noChangeArrowheads="1"/>
              </p:cNvSpPr>
              <p:nvPr/>
            </p:nvSpPr>
            <p:spPr bwMode="auto">
              <a:xfrm>
                <a:off x="4111" y="19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9" name="Rectangle 754">
                <a:extLst>
                  <a:ext uri="{FF2B5EF4-FFF2-40B4-BE49-F238E27FC236}">
                    <a16:creationId xmlns:a16="http://schemas.microsoft.com/office/drawing/2014/main" id="{A47E7EDC-B6CD-482B-9F4C-E48CFDBCB6D4}"/>
                  </a:ext>
                </a:extLst>
              </p:cNvPr>
              <p:cNvSpPr>
                <a:spLocks noChangeArrowheads="1"/>
              </p:cNvSpPr>
              <p:nvPr/>
            </p:nvSpPr>
            <p:spPr bwMode="auto">
              <a:xfrm>
                <a:off x="4150" y="1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0" name="Rectangle 755">
                <a:extLst>
                  <a:ext uri="{FF2B5EF4-FFF2-40B4-BE49-F238E27FC236}">
                    <a16:creationId xmlns:a16="http://schemas.microsoft.com/office/drawing/2014/main" id="{15AADC41-EEF4-4466-AEDB-3F024381FFF5}"/>
                  </a:ext>
                </a:extLst>
              </p:cNvPr>
              <p:cNvSpPr>
                <a:spLocks noChangeArrowheads="1"/>
              </p:cNvSpPr>
              <p:nvPr/>
            </p:nvSpPr>
            <p:spPr bwMode="auto">
              <a:xfrm>
                <a:off x="4169" y="19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1" name="Rectangle 756">
                <a:extLst>
                  <a:ext uri="{FF2B5EF4-FFF2-40B4-BE49-F238E27FC236}">
                    <a16:creationId xmlns:a16="http://schemas.microsoft.com/office/drawing/2014/main" id="{A61FD46A-7725-4AB0-BC67-B21187003E78}"/>
                  </a:ext>
                </a:extLst>
              </p:cNvPr>
              <p:cNvSpPr>
                <a:spLocks noChangeArrowheads="1"/>
              </p:cNvSpPr>
              <p:nvPr/>
            </p:nvSpPr>
            <p:spPr bwMode="auto">
              <a:xfrm>
                <a:off x="4197" y="1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2" name="Rectangle 757">
                <a:extLst>
                  <a:ext uri="{FF2B5EF4-FFF2-40B4-BE49-F238E27FC236}">
                    <a16:creationId xmlns:a16="http://schemas.microsoft.com/office/drawing/2014/main" id="{E4B33FFF-23E1-4B6D-AED1-DB07669D4BD4}"/>
                  </a:ext>
                </a:extLst>
              </p:cNvPr>
              <p:cNvSpPr>
                <a:spLocks noChangeArrowheads="1"/>
              </p:cNvSpPr>
              <p:nvPr/>
            </p:nvSpPr>
            <p:spPr bwMode="auto">
              <a:xfrm>
                <a:off x="4240" y="1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3" name="Rectangle 758">
                <a:extLst>
                  <a:ext uri="{FF2B5EF4-FFF2-40B4-BE49-F238E27FC236}">
                    <a16:creationId xmlns:a16="http://schemas.microsoft.com/office/drawing/2014/main" id="{8BFFB664-09E5-4D23-861B-702F7FAA2A30}"/>
                  </a:ext>
                </a:extLst>
              </p:cNvPr>
              <p:cNvSpPr>
                <a:spLocks noChangeArrowheads="1"/>
              </p:cNvSpPr>
              <p:nvPr/>
            </p:nvSpPr>
            <p:spPr bwMode="auto">
              <a:xfrm>
                <a:off x="3898" y="2067"/>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4" name="Rectangle 759">
                <a:extLst>
                  <a:ext uri="{FF2B5EF4-FFF2-40B4-BE49-F238E27FC236}">
                    <a16:creationId xmlns:a16="http://schemas.microsoft.com/office/drawing/2014/main" id="{BF48D285-035B-454C-A6B7-9E784AA7367E}"/>
                  </a:ext>
                </a:extLst>
              </p:cNvPr>
              <p:cNvSpPr>
                <a:spLocks noChangeArrowheads="1"/>
              </p:cNvSpPr>
              <p:nvPr/>
            </p:nvSpPr>
            <p:spPr bwMode="auto">
              <a:xfrm>
                <a:off x="3932" y="206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5" name="Rectangle 760">
                <a:extLst>
                  <a:ext uri="{FF2B5EF4-FFF2-40B4-BE49-F238E27FC236}">
                    <a16:creationId xmlns:a16="http://schemas.microsoft.com/office/drawing/2014/main" id="{6261F4C4-9278-4C3A-8771-5569DA874115}"/>
                  </a:ext>
                </a:extLst>
              </p:cNvPr>
              <p:cNvSpPr>
                <a:spLocks noChangeArrowheads="1"/>
              </p:cNvSpPr>
              <p:nvPr/>
            </p:nvSpPr>
            <p:spPr bwMode="auto">
              <a:xfrm>
                <a:off x="3976" y="2067"/>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6" name="Rectangle 761">
                <a:extLst>
                  <a:ext uri="{FF2B5EF4-FFF2-40B4-BE49-F238E27FC236}">
                    <a16:creationId xmlns:a16="http://schemas.microsoft.com/office/drawing/2014/main" id="{38CF435E-6797-479C-8FF4-1BBCF5057F17}"/>
                  </a:ext>
                </a:extLst>
              </p:cNvPr>
              <p:cNvSpPr>
                <a:spLocks noChangeArrowheads="1"/>
              </p:cNvSpPr>
              <p:nvPr/>
            </p:nvSpPr>
            <p:spPr bwMode="auto">
              <a:xfrm>
                <a:off x="4019" y="2067"/>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7" name="Rectangle 762">
                <a:extLst>
                  <a:ext uri="{FF2B5EF4-FFF2-40B4-BE49-F238E27FC236}">
                    <a16:creationId xmlns:a16="http://schemas.microsoft.com/office/drawing/2014/main" id="{96E6B749-7412-41C0-B66F-6975EC6B685A}"/>
                  </a:ext>
                </a:extLst>
              </p:cNvPr>
              <p:cNvSpPr>
                <a:spLocks noChangeArrowheads="1"/>
              </p:cNvSpPr>
              <p:nvPr/>
            </p:nvSpPr>
            <p:spPr bwMode="auto">
              <a:xfrm>
                <a:off x="4045" y="2067"/>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8" name="Rectangle 763">
                <a:extLst>
                  <a:ext uri="{FF2B5EF4-FFF2-40B4-BE49-F238E27FC236}">
                    <a16:creationId xmlns:a16="http://schemas.microsoft.com/office/drawing/2014/main" id="{739F3EA6-341A-4C79-9B64-CE45591319CE}"/>
                  </a:ext>
                </a:extLst>
              </p:cNvPr>
              <p:cNvSpPr>
                <a:spLocks noChangeArrowheads="1"/>
              </p:cNvSpPr>
              <p:nvPr/>
            </p:nvSpPr>
            <p:spPr bwMode="auto">
              <a:xfrm>
                <a:off x="4085" y="2067"/>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9" name="Rectangle 764">
                <a:extLst>
                  <a:ext uri="{FF2B5EF4-FFF2-40B4-BE49-F238E27FC236}">
                    <a16:creationId xmlns:a16="http://schemas.microsoft.com/office/drawing/2014/main" id="{5B363559-1444-4F01-BF86-F5C6BB753E88}"/>
                  </a:ext>
                </a:extLst>
              </p:cNvPr>
              <p:cNvSpPr>
                <a:spLocks noChangeArrowheads="1"/>
              </p:cNvSpPr>
              <p:nvPr/>
            </p:nvSpPr>
            <p:spPr bwMode="auto">
              <a:xfrm>
                <a:off x="4120" y="2067"/>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0" name="Rectangle 765">
                <a:extLst>
                  <a:ext uri="{FF2B5EF4-FFF2-40B4-BE49-F238E27FC236}">
                    <a16:creationId xmlns:a16="http://schemas.microsoft.com/office/drawing/2014/main" id="{9CFD73A3-404A-4E3C-892D-C01BB60016BC}"/>
                  </a:ext>
                </a:extLst>
              </p:cNvPr>
              <p:cNvSpPr>
                <a:spLocks noChangeArrowheads="1"/>
              </p:cNvSpPr>
              <p:nvPr/>
            </p:nvSpPr>
            <p:spPr bwMode="auto">
              <a:xfrm>
                <a:off x="4148" y="2067"/>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1" name="Rectangle 766">
                <a:extLst>
                  <a:ext uri="{FF2B5EF4-FFF2-40B4-BE49-F238E27FC236}">
                    <a16:creationId xmlns:a16="http://schemas.microsoft.com/office/drawing/2014/main" id="{E416252B-C267-4E10-81E0-3F1D93323DD3}"/>
                  </a:ext>
                </a:extLst>
              </p:cNvPr>
              <p:cNvSpPr>
                <a:spLocks noChangeArrowheads="1"/>
              </p:cNvSpPr>
              <p:nvPr/>
            </p:nvSpPr>
            <p:spPr bwMode="auto">
              <a:xfrm>
                <a:off x="3908" y="2165"/>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2" name="Rectangle 767">
                <a:extLst>
                  <a:ext uri="{FF2B5EF4-FFF2-40B4-BE49-F238E27FC236}">
                    <a16:creationId xmlns:a16="http://schemas.microsoft.com/office/drawing/2014/main" id="{8D9E5ACC-3478-4041-91A9-3CEF84527793}"/>
                  </a:ext>
                </a:extLst>
              </p:cNvPr>
              <p:cNvSpPr>
                <a:spLocks noChangeArrowheads="1"/>
              </p:cNvSpPr>
              <p:nvPr/>
            </p:nvSpPr>
            <p:spPr bwMode="auto">
              <a:xfrm>
                <a:off x="3935" y="2165"/>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3" name="Rectangle 768">
                <a:extLst>
                  <a:ext uri="{FF2B5EF4-FFF2-40B4-BE49-F238E27FC236}">
                    <a16:creationId xmlns:a16="http://schemas.microsoft.com/office/drawing/2014/main" id="{AEAA8F6E-ADD0-4BE0-AD0B-5F06F35F6F41}"/>
                  </a:ext>
                </a:extLst>
              </p:cNvPr>
              <p:cNvSpPr>
                <a:spLocks noChangeArrowheads="1"/>
              </p:cNvSpPr>
              <p:nvPr/>
            </p:nvSpPr>
            <p:spPr bwMode="auto">
              <a:xfrm>
                <a:off x="3963" y="2165"/>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4" name="Rectangle 769">
                <a:extLst>
                  <a:ext uri="{FF2B5EF4-FFF2-40B4-BE49-F238E27FC236}">
                    <a16:creationId xmlns:a16="http://schemas.microsoft.com/office/drawing/2014/main" id="{75DBE21A-5B67-46C9-A7D1-FC67509D600A}"/>
                  </a:ext>
                </a:extLst>
              </p:cNvPr>
              <p:cNvSpPr>
                <a:spLocks noChangeArrowheads="1"/>
              </p:cNvSpPr>
              <p:nvPr/>
            </p:nvSpPr>
            <p:spPr bwMode="auto">
              <a:xfrm>
                <a:off x="4002" y="2165"/>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5" name="Rectangle 770">
                <a:extLst>
                  <a:ext uri="{FF2B5EF4-FFF2-40B4-BE49-F238E27FC236}">
                    <a16:creationId xmlns:a16="http://schemas.microsoft.com/office/drawing/2014/main" id="{84365B2E-BA18-49E5-B52A-DCD83FE2A539}"/>
                  </a:ext>
                </a:extLst>
              </p:cNvPr>
              <p:cNvSpPr>
                <a:spLocks noChangeArrowheads="1"/>
              </p:cNvSpPr>
              <p:nvPr/>
            </p:nvSpPr>
            <p:spPr bwMode="auto">
              <a:xfrm>
                <a:off x="4037" y="216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6" name="Rectangle 771">
                <a:extLst>
                  <a:ext uri="{FF2B5EF4-FFF2-40B4-BE49-F238E27FC236}">
                    <a16:creationId xmlns:a16="http://schemas.microsoft.com/office/drawing/2014/main" id="{EBBEF3BB-6400-4ED2-B52C-638F9E718C81}"/>
                  </a:ext>
                </a:extLst>
              </p:cNvPr>
              <p:cNvSpPr>
                <a:spLocks noChangeArrowheads="1"/>
              </p:cNvSpPr>
              <p:nvPr/>
            </p:nvSpPr>
            <p:spPr bwMode="auto">
              <a:xfrm>
                <a:off x="4056" y="216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7" name="Rectangle 772">
                <a:extLst>
                  <a:ext uri="{FF2B5EF4-FFF2-40B4-BE49-F238E27FC236}">
                    <a16:creationId xmlns:a16="http://schemas.microsoft.com/office/drawing/2014/main" id="{DE64407F-CF88-47BC-92F8-1FC3DFFD652B}"/>
                  </a:ext>
                </a:extLst>
              </p:cNvPr>
              <p:cNvSpPr>
                <a:spLocks noChangeArrowheads="1"/>
              </p:cNvSpPr>
              <p:nvPr/>
            </p:nvSpPr>
            <p:spPr bwMode="auto">
              <a:xfrm>
                <a:off x="4099" y="2165"/>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8" name="Freeform 773">
                <a:extLst>
                  <a:ext uri="{FF2B5EF4-FFF2-40B4-BE49-F238E27FC236}">
                    <a16:creationId xmlns:a16="http://schemas.microsoft.com/office/drawing/2014/main" id="{8071CBA7-20D5-4AF2-97FA-CBAFD61BD9C7}"/>
                  </a:ext>
                </a:extLst>
              </p:cNvPr>
              <p:cNvSpPr>
                <a:spLocks/>
              </p:cNvSpPr>
              <p:nvPr/>
            </p:nvSpPr>
            <p:spPr bwMode="auto">
              <a:xfrm>
                <a:off x="2747" y="2568"/>
                <a:ext cx="646" cy="311"/>
              </a:xfrm>
              <a:custGeom>
                <a:avLst/>
                <a:gdLst>
                  <a:gd name="T0" fmla="*/ 0 w 1667"/>
                  <a:gd name="T1" fmla="*/ 0 h 800"/>
                  <a:gd name="T2" fmla="*/ 0 w 1667"/>
                  <a:gd name="T3" fmla="*/ 0 h 800"/>
                  <a:gd name="T4" fmla="*/ 1667 w 1667"/>
                  <a:gd name="T5" fmla="*/ 0 h 800"/>
                  <a:gd name="T6" fmla="*/ 1667 w 1667"/>
                  <a:gd name="T7" fmla="*/ 800 h 800"/>
                  <a:gd name="T8" fmla="*/ 0 w 1667"/>
                  <a:gd name="T9" fmla="*/ 800 h 800"/>
                  <a:gd name="T10" fmla="*/ 0 w 1667"/>
                  <a:gd name="T11" fmla="*/ 0 h 800"/>
                </a:gdLst>
                <a:ahLst/>
                <a:cxnLst>
                  <a:cxn ang="0">
                    <a:pos x="T0" y="T1"/>
                  </a:cxn>
                  <a:cxn ang="0">
                    <a:pos x="T2" y="T3"/>
                  </a:cxn>
                  <a:cxn ang="0">
                    <a:pos x="T4" y="T5"/>
                  </a:cxn>
                  <a:cxn ang="0">
                    <a:pos x="T6" y="T7"/>
                  </a:cxn>
                  <a:cxn ang="0">
                    <a:pos x="T8" y="T9"/>
                  </a:cxn>
                  <a:cxn ang="0">
                    <a:pos x="T10" y="T11"/>
                  </a:cxn>
                </a:cxnLst>
                <a:rect l="0" t="0" r="r" b="b"/>
                <a:pathLst>
                  <a:path w="1667" h="800">
                    <a:moveTo>
                      <a:pt x="0" y="0"/>
                    </a:moveTo>
                    <a:lnTo>
                      <a:pt x="0" y="0"/>
                    </a:lnTo>
                    <a:lnTo>
                      <a:pt x="1667" y="0"/>
                    </a:lnTo>
                    <a:lnTo>
                      <a:pt x="1667" y="800"/>
                    </a:lnTo>
                    <a:lnTo>
                      <a:pt x="0" y="800"/>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9" name="Freeform 774">
                <a:extLst>
                  <a:ext uri="{FF2B5EF4-FFF2-40B4-BE49-F238E27FC236}">
                    <a16:creationId xmlns:a16="http://schemas.microsoft.com/office/drawing/2014/main" id="{E81D14DC-F7E5-4F86-A85C-F19E154BD59D}"/>
                  </a:ext>
                </a:extLst>
              </p:cNvPr>
              <p:cNvSpPr>
                <a:spLocks/>
              </p:cNvSpPr>
              <p:nvPr/>
            </p:nvSpPr>
            <p:spPr bwMode="auto">
              <a:xfrm>
                <a:off x="2747" y="2568"/>
                <a:ext cx="646" cy="311"/>
              </a:xfrm>
              <a:custGeom>
                <a:avLst/>
                <a:gdLst>
                  <a:gd name="T0" fmla="*/ 0 w 1667"/>
                  <a:gd name="T1" fmla="*/ 0 h 800"/>
                  <a:gd name="T2" fmla="*/ 0 w 1667"/>
                  <a:gd name="T3" fmla="*/ 0 h 800"/>
                  <a:gd name="T4" fmla="*/ 1667 w 1667"/>
                  <a:gd name="T5" fmla="*/ 0 h 800"/>
                  <a:gd name="T6" fmla="*/ 1667 w 1667"/>
                  <a:gd name="T7" fmla="*/ 800 h 800"/>
                  <a:gd name="T8" fmla="*/ 0 w 1667"/>
                  <a:gd name="T9" fmla="*/ 800 h 800"/>
                  <a:gd name="T10" fmla="*/ 0 w 1667"/>
                  <a:gd name="T11" fmla="*/ 0 h 800"/>
                </a:gdLst>
                <a:ahLst/>
                <a:cxnLst>
                  <a:cxn ang="0">
                    <a:pos x="T0" y="T1"/>
                  </a:cxn>
                  <a:cxn ang="0">
                    <a:pos x="T2" y="T3"/>
                  </a:cxn>
                  <a:cxn ang="0">
                    <a:pos x="T4" y="T5"/>
                  </a:cxn>
                  <a:cxn ang="0">
                    <a:pos x="T6" y="T7"/>
                  </a:cxn>
                  <a:cxn ang="0">
                    <a:pos x="T8" y="T9"/>
                  </a:cxn>
                  <a:cxn ang="0">
                    <a:pos x="T10" y="T11"/>
                  </a:cxn>
                </a:cxnLst>
                <a:rect l="0" t="0" r="r" b="b"/>
                <a:pathLst>
                  <a:path w="1667" h="800">
                    <a:moveTo>
                      <a:pt x="0" y="0"/>
                    </a:moveTo>
                    <a:lnTo>
                      <a:pt x="0" y="0"/>
                    </a:lnTo>
                    <a:lnTo>
                      <a:pt x="1667" y="0"/>
                    </a:lnTo>
                    <a:lnTo>
                      <a:pt x="1667" y="800"/>
                    </a:lnTo>
                    <a:lnTo>
                      <a:pt x="0" y="800"/>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0" name="Rectangle 775">
                <a:extLst>
                  <a:ext uri="{FF2B5EF4-FFF2-40B4-BE49-F238E27FC236}">
                    <a16:creationId xmlns:a16="http://schemas.microsoft.com/office/drawing/2014/main" id="{C4061AA0-3AA7-439B-9960-22534E0D30EA}"/>
                  </a:ext>
                </a:extLst>
              </p:cNvPr>
              <p:cNvSpPr>
                <a:spLocks noChangeArrowheads="1"/>
              </p:cNvSpPr>
              <p:nvPr/>
            </p:nvSpPr>
            <p:spPr bwMode="auto">
              <a:xfrm>
                <a:off x="2797" y="2569"/>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1" name="Rectangle 776">
                <a:extLst>
                  <a:ext uri="{FF2B5EF4-FFF2-40B4-BE49-F238E27FC236}">
                    <a16:creationId xmlns:a16="http://schemas.microsoft.com/office/drawing/2014/main" id="{03A232D7-672F-4109-A06D-9DBC32935A4E}"/>
                  </a:ext>
                </a:extLst>
              </p:cNvPr>
              <p:cNvSpPr>
                <a:spLocks noChangeArrowheads="1"/>
              </p:cNvSpPr>
              <p:nvPr/>
            </p:nvSpPr>
            <p:spPr bwMode="auto">
              <a:xfrm>
                <a:off x="2831" y="25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2" name="Rectangle 777">
                <a:extLst>
                  <a:ext uri="{FF2B5EF4-FFF2-40B4-BE49-F238E27FC236}">
                    <a16:creationId xmlns:a16="http://schemas.microsoft.com/office/drawing/2014/main" id="{68D35B85-50BC-4490-BBF4-7FD91DD8C52A}"/>
                  </a:ext>
                </a:extLst>
              </p:cNvPr>
              <p:cNvSpPr>
                <a:spLocks noChangeArrowheads="1"/>
              </p:cNvSpPr>
              <p:nvPr/>
            </p:nvSpPr>
            <p:spPr bwMode="auto">
              <a:xfrm>
                <a:off x="2870" y="2569"/>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3" name="Rectangle 778">
                <a:extLst>
                  <a:ext uri="{FF2B5EF4-FFF2-40B4-BE49-F238E27FC236}">
                    <a16:creationId xmlns:a16="http://schemas.microsoft.com/office/drawing/2014/main" id="{B9CF1A54-EBD6-4993-99D8-B3B550C8ADF0}"/>
                  </a:ext>
                </a:extLst>
              </p:cNvPr>
              <p:cNvSpPr>
                <a:spLocks noChangeArrowheads="1"/>
              </p:cNvSpPr>
              <p:nvPr/>
            </p:nvSpPr>
            <p:spPr bwMode="auto">
              <a:xfrm>
                <a:off x="2899" y="2569"/>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4" name="Rectangle 779">
                <a:extLst>
                  <a:ext uri="{FF2B5EF4-FFF2-40B4-BE49-F238E27FC236}">
                    <a16:creationId xmlns:a16="http://schemas.microsoft.com/office/drawing/2014/main" id="{EC2CAF38-D871-4D43-A356-225257F65E9B}"/>
                  </a:ext>
                </a:extLst>
              </p:cNvPr>
              <p:cNvSpPr>
                <a:spLocks noChangeArrowheads="1"/>
              </p:cNvSpPr>
              <p:nvPr/>
            </p:nvSpPr>
            <p:spPr bwMode="auto">
              <a:xfrm>
                <a:off x="2937"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5" name="Rectangle 780">
                <a:extLst>
                  <a:ext uri="{FF2B5EF4-FFF2-40B4-BE49-F238E27FC236}">
                    <a16:creationId xmlns:a16="http://schemas.microsoft.com/office/drawing/2014/main" id="{691D024E-A06C-4EEE-B619-942097EEA477}"/>
                  </a:ext>
                </a:extLst>
              </p:cNvPr>
              <p:cNvSpPr>
                <a:spLocks noChangeArrowheads="1"/>
              </p:cNvSpPr>
              <p:nvPr/>
            </p:nvSpPr>
            <p:spPr bwMode="auto">
              <a:xfrm>
                <a:off x="2977" y="25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6" name="Rectangle 781">
                <a:extLst>
                  <a:ext uri="{FF2B5EF4-FFF2-40B4-BE49-F238E27FC236}">
                    <a16:creationId xmlns:a16="http://schemas.microsoft.com/office/drawing/2014/main" id="{6260519A-7011-409A-9AC6-C7E3748DC3DF}"/>
                  </a:ext>
                </a:extLst>
              </p:cNvPr>
              <p:cNvSpPr>
                <a:spLocks noChangeArrowheads="1"/>
              </p:cNvSpPr>
              <p:nvPr/>
            </p:nvSpPr>
            <p:spPr bwMode="auto">
              <a:xfrm>
                <a:off x="3005"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7" name="Rectangle 782">
                <a:extLst>
                  <a:ext uri="{FF2B5EF4-FFF2-40B4-BE49-F238E27FC236}">
                    <a16:creationId xmlns:a16="http://schemas.microsoft.com/office/drawing/2014/main" id="{F70A73EB-CCC8-4AAF-AFC9-495CCE82B440}"/>
                  </a:ext>
                </a:extLst>
              </p:cNvPr>
              <p:cNvSpPr>
                <a:spLocks noChangeArrowheads="1"/>
              </p:cNvSpPr>
              <p:nvPr/>
            </p:nvSpPr>
            <p:spPr bwMode="auto">
              <a:xfrm>
                <a:off x="3046"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8" name="Rectangle 783">
                <a:extLst>
                  <a:ext uri="{FF2B5EF4-FFF2-40B4-BE49-F238E27FC236}">
                    <a16:creationId xmlns:a16="http://schemas.microsoft.com/office/drawing/2014/main" id="{A1947B4F-BB99-412E-B4DA-DC607A04069D}"/>
                  </a:ext>
                </a:extLst>
              </p:cNvPr>
              <p:cNvSpPr>
                <a:spLocks noChangeArrowheads="1"/>
              </p:cNvSpPr>
              <p:nvPr/>
            </p:nvSpPr>
            <p:spPr bwMode="auto">
              <a:xfrm>
                <a:off x="3089"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9" name="Rectangle 784">
                <a:extLst>
                  <a:ext uri="{FF2B5EF4-FFF2-40B4-BE49-F238E27FC236}">
                    <a16:creationId xmlns:a16="http://schemas.microsoft.com/office/drawing/2014/main" id="{A8FDA3DE-FE9B-41B4-9647-8CC8B889E8CB}"/>
                  </a:ext>
                </a:extLst>
              </p:cNvPr>
              <p:cNvSpPr>
                <a:spLocks noChangeArrowheads="1"/>
              </p:cNvSpPr>
              <p:nvPr/>
            </p:nvSpPr>
            <p:spPr bwMode="auto">
              <a:xfrm>
                <a:off x="3108" y="25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0" name="Rectangle 785">
                <a:extLst>
                  <a:ext uri="{FF2B5EF4-FFF2-40B4-BE49-F238E27FC236}">
                    <a16:creationId xmlns:a16="http://schemas.microsoft.com/office/drawing/2014/main" id="{2EA6C383-8CA1-4250-8DA4-7D5A6EF471EE}"/>
                  </a:ext>
                </a:extLst>
              </p:cNvPr>
              <p:cNvSpPr>
                <a:spLocks noChangeArrowheads="1"/>
              </p:cNvSpPr>
              <p:nvPr/>
            </p:nvSpPr>
            <p:spPr bwMode="auto">
              <a:xfrm>
                <a:off x="3135"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1" name="Rectangle 786">
                <a:extLst>
                  <a:ext uri="{FF2B5EF4-FFF2-40B4-BE49-F238E27FC236}">
                    <a16:creationId xmlns:a16="http://schemas.microsoft.com/office/drawing/2014/main" id="{72F609EF-01AD-4B07-84C9-BAC1087C5967}"/>
                  </a:ext>
                </a:extLst>
              </p:cNvPr>
              <p:cNvSpPr>
                <a:spLocks noChangeArrowheads="1"/>
              </p:cNvSpPr>
              <p:nvPr/>
            </p:nvSpPr>
            <p:spPr bwMode="auto">
              <a:xfrm>
                <a:off x="3176" y="256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2" name="Rectangle 787">
                <a:extLst>
                  <a:ext uri="{FF2B5EF4-FFF2-40B4-BE49-F238E27FC236}">
                    <a16:creationId xmlns:a16="http://schemas.microsoft.com/office/drawing/2014/main" id="{124E17CF-0257-4994-855A-DC455B17C64F}"/>
                  </a:ext>
                </a:extLst>
              </p:cNvPr>
              <p:cNvSpPr>
                <a:spLocks noChangeArrowheads="1"/>
              </p:cNvSpPr>
              <p:nvPr/>
            </p:nvSpPr>
            <p:spPr bwMode="auto">
              <a:xfrm>
                <a:off x="3208" y="25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3" name="Rectangle 788">
                <a:extLst>
                  <a:ext uri="{FF2B5EF4-FFF2-40B4-BE49-F238E27FC236}">
                    <a16:creationId xmlns:a16="http://schemas.microsoft.com/office/drawing/2014/main" id="{622403AC-3E76-460D-84DC-4DCABA80F216}"/>
                  </a:ext>
                </a:extLst>
              </p:cNvPr>
              <p:cNvSpPr>
                <a:spLocks noChangeArrowheads="1"/>
              </p:cNvSpPr>
              <p:nvPr/>
            </p:nvSpPr>
            <p:spPr bwMode="auto">
              <a:xfrm>
                <a:off x="3236"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4" name="Rectangle 789">
                <a:extLst>
                  <a:ext uri="{FF2B5EF4-FFF2-40B4-BE49-F238E27FC236}">
                    <a16:creationId xmlns:a16="http://schemas.microsoft.com/office/drawing/2014/main" id="{02E757CC-F222-45EB-ADA3-F2C6BD4450DA}"/>
                  </a:ext>
                </a:extLst>
              </p:cNvPr>
              <p:cNvSpPr>
                <a:spLocks noChangeArrowheads="1"/>
              </p:cNvSpPr>
              <p:nvPr/>
            </p:nvSpPr>
            <p:spPr bwMode="auto">
              <a:xfrm>
                <a:off x="3254"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5" name="Rectangle 790">
                <a:extLst>
                  <a:ext uri="{FF2B5EF4-FFF2-40B4-BE49-F238E27FC236}">
                    <a16:creationId xmlns:a16="http://schemas.microsoft.com/office/drawing/2014/main" id="{E8BBB726-D3D1-4ABC-B408-34E281F418D4}"/>
                  </a:ext>
                </a:extLst>
              </p:cNvPr>
              <p:cNvSpPr>
                <a:spLocks noChangeArrowheads="1"/>
              </p:cNvSpPr>
              <p:nvPr/>
            </p:nvSpPr>
            <p:spPr bwMode="auto">
              <a:xfrm>
                <a:off x="3298" y="2569"/>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6" name="Rectangle 791">
                <a:extLst>
                  <a:ext uri="{FF2B5EF4-FFF2-40B4-BE49-F238E27FC236}">
                    <a16:creationId xmlns:a16="http://schemas.microsoft.com/office/drawing/2014/main" id="{39E14151-7CFF-480D-BEEF-BBD09D172E2D}"/>
                  </a:ext>
                </a:extLst>
              </p:cNvPr>
              <p:cNvSpPr>
                <a:spLocks noChangeArrowheads="1"/>
              </p:cNvSpPr>
              <p:nvPr/>
            </p:nvSpPr>
            <p:spPr bwMode="auto">
              <a:xfrm>
                <a:off x="3336"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7" name="Rectangle 792">
                <a:extLst>
                  <a:ext uri="{FF2B5EF4-FFF2-40B4-BE49-F238E27FC236}">
                    <a16:creationId xmlns:a16="http://schemas.microsoft.com/office/drawing/2014/main" id="{28D7ECCE-B41F-4894-8C47-7040F8B3D77A}"/>
                  </a:ext>
                </a:extLst>
              </p:cNvPr>
              <p:cNvSpPr>
                <a:spLocks noChangeArrowheads="1"/>
              </p:cNvSpPr>
              <p:nvPr/>
            </p:nvSpPr>
            <p:spPr bwMode="auto">
              <a:xfrm>
                <a:off x="2844"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8" name="Rectangle 793">
                <a:extLst>
                  <a:ext uri="{FF2B5EF4-FFF2-40B4-BE49-F238E27FC236}">
                    <a16:creationId xmlns:a16="http://schemas.microsoft.com/office/drawing/2014/main" id="{37506232-CB09-493B-AFED-C1A56F816297}"/>
                  </a:ext>
                </a:extLst>
              </p:cNvPr>
              <p:cNvSpPr>
                <a:spLocks noChangeArrowheads="1"/>
              </p:cNvSpPr>
              <p:nvPr/>
            </p:nvSpPr>
            <p:spPr bwMode="auto">
              <a:xfrm>
                <a:off x="2888" y="2668"/>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9" name="Rectangle 794">
                <a:extLst>
                  <a:ext uri="{FF2B5EF4-FFF2-40B4-BE49-F238E27FC236}">
                    <a16:creationId xmlns:a16="http://schemas.microsoft.com/office/drawing/2014/main" id="{3BE5A8F9-B042-4DA4-8595-F10DA837EA68}"/>
                  </a:ext>
                </a:extLst>
              </p:cNvPr>
              <p:cNvSpPr>
                <a:spLocks noChangeArrowheads="1"/>
              </p:cNvSpPr>
              <p:nvPr/>
            </p:nvSpPr>
            <p:spPr bwMode="auto">
              <a:xfrm>
                <a:off x="2913"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0" name="Rectangle 795">
                <a:extLst>
                  <a:ext uri="{FF2B5EF4-FFF2-40B4-BE49-F238E27FC236}">
                    <a16:creationId xmlns:a16="http://schemas.microsoft.com/office/drawing/2014/main" id="{32414F76-9C6D-4117-924E-3F0AE1B52E89}"/>
                  </a:ext>
                </a:extLst>
              </p:cNvPr>
              <p:cNvSpPr>
                <a:spLocks noChangeArrowheads="1"/>
              </p:cNvSpPr>
              <p:nvPr/>
            </p:nvSpPr>
            <p:spPr bwMode="auto">
              <a:xfrm>
                <a:off x="2932"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1" name="Rectangle 796">
                <a:extLst>
                  <a:ext uri="{FF2B5EF4-FFF2-40B4-BE49-F238E27FC236}">
                    <a16:creationId xmlns:a16="http://schemas.microsoft.com/office/drawing/2014/main" id="{5806DC2D-90AD-435F-B61C-F184DD9717BA}"/>
                  </a:ext>
                </a:extLst>
              </p:cNvPr>
              <p:cNvSpPr>
                <a:spLocks noChangeArrowheads="1"/>
              </p:cNvSpPr>
              <p:nvPr/>
            </p:nvSpPr>
            <p:spPr bwMode="auto">
              <a:xfrm>
                <a:off x="2951"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2" name="Rectangle 797">
                <a:extLst>
                  <a:ext uri="{FF2B5EF4-FFF2-40B4-BE49-F238E27FC236}">
                    <a16:creationId xmlns:a16="http://schemas.microsoft.com/office/drawing/2014/main" id="{766A75EA-3F22-4E5B-9FD5-0CC435BD9360}"/>
                  </a:ext>
                </a:extLst>
              </p:cNvPr>
              <p:cNvSpPr>
                <a:spLocks noChangeArrowheads="1"/>
              </p:cNvSpPr>
              <p:nvPr/>
            </p:nvSpPr>
            <p:spPr bwMode="auto">
              <a:xfrm>
                <a:off x="2994"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3" name="Rectangle 798">
                <a:extLst>
                  <a:ext uri="{FF2B5EF4-FFF2-40B4-BE49-F238E27FC236}">
                    <a16:creationId xmlns:a16="http://schemas.microsoft.com/office/drawing/2014/main" id="{837B8E0D-37EB-4F40-A092-40F8399EC648}"/>
                  </a:ext>
                </a:extLst>
              </p:cNvPr>
              <p:cNvSpPr>
                <a:spLocks noChangeArrowheads="1"/>
              </p:cNvSpPr>
              <p:nvPr/>
            </p:nvSpPr>
            <p:spPr bwMode="auto">
              <a:xfrm>
                <a:off x="3037"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4" name="Rectangle 799">
                <a:extLst>
                  <a:ext uri="{FF2B5EF4-FFF2-40B4-BE49-F238E27FC236}">
                    <a16:creationId xmlns:a16="http://schemas.microsoft.com/office/drawing/2014/main" id="{EABDF41C-F781-4C7A-ABB2-E3A6CDA3AF01}"/>
                  </a:ext>
                </a:extLst>
              </p:cNvPr>
              <p:cNvSpPr>
                <a:spLocks noChangeArrowheads="1"/>
              </p:cNvSpPr>
              <p:nvPr/>
            </p:nvSpPr>
            <p:spPr bwMode="auto">
              <a:xfrm>
                <a:off x="3056" y="2668"/>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5" name="Rectangle 800">
                <a:extLst>
                  <a:ext uri="{FF2B5EF4-FFF2-40B4-BE49-F238E27FC236}">
                    <a16:creationId xmlns:a16="http://schemas.microsoft.com/office/drawing/2014/main" id="{94AD5C4F-F2CC-4112-97FF-8B811FFA06A4}"/>
                  </a:ext>
                </a:extLst>
              </p:cNvPr>
              <p:cNvSpPr>
                <a:spLocks noChangeArrowheads="1"/>
              </p:cNvSpPr>
              <p:nvPr/>
            </p:nvSpPr>
            <p:spPr bwMode="auto">
              <a:xfrm>
                <a:off x="3093"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6" name="Rectangle 801">
                <a:extLst>
                  <a:ext uri="{FF2B5EF4-FFF2-40B4-BE49-F238E27FC236}">
                    <a16:creationId xmlns:a16="http://schemas.microsoft.com/office/drawing/2014/main" id="{139870EE-127E-4862-9178-3ABD3A723E59}"/>
                  </a:ext>
                </a:extLst>
              </p:cNvPr>
              <p:cNvSpPr>
                <a:spLocks noChangeArrowheads="1"/>
              </p:cNvSpPr>
              <p:nvPr/>
            </p:nvSpPr>
            <p:spPr bwMode="auto">
              <a:xfrm>
                <a:off x="3113"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7" name="Rectangle 802">
                <a:extLst>
                  <a:ext uri="{FF2B5EF4-FFF2-40B4-BE49-F238E27FC236}">
                    <a16:creationId xmlns:a16="http://schemas.microsoft.com/office/drawing/2014/main" id="{2AD969BB-5100-4FFA-9B4F-DA7AD461493F}"/>
                  </a:ext>
                </a:extLst>
              </p:cNvPr>
              <p:cNvSpPr>
                <a:spLocks noChangeArrowheads="1"/>
              </p:cNvSpPr>
              <p:nvPr/>
            </p:nvSpPr>
            <p:spPr bwMode="auto">
              <a:xfrm>
                <a:off x="3156"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8" name="Rectangle 803">
                <a:extLst>
                  <a:ext uri="{FF2B5EF4-FFF2-40B4-BE49-F238E27FC236}">
                    <a16:creationId xmlns:a16="http://schemas.microsoft.com/office/drawing/2014/main" id="{C3DF96A6-5916-432C-AC49-D41C6C2EC36D}"/>
                  </a:ext>
                </a:extLst>
              </p:cNvPr>
              <p:cNvSpPr>
                <a:spLocks noChangeArrowheads="1"/>
              </p:cNvSpPr>
              <p:nvPr/>
            </p:nvSpPr>
            <p:spPr bwMode="auto">
              <a:xfrm>
                <a:off x="3199" y="2668"/>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9" name="Rectangle 804">
                <a:extLst>
                  <a:ext uri="{FF2B5EF4-FFF2-40B4-BE49-F238E27FC236}">
                    <a16:creationId xmlns:a16="http://schemas.microsoft.com/office/drawing/2014/main" id="{D2D8D201-042A-4803-8756-4D186AE40955}"/>
                  </a:ext>
                </a:extLst>
              </p:cNvPr>
              <p:cNvSpPr>
                <a:spLocks noChangeArrowheads="1"/>
              </p:cNvSpPr>
              <p:nvPr/>
            </p:nvSpPr>
            <p:spPr bwMode="auto">
              <a:xfrm>
                <a:off x="3239"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0" name="Rectangle 805">
                <a:extLst>
                  <a:ext uri="{FF2B5EF4-FFF2-40B4-BE49-F238E27FC236}">
                    <a16:creationId xmlns:a16="http://schemas.microsoft.com/office/drawing/2014/main" id="{1D1DD15C-EB5C-46D5-BC9A-9CCA7109C53F}"/>
                  </a:ext>
                </a:extLst>
              </p:cNvPr>
              <p:cNvSpPr>
                <a:spLocks noChangeArrowheads="1"/>
              </p:cNvSpPr>
              <p:nvPr/>
            </p:nvSpPr>
            <p:spPr bwMode="auto">
              <a:xfrm>
                <a:off x="3257" y="266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1" name="Rectangle 806">
                <a:extLst>
                  <a:ext uri="{FF2B5EF4-FFF2-40B4-BE49-F238E27FC236}">
                    <a16:creationId xmlns:a16="http://schemas.microsoft.com/office/drawing/2014/main" id="{A548DA2C-9BC1-4358-A985-6BE619B4B40D}"/>
                  </a:ext>
                </a:extLst>
              </p:cNvPr>
              <p:cNvSpPr>
                <a:spLocks noChangeArrowheads="1"/>
              </p:cNvSpPr>
              <p:nvPr/>
            </p:nvSpPr>
            <p:spPr bwMode="auto">
              <a:xfrm>
                <a:off x="3289"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2" name="Rectangle 807">
                <a:extLst>
                  <a:ext uri="{FF2B5EF4-FFF2-40B4-BE49-F238E27FC236}">
                    <a16:creationId xmlns:a16="http://schemas.microsoft.com/office/drawing/2014/main" id="{DAFF104A-C0BD-4028-A3AD-5510CB8D673B}"/>
                  </a:ext>
                </a:extLst>
              </p:cNvPr>
              <p:cNvSpPr>
                <a:spLocks noChangeArrowheads="1"/>
              </p:cNvSpPr>
              <p:nvPr/>
            </p:nvSpPr>
            <p:spPr bwMode="auto">
              <a:xfrm>
                <a:off x="2801" y="2766"/>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 name="Group 1009">
              <a:extLst>
                <a:ext uri="{FF2B5EF4-FFF2-40B4-BE49-F238E27FC236}">
                  <a16:creationId xmlns:a16="http://schemas.microsoft.com/office/drawing/2014/main" id="{CD2A9FE8-0CB5-4250-95B6-85D481102940}"/>
                </a:ext>
              </a:extLst>
            </p:cNvPr>
            <p:cNvGrpSpPr>
              <a:grpSpLocks/>
            </p:cNvGrpSpPr>
            <p:nvPr/>
          </p:nvGrpSpPr>
          <p:grpSpPr bwMode="auto">
            <a:xfrm>
              <a:off x="2157" y="756"/>
              <a:ext cx="3011" cy="2142"/>
              <a:chOff x="2157" y="756"/>
              <a:chExt cx="3011" cy="2142"/>
            </a:xfrm>
          </p:grpSpPr>
          <p:sp>
            <p:nvSpPr>
              <p:cNvPr id="163" name="Rectangle 809">
                <a:extLst>
                  <a:ext uri="{FF2B5EF4-FFF2-40B4-BE49-F238E27FC236}">
                    <a16:creationId xmlns:a16="http://schemas.microsoft.com/office/drawing/2014/main" id="{3934C049-9CA1-49B6-977F-20DE7F03F5D5}"/>
                  </a:ext>
                </a:extLst>
              </p:cNvPr>
              <p:cNvSpPr>
                <a:spLocks noChangeArrowheads="1"/>
              </p:cNvSpPr>
              <p:nvPr/>
            </p:nvSpPr>
            <p:spPr bwMode="auto">
              <a:xfrm>
                <a:off x="2841"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4" name="Rectangle 810">
                <a:extLst>
                  <a:ext uri="{FF2B5EF4-FFF2-40B4-BE49-F238E27FC236}">
                    <a16:creationId xmlns:a16="http://schemas.microsoft.com/office/drawing/2014/main" id="{F91F1353-CCDE-4F7C-AFEF-F874A736D19E}"/>
                  </a:ext>
                </a:extLst>
              </p:cNvPr>
              <p:cNvSpPr>
                <a:spLocks noChangeArrowheads="1"/>
              </p:cNvSpPr>
              <p:nvPr/>
            </p:nvSpPr>
            <p:spPr bwMode="auto">
              <a:xfrm>
                <a:off x="2884"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5" name="Rectangle 811">
                <a:extLst>
                  <a:ext uri="{FF2B5EF4-FFF2-40B4-BE49-F238E27FC236}">
                    <a16:creationId xmlns:a16="http://schemas.microsoft.com/office/drawing/2014/main" id="{19B2EB2B-1B5B-42C3-B50C-6602C144C097}"/>
                  </a:ext>
                </a:extLst>
              </p:cNvPr>
              <p:cNvSpPr>
                <a:spLocks noChangeArrowheads="1"/>
              </p:cNvSpPr>
              <p:nvPr/>
            </p:nvSpPr>
            <p:spPr bwMode="auto">
              <a:xfrm>
                <a:off x="2927" y="276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6" name="Rectangle 812">
                <a:extLst>
                  <a:ext uri="{FF2B5EF4-FFF2-40B4-BE49-F238E27FC236}">
                    <a16:creationId xmlns:a16="http://schemas.microsoft.com/office/drawing/2014/main" id="{ED648803-EED5-4B12-BE69-1637D2E6022E}"/>
                  </a:ext>
                </a:extLst>
              </p:cNvPr>
              <p:cNvSpPr>
                <a:spLocks noChangeArrowheads="1"/>
              </p:cNvSpPr>
              <p:nvPr/>
            </p:nvSpPr>
            <p:spPr bwMode="auto">
              <a:xfrm>
                <a:off x="2946"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7" name="Rectangle 813">
                <a:extLst>
                  <a:ext uri="{FF2B5EF4-FFF2-40B4-BE49-F238E27FC236}">
                    <a16:creationId xmlns:a16="http://schemas.microsoft.com/office/drawing/2014/main" id="{E1A2BFF3-4B33-480B-8214-A0789ED5064E}"/>
                  </a:ext>
                </a:extLst>
              </p:cNvPr>
              <p:cNvSpPr>
                <a:spLocks noChangeArrowheads="1"/>
              </p:cNvSpPr>
              <p:nvPr/>
            </p:nvSpPr>
            <p:spPr bwMode="auto">
              <a:xfrm>
                <a:off x="2990"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8" name="Rectangle 814">
                <a:extLst>
                  <a:ext uri="{FF2B5EF4-FFF2-40B4-BE49-F238E27FC236}">
                    <a16:creationId xmlns:a16="http://schemas.microsoft.com/office/drawing/2014/main" id="{449E9E01-2AF6-4D2B-B339-FEB1CEC7D35B}"/>
                  </a:ext>
                </a:extLst>
              </p:cNvPr>
              <p:cNvSpPr>
                <a:spLocks noChangeArrowheads="1"/>
              </p:cNvSpPr>
              <p:nvPr/>
            </p:nvSpPr>
            <p:spPr bwMode="auto">
              <a:xfrm>
                <a:off x="3034"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9" name="Rectangle 815">
                <a:extLst>
                  <a:ext uri="{FF2B5EF4-FFF2-40B4-BE49-F238E27FC236}">
                    <a16:creationId xmlns:a16="http://schemas.microsoft.com/office/drawing/2014/main" id="{ABB7A255-7DE3-49F6-ADE5-16DBFAF24516}"/>
                  </a:ext>
                </a:extLst>
              </p:cNvPr>
              <p:cNvSpPr>
                <a:spLocks noChangeArrowheads="1"/>
              </p:cNvSpPr>
              <p:nvPr/>
            </p:nvSpPr>
            <p:spPr bwMode="auto">
              <a:xfrm>
                <a:off x="3077" y="2766"/>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0" name="Rectangle 816">
                <a:extLst>
                  <a:ext uri="{FF2B5EF4-FFF2-40B4-BE49-F238E27FC236}">
                    <a16:creationId xmlns:a16="http://schemas.microsoft.com/office/drawing/2014/main" id="{5EFB25F5-9D4E-4347-BFB9-58EFEEE12D7E}"/>
                  </a:ext>
                </a:extLst>
              </p:cNvPr>
              <p:cNvSpPr>
                <a:spLocks noChangeArrowheads="1"/>
              </p:cNvSpPr>
              <p:nvPr/>
            </p:nvSpPr>
            <p:spPr bwMode="auto">
              <a:xfrm>
                <a:off x="3109" y="2766"/>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1" name="Rectangle 817">
                <a:extLst>
                  <a:ext uri="{FF2B5EF4-FFF2-40B4-BE49-F238E27FC236}">
                    <a16:creationId xmlns:a16="http://schemas.microsoft.com/office/drawing/2014/main" id="{34EB6FEF-6F92-41B5-AA06-8507A2BCCD93}"/>
                  </a:ext>
                </a:extLst>
              </p:cNvPr>
              <p:cNvSpPr>
                <a:spLocks noChangeArrowheads="1"/>
              </p:cNvSpPr>
              <p:nvPr/>
            </p:nvSpPr>
            <p:spPr bwMode="auto">
              <a:xfrm>
                <a:off x="3151"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2" name="Rectangle 818">
                <a:extLst>
                  <a:ext uri="{FF2B5EF4-FFF2-40B4-BE49-F238E27FC236}">
                    <a16:creationId xmlns:a16="http://schemas.microsoft.com/office/drawing/2014/main" id="{0F75CB61-042A-46D8-A86D-C7338AA56A24}"/>
                  </a:ext>
                </a:extLst>
              </p:cNvPr>
              <p:cNvSpPr>
                <a:spLocks noChangeArrowheads="1"/>
              </p:cNvSpPr>
              <p:nvPr/>
            </p:nvSpPr>
            <p:spPr bwMode="auto">
              <a:xfrm>
                <a:off x="3194"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3" name="Rectangle 819">
                <a:extLst>
                  <a:ext uri="{FF2B5EF4-FFF2-40B4-BE49-F238E27FC236}">
                    <a16:creationId xmlns:a16="http://schemas.microsoft.com/office/drawing/2014/main" id="{089183B3-0012-437F-8A77-17409CEE4FCC}"/>
                  </a:ext>
                </a:extLst>
              </p:cNvPr>
              <p:cNvSpPr>
                <a:spLocks noChangeArrowheads="1"/>
              </p:cNvSpPr>
              <p:nvPr/>
            </p:nvSpPr>
            <p:spPr bwMode="auto">
              <a:xfrm>
                <a:off x="3238" y="2766"/>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4" name="Rectangle 820">
                <a:extLst>
                  <a:ext uri="{FF2B5EF4-FFF2-40B4-BE49-F238E27FC236}">
                    <a16:creationId xmlns:a16="http://schemas.microsoft.com/office/drawing/2014/main" id="{FE066788-C42E-4118-AA0A-B8A852687D57}"/>
                  </a:ext>
                </a:extLst>
              </p:cNvPr>
              <p:cNvSpPr>
                <a:spLocks noChangeArrowheads="1"/>
              </p:cNvSpPr>
              <p:nvPr/>
            </p:nvSpPr>
            <p:spPr bwMode="auto">
              <a:xfrm>
                <a:off x="3257"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5" name="Rectangle 821">
                <a:extLst>
                  <a:ext uri="{FF2B5EF4-FFF2-40B4-BE49-F238E27FC236}">
                    <a16:creationId xmlns:a16="http://schemas.microsoft.com/office/drawing/2014/main" id="{8A90C34F-1640-4BB4-BC64-6674AD108526}"/>
                  </a:ext>
                </a:extLst>
              </p:cNvPr>
              <p:cNvSpPr>
                <a:spLocks noChangeArrowheads="1"/>
              </p:cNvSpPr>
              <p:nvPr/>
            </p:nvSpPr>
            <p:spPr bwMode="auto">
              <a:xfrm>
                <a:off x="3300" y="2766"/>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6" name="Freeform 822">
                <a:extLst>
                  <a:ext uri="{FF2B5EF4-FFF2-40B4-BE49-F238E27FC236}">
                    <a16:creationId xmlns:a16="http://schemas.microsoft.com/office/drawing/2014/main" id="{63DF1F76-45CA-4C35-BDB9-5F82FF6B636D}"/>
                  </a:ext>
                </a:extLst>
              </p:cNvPr>
              <p:cNvSpPr>
                <a:spLocks/>
              </p:cNvSpPr>
              <p:nvPr/>
            </p:nvSpPr>
            <p:spPr bwMode="auto">
              <a:xfrm>
                <a:off x="4428" y="2071"/>
                <a:ext cx="719" cy="430"/>
              </a:xfrm>
              <a:custGeom>
                <a:avLst/>
                <a:gdLst>
                  <a:gd name="T0" fmla="*/ 0 w 1854"/>
                  <a:gd name="T1" fmla="*/ 0 h 1107"/>
                  <a:gd name="T2" fmla="*/ 0 w 1854"/>
                  <a:gd name="T3" fmla="*/ 0 h 1107"/>
                  <a:gd name="T4" fmla="*/ 1854 w 1854"/>
                  <a:gd name="T5" fmla="*/ 0 h 1107"/>
                  <a:gd name="T6" fmla="*/ 1854 w 1854"/>
                  <a:gd name="T7" fmla="*/ 1107 h 1107"/>
                  <a:gd name="T8" fmla="*/ 0 w 1854"/>
                  <a:gd name="T9" fmla="*/ 1107 h 1107"/>
                  <a:gd name="T10" fmla="*/ 0 w 1854"/>
                  <a:gd name="T11" fmla="*/ 0 h 1107"/>
                </a:gdLst>
                <a:ahLst/>
                <a:cxnLst>
                  <a:cxn ang="0">
                    <a:pos x="T0" y="T1"/>
                  </a:cxn>
                  <a:cxn ang="0">
                    <a:pos x="T2" y="T3"/>
                  </a:cxn>
                  <a:cxn ang="0">
                    <a:pos x="T4" y="T5"/>
                  </a:cxn>
                  <a:cxn ang="0">
                    <a:pos x="T6" y="T7"/>
                  </a:cxn>
                  <a:cxn ang="0">
                    <a:pos x="T8" y="T9"/>
                  </a:cxn>
                  <a:cxn ang="0">
                    <a:pos x="T10" y="T11"/>
                  </a:cxn>
                </a:cxnLst>
                <a:rect l="0" t="0" r="r" b="b"/>
                <a:pathLst>
                  <a:path w="1854" h="1107">
                    <a:moveTo>
                      <a:pt x="0" y="0"/>
                    </a:moveTo>
                    <a:lnTo>
                      <a:pt x="0" y="0"/>
                    </a:lnTo>
                    <a:lnTo>
                      <a:pt x="1854" y="0"/>
                    </a:lnTo>
                    <a:lnTo>
                      <a:pt x="1854" y="1107"/>
                    </a:lnTo>
                    <a:lnTo>
                      <a:pt x="0" y="1107"/>
                    </a:lnTo>
                    <a:lnTo>
                      <a:pt x="0" y="0"/>
                    </a:lnTo>
                    <a:close/>
                  </a:path>
                </a:pathLst>
              </a:custGeom>
              <a:solidFill>
                <a:srgbClr val="E2F0D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7" name="Freeform 823">
                <a:extLst>
                  <a:ext uri="{FF2B5EF4-FFF2-40B4-BE49-F238E27FC236}">
                    <a16:creationId xmlns:a16="http://schemas.microsoft.com/office/drawing/2014/main" id="{7D2172AD-26D3-4B6A-B9CA-5C22D4E53353}"/>
                  </a:ext>
                </a:extLst>
              </p:cNvPr>
              <p:cNvSpPr>
                <a:spLocks/>
              </p:cNvSpPr>
              <p:nvPr/>
            </p:nvSpPr>
            <p:spPr bwMode="auto">
              <a:xfrm>
                <a:off x="4428" y="2071"/>
                <a:ext cx="719" cy="430"/>
              </a:xfrm>
              <a:custGeom>
                <a:avLst/>
                <a:gdLst>
                  <a:gd name="T0" fmla="*/ 0 w 1854"/>
                  <a:gd name="T1" fmla="*/ 0 h 1107"/>
                  <a:gd name="T2" fmla="*/ 0 w 1854"/>
                  <a:gd name="T3" fmla="*/ 0 h 1107"/>
                  <a:gd name="T4" fmla="*/ 1854 w 1854"/>
                  <a:gd name="T5" fmla="*/ 0 h 1107"/>
                  <a:gd name="T6" fmla="*/ 1854 w 1854"/>
                  <a:gd name="T7" fmla="*/ 1107 h 1107"/>
                  <a:gd name="T8" fmla="*/ 0 w 1854"/>
                  <a:gd name="T9" fmla="*/ 1107 h 1107"/>
                  <a:gd name="T10" fmla="*/ 0 w 1854"/>
                  <a:gd name="T11" fmla="*/ 0 h 1107"/>
                </a:gdLst>
                <a:ahLst/>
                <a:cxnLst>
                  <a:cxn ang="0">
                    <a:pos x="T0" y="T1"/>
                  </a:cxn>
                  <a:cxn ang="0">
                    <a:pos x="T2" y="T3"/>
                  </a:cxn>
                  <a:cxn ang="0">
                    <a:pos x="T4" y="T5"/>
                  </a:cxn>
                  <a:cxn ang="0">
                    <a:pos x="T6" y="T7"/>
                  </a:cxn>
                  <a:cxn ang="0">
                    <a:pos x="T8" y="T9"/>
                  </a:cxn>
                  <a:cxn ang="0">
                    <a:pos x="T10" y="T11"/>
                  </a:cxn>
                </a:cxnLst>
                <a:rect l="0" t="0" r="r" b="b"/>
                <a:pathLst>
                  <a:path w="1854" h="1107">
                    <a:moveTo>
                      <a:pt x="0" y="0"/>
                    </a:moveTo>
                    <a:lnTo>
                      <a:pt x="0" y="0"/>
                    </a:lnTo>
                    <a:lnTo>
                      <a:pt x="1854" y="0"/>
                    </a:lnTo>
                    <a:lnTo>
                      <a:pt x="1854" y="1107"/>
                    </a:lnTo>
                    <a:lnTo>
                      <a:pt x="0" y="1107"/>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8" name="Rectangle 824">
                <a:extLst>
                  <a:ext uri="{FF2B5EF4-FFF2-40B4-BE49-F238E27FC236}">
                    <a16:creationId xmlns:a16="http://schemas.microsoft.com/office/drawing/2014/main" id="{DD39759C-AD6F-476A-9084-A30C76677213}"/>
                  </a:ext>
                </a:extLst>
              </p:cNvPr>
              <p:cNvSpPr>
                <a:spLocks noChangeArrowheads="1"/>
              </p:cNvSpPr>
              <p:nvPr/>
            </p:nvSpPr>
            <p:spPr bwMode="auto">
              <a:xfrm>
                <a:off x="4616" y="208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9" name="Rectangle 825">
                <a:extLst>
                  <a:ext uri="{FF2B5EF4-FFF2-40B4-BE49-F238E27FC236}">
                    <a16:creationId xmlns:a16="http://schemas.microsoft.com/office/drawing/2014/main" id="{ABE150E9-43CB-4D2E-B997-A72EC30E6AC7}"/>
                  </a:ext>
                </a:extLst>
              </p:cNvPr>
              <p:cNvSpPr>
                <a:spLocks noChangeArrowheads="1"/>
              </p:cNvSpPr>
              <p:nvPr/>
            </p:nvSpPr>
            <p:spPr bwMode="auto">
              <a:xfrm>
                <a:off x="4660" y="2083"/>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0" name="Rectangle 826">
                <a:extLst>
                  <a:ext uri="{FF2B5EF4-FFF2-40B4-BE49-F238E27FC236}">
                    <a16:creationId xmlns:a16="http://schemas.microsoft.com/office/drawing/2014/main" id="{391AF603-ACC1-4C9B-B792-DBA2FFCF6A4F}"/>
                  </a:ext>
                </a:extLst>
              </p:cNvPr>
              <p:cNvSpPr>
                <a:spLocks noChangeArrowheads="1"/>
              </p:cNvSpPr>
              <p:nvPr/>
            </p:nvSpPr>
            <p:spPr bwMode="auto">
              <a:xfrm>
                <a:off x="4701" y="208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1" name="Rectangle 827">
                <a:extLst>
                  <a:ext uri="{FF2B5EF4-FFF2-40B4-BE49-F238E27FC236}">
                    <a16:creationId xmlns:a16="http://schemas.microsoft.com/office/drawing/2014/main" id="{1DACB453-471C-45C1-87AE-276CCEF5EECE}"/>
                  </a:ext>
                </a:extLst>
              </p:cNvPr>
              <p:cNvSpPr>
                <a:spLocks noChangeArrowheads="1"/>
              </p:cNvSpPr>
              <p:nvPr/>
            </p:nvSpPr>
            <p:spPr bwMode="auto">
              <a:xfrm>
                <a:off x="4745" y="2083"/>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2" name="Rectangle 828">
                <a:extLst>
                  <a:ext uri="{FF2B5EF4-FFF2-40B4-BE49-F238E27FC236}">
                    <a16:creationId xmlns:a16="http://schemas.microsoft.com/office/drawing/2014/main" id="{2FD25417-30EB-4475-BB9B-CF3A081A7AEE}"/>
                  </a:ext>
                </a:extLst>
              </p:cNvPr>
              <p:cNvSpPr>
                <a:spLocks noChangeArrowheads="1"/>
              </p:cNvSpPr>
              <p:nvPr/>
            </p:nvSpPr>
            <p:spPr bwMode="auto">
              <a:xfrm>
                <a:off x="4773" y="2083"/>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3" name="Rectangle 829">
                <a:extLst>
                  <a:ext uri="{FF2B5EF4-FFF2-40B4-BE49-F238E27FC236}">
                    <a16:creationId xmlns:a16="http://schemas.microsoft.com/office/drawing/2014/main" id="{853A39CF-DA69-42DF-AF55-DF5C99E2FE17}"/>
                  </a:ext>
                </a:extLst>
              </p:cNvPr>
              <p:cNvSpPr>
                <a:spLocks noChangeArrowheads="1"/>
              </p:cNvSpPr>
              <p:nvPr/>
            </p:nvSpPr>
            <p:spPr bwMode="auto">
              <a:xfrm>
                <a:off x="4801" y="208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4" name="Rectangle 830">
                <a:extLst>
                  <a:ext uri="{FF2B5EF4-FFF2-40B4-BE49-F238E27FC236}">
                    <a16:creationId xmlns:a16="http://schemas.microsoft.com/office/drawing/2014/main" id="{9DAA480C-26BA-4DEE-A06D-4B08012CEC53}"/>
                  </a:ext>
                </a:extLst>
              </p:cNvPr>
              <p:cNvSpPr>
                <a:spLocks noChangeArrowheads="1"/>
              </p:cNvSpPr>
              <p:nvPr/>
            </p:nvSpPr>
            <p:spPr bwMode="auto">
              <a:xfrm>
                <a:off x="4842" y="2083"/>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5" name="Rectangle 831">
                <a:extLst>
                  <a:ext uri="{FF2B5EF4-FFF2-40B4-BE49-F238E27FC236}">
                    <a16:creationId xmlns:a16="http://schemas.microsoft.com/office/drawing/2014/main" id="{44DB862B-FF4B-4395-A1AF-AF7611E436E7}"/>
                  </a:ext>
                </a:extLst>
              </p:cNvPr>
              <p:cNvSpPr>
                <a:spLocks noChangeArrowheads="1"/>
              </p:cNvSpPr>
              <p:nvPr/>
            </p:nvSpPr>
            <p:spPr bwMode="auto">
              <a:xfrm>
                <a:off x="4862" y="2083"/>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6" name="Rectangle 832">
                <a:extLst>
                  <a:ext uri="{FF2B5EF4-FFF2-40B4-BE49-F238E27FC236}">
                    <a16:creationId xmlns:a16="http://schemas.microsoft.com/office/drawing/2014/main" id="{24582813-FDD1-4673-82DA-AB22653E2DA1}"/>
                  </a:ext>
                </a:extLst>
              </p:cNvPr>
              <p:cNvSpPr>
                <a:spLocks noChangeArrowheads="1"/>
              </p:cNvSpPr>
              <p:nvPr/>
            </p:nvSpPr>
            <p:spPr bwMode="auto">
              <a:xfrm>
                <a:off x="4882" y="2083"/>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7" name="Rectangle 833">
                <a:extLst>
                  <a:ext uri="{FF2B5EF4-FFF2-40B4-BE49-F238E27FC236}">
                    <a16:creationId xmlns:a16="http://schemas.microsoft.com/office/drawing/2014/main" id="{C151DC5F-469B-4462-95D2-2A56BF73E266}"/>
                  </a:ext>
                </a:extLst>
              </p:cNvPr>
              <p:cNvSpPr>
                <a:spLocks noChangeArrowheads="1"/>
              </p:cNvSpPr>
              <p:nvPr/>
            </p:nvSpPr>
            <p:spPr bwMode="auto">
              <a:xfrm>
                <a:off x="4914" y="2083"/>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8" name="Rectangle 834">
                <a:extLst>
                  <a:ext uri="{FF2B5EF4-FFF2-40B4-BE49-F238E27FC236}">
                    <a16:creationId xmlns:a16="http://schemas.microsoft.com/office/drawing/2014/main" id="{2D87709E-9993-4739-AD28-874A1784D708}"/>
                  </a:ext>
                </a:extLst>
              </p:cNvPr>
              <p:cNvSpPr>
                <a:spLocks noChangeArrowheads="1"/>
              </p:cNvSpPr>
              <p:nvPr/>
            </p:nvSpPr>
            <p:spPr bwMode="auto">
              <a:xfrm>
                <a:off x="4955" y="2083"/>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9" name="Rectangle 835">
                <a:extLst>
                  <a:ext uri="{FF2B5EF4-FFF2-40B4-BE49-F238E27FC236}">
                    <a16:creationId xmlns:a16="http://schemas.microsoft.com/office/drawing/2014/main" id="{6BC7D802-5229-49A5-8492-135BE909BD38}"/>
                  </a:ext>
                </a:extLst>
              </p:cNvPr>
              <p:cNvSpPr>
                <a:spLocks noChangeArrowheads="1"/>
              </p:cNvSpPr>
              <p:nvPr/>
            </p:nvSpPr>
            <p:spPr bwMode="auto">
              <a:xfrm>
                <a:off x="4540" y="2181"/>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0" name="Rectangle 836">
                <a:extLst>
                  <a:ext uri="{FF2B5EF4-FFF2-40B4-BE49-F238E27FC236}">
                    <a16:creationId xmlns:a16="http://schemas.microsoft.com/office/drawing/2014/main" id="{F884FA18-31C5-49C9-A985-1D6FA6291EED}"/>
                  </a:ext>
                </a:extLst>
              </p:cNvPr>
              <p:cNvSpPr>
                <a:spLocks noChangeArrowheads="1"/>
              </p:cNvSpPr>
              <p:nvPr/>
            </p:nvSpPr>
            <p:spPr bwMode="auto">
              <a:xfrm>
                <a:off x="4579" y="21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1" name="Rectangle 837">
                <a:extLst>
                  <a:ext uri="{FF2B5EF4-FFF2-40B4-BE49-F238E27FC236}">
                    <a16:creationId xmlns:a16="http://schemas.microsoft.com/office/drawing/2014/main" id="{8E02FFE4-D697-41F8-B910-4E285A45F336}"/>
                  </a:ext>
                </a:extLst>
              </p:cNvPr>
              <p:cNvSpPr>
                <a:spLocks noChangeArrowheads="1"/>
              </p:cNvSpPr>
              <p:nvPr/>
            </p:nvSpPr>
            <p:spPr bwMode="auto">
              <a:xfrm>
                <a:off x="4624" y="21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2" name="Rectangle 838">
                <a:extLst>
                  <a:ext uri="{FF2B5EF4-FFF2-40B4-BE49-F238E27FC236}">
                    <a16:creationId xmlns:a16="http://schemas.microsoft.com/office/drawing/2014/main" id="{73455761-0796-4E51-8CA8-1A29639B6338}"/>
                  </a:ext>
                </a:extLst>
              </p:cNvPr>
              <p:cNvSpPr>
                <a:spLocks noChangeArrowheads="1"/>
              </p:cNvSpPr>
              <p:nvPr/>
            </p:nvSpPr>
            <p:spPr bwMode="auto">
              <a:xfrm>
                <a:off x="4669" y="2181"/>
                <a:ext cx="11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3" name="Rectangle 839">
                <a:extLst>
                  <a:ext uri="{FF2B5EF4-FFF2-40B4-BE49-F238E27FC236}">
                    <a16:creationId xmlns:a16="http://schemas.microsoft.com/office/drawing/2014/main" id="{3C1F021F-2751-46B0-9AD3-1FFE6712706B}"/>
                  </a:ext>
                </a:extLst>
              </p:cNvPr>
              <p:cNvSpPr>
                <a:spLocks noChangeArrowheads="1"/>
              </p:cNvSpPr>
              <p:nvPr/>
            </p:nvSpPr>
            <p:spPr bwMode="auto">
              <a:xfrm>
                <a:off x="4730" y="2181"/>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4" name="Rectangle 840">
                <a:extLst>
                  <a:ext uri="{FF2B5EF4-FFF2-40B4-BE49-F238E27FC236}">
                    <a16:creationId xmlns:a16="http://schemas.microsoft.com/office/drawing/2014/main" id="{74EED181-FCA0-4148-8A2A-6A19086EEBCF}"/>
                  </a:ext>
                </a:extLst>
              </p:cNvPr>
              <p:cNvSpPr>
                <a:spLocks noChangeArrowheads="1"/>
              </p:cNvSpPr>
              <p:nvPr/>
            </p:nvSpPr>
            <p:spPr bwMode="auto">
              <a:xfrm>
                <a:off x="4750" y="21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5" name="Rectangle 841">
                <a:extLst>
                  <a:ext uri="{FF2B5EF4-FFF2-40B4-BE49-F238E27FC236}">
                    <a16:creationId xmlns:a16="http://schemas.microsoft.com/office/drawing/2014/main" id="{5E4A9B36-280E-4A32-B08E-7452998A38A6}"/>
                  </a:ext>
                </a:extLst>
              </p:cNvPr>
              <p:cNvSpPr>
                <a:spLocks noChangeArrowheads="1"/>
              </p:cNvSpPr>
              <p:nvPr/>
            </p:nvSpPr>
            <p:spPr bwMode="auto">
              <a:xfrm>
                <a:off x="4791" y="2181"/>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6" name="Rectangle 842">
                <a:extLst>
                  <a:ext uri="{FF2B5EF4-FFF2-40B4-BE49-F238E27FC236}">
                    <a16:creationId xmlns:a16="http://schemas.microsoft.com/office/drawing/2014/main" id="{44586D60-3849-417E-99CF-A6523D7D62C8}"/>
                  </a:ext>
                </a:extLst>
              </p:cNvPr>
              <p:cNvSpPr>
                <a:spLocks noChangeArrowheads="1"/>
              </p:cNvSpPr>
              <p:nvPr/>
            </p:nvSpPr>
            <p:spPr bwMode="auto">
              <a:xfrm>
                <a:off x="4836" y="2181"/>
                <a:ext cx="8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7" name="Rectangle 843">
                <a:extLst>
                  <a:ext uri="{FF2B5EF4-FFF2-40B4-BE49-F238E27FC236}">
                    <a16:creationId xmlns:a16="http://schemas.microsoft.com/office/drawing/2014/main" id="{4958E9A6-981E-4B3B-82A3-E06FCACF0BF6}"/>
                  </a:ext>
                </a:extLst>
              </p:cNvPr>
              <p:cNvSpPr>
                <a:spLocks noChangeArrowheads="1"/>
              </p:cNvSpPr>
              <p:nvPr/>
            </p:nvSpPr>
            <p:spPr bwMode="auto">
              <a:xfrm>
                <a:off x="4875" y="2181"/>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8" name="Rectangle 844">
                <a:extLst>
                  <a:ext uri="{FF2B5EF4-FFF2-40B4-BE49-F238E27FC236}">
                    <a16:creationId xmlns:a16="http://schemas.microsoft.com/office/drawing/2014/main" id="{8CE419CD-BF57-4858-9476-035BAB7AE168}"/>
                  </a:ext>
                </a:extLst>
              </p:cNvPr>
              <p:cNvSpPr>
                <a:spLocks noChangeArrowheads="1"/>
              </p:cNvSpPr>
              <p:nvPr/>
            </p:nvSpPr>
            <p:spPr bwMode="auto">
              <a:xfrm>
                <a:off x="4916" y="218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9" name="Rectangle 845">
                <a:extLst>
                  <a:ext uri="{FF2B5EF4-FFF2-40B4-BE49-F238E27FC236}">
                    <a16:creationId xmlns:a16="http://schemas.microsoft.com/office/drawing/2014/main" id="{865AAEAF-D700-4C7E-BBD1-1190ACD66CC1}"/>
                  </a:ext>
                </a:extLst>
              </p:cNvPr>
              <p:cNvSpPr>
                <a:spLocks noChangeArrowheads="1"/>
              </p:cNvSpPr>
              <p:nvPr/>
            </p:nvSpPr>
            <p:spPr bwMode="auto">
              <a:xfrm>
                <a:off x="4934" y="2181"/>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0" name="Rectangle 846">
                <a:extLst>
                  <a:ext uri="{FF2B5EF4-FFF2-40B4-BE49-F238E27FC236}">
                    <a16:creationId xmlns:a16="http://schemas.microsoft.com/office/drawing/2014/main" id="{0DE5DB81-13D2-4952-BC64-9B8F4E2680D7}"/>
                  </a:ext>
                </a:extLst>
              </p:cNvPr>
              <p:cNvSpPr>
                <a:spLocks noChangeArrowheads="1"/>
              </p:cNvSpPr>
              <p:nvPr/>
            </p:nvSpPr>
            <p:spPr bwMode="auto">
              <a:xfrm>
                <a:off x="4958" y="218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1" name="Rectangle 847">
                <a:extLst>
                  <a:ext uri="{FF2B5EF4-FFF2-40B4-BE49-F238E27FC236}">
                    <a16:creationId xmlns:a16="http://schemas.microsoft.com/office/drawing/2014/main" id="{34177176-5BED-4A92-AB0C-E86F638F0AF9}"/>
                  </a:ext>
                </a:extLst>
              </p:cNvPr>
              <p:cNvSpPr>
                <a:spLocks noChangeArrowheads="1"/>
              </p:cNvSpPr>
              <p:nvPr/>
            </p:nvSpPr>
            <p:spPr bwMode="auto">
              <a:xfrm>
                <a:off x="5002" y="2181"/>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2" name="Rectangle 848">
                <a:extLst>
                  <a:ext uri="{FF2B5EF4-FFF2-40B4-BE49-F238E27FC236}">
                    <a16:creationId xmlns:a16="http://schemas.microsoft.com/office/drawing/2014/main" id="{3D3C62C0-FB84-4369-8690-4FFCCC60217B}"/>
                  </a:ext>
                </a:extLst>
              </p:cNvPr>
              <p:cNvSpPr>
                <a:spLocks noChangeArrowheads="1"/>
              </p:cNvSpPr>
              <p:nvPr/>
            </p:nvSpPr>
            <p:spPr bwMode="auto">
              <a:xfrm>
                <a:off x="5031" y="218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3" name="Rectangle 849">
                <a:extLst>
                  <a:ext uri="{FF2B5EF4-FFF2-40B4-BE49-F238E27FC236}">
                    <a16:creationId xmlns:a16="http://schemas.microsoft.com/office/drawing/2014/main" id="{3781C895-A4A4-4D46-8CBA-C10E00A2E285}"/>
                  </a:ext>
                </a:extLst>
              </p:cNvPr>
              <p:cNvSpPr>
                <a:spLocks noChangeArrowheads="1"/>
              </p:cNvSpPr>
              <p:nvPr/>
            </p:nvSpPr>
            <p:spPr bwMode="auto">
              <a:xfrm>
                <a:off x="4472" y="228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4" name="Rectangle 850">
                <a:extLst>
                  <a:ext uri="{FF2B5EF4-FFF2-40B4-BE49-F238E27FC236}">
                    <a16:creationId xmlns:a16="http://schemas.microsoft.com/office/drawing/2014/main" id="{89710260-3C25-4235-9C4D-F059F6420073}"/>
                  </a:ext>
                </a:extLst>
              </p:cNvPr>
              <p:cNvSpPr>
                <a:spLocks noChangeArrowheads="1"/>
              </p:cNvSpPr>
              <p:nvPr/>
            </p:nvSpPr>
            <p:spPr bwMode="auto">
              <a:xfrm>
                <a:off x="4511" y="228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5" name="Rectangle 851">
                <a:extLst>
                  <a:ext uri="{FF2B5EF4-FFF2-40B4-BE49-F238E27FC236}">
                    <a16:creationId xmlns:a16="http://schemas.microsoft.com/office/drawing/2014/main" id="{7CD2FE2A-E8AA-4955-98A4-E81FAB9663B9}"/>
                  </a:ext>
                </a:extLst>
              </p:cNvPr>
              <p:cNvSpPr>
                <a:spLocks noChangeArrowheads="1"/>
              </p:cNvSpPr>
              <p:nvPr/>
            </p:nvSpPr>
            <p:spPr bwMode="auto">
              <a:xfrm>
                <a:off x="4555" y="228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6" name="Rectangle 852">
                <a:extLst>
                  <a:ext uri="{FF2B5EF4-FFF2-40B4-BE49-F238E27FC236}">
                    <a16:creationId xmlns:a16="http://schemas.microsoft.com/office/drawing/2014/main" id="{D2C9D378-FC27-4D3E-A03A-9C4FE205D59D}"/>
                  </a:ext>
                </a:extLst>
              </p:cNvPr>
              <p:cNvSpPr>
                <a:spLocks noChangeArrowheads="1"/>
              </p:cNvSpPr>
              <p:nvPr/>
            </p:nvSpPr>
            <p:spPr bwMode="auto">
              <a:xfrm>
                <a:off x="4594"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7" name="Rectangle 853">
                <a:extLst>
                  <a:ext uri="{FF2B5EF4-FFF2-40B4-BE49-F238E27FC236}">
                    <a16:creationId xmlns:a16="http://schemas.microsoft.com/office/drawing/2014/main" id="{9AF959E8-0B80-4338-A06A-02C6EB4B9EBF}"/>
                  </a:ext>
                </a:extLst>
              </p:cNvPr>
              <p:cNvSpPr>
                <a:spLocks noChangeArrowheads="1"/>
              </p:cNvSpPr>
              <p:nvPr/>
            </p:nvSpPr>
            <p:spPr bwMode="auto">
              <a:xfrm>
                <a:off x="4613" y="2280"/>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8" name="Rectangle 854">
                <a:extLst>
                  <a:ext uri="{FF2B5EF4-FFF2-40B4-BE49-F238E27FC236}">
                    <a16:creationId xmlns:a16="http://schemas.microsoft.com/office/drawing/2014/main" id="{CE6CFC7D-06D2-41C8-B71A-DF5A9B24A08C}"/>
                  </a:ext>
                </a:extLst>
              </p:cNvPr>
              <p:cNvSpPr>
                <a:spLocks noChangeArrowheads="1"/>
              </p:cNvSpPr>
              <p:nvPr/>
            </p:nvSpPr>
            <p:spPr bwMode="auto">
              <a:xfrm>
                <a:off x="4651" y="228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9" name="Rectangle 855">
                <a:extLst>
                  <a:ext uri="{FF2B5EF4-FFF2-40B4-BE49-F238E27FC236}">
                    <a16:creationId xmlns:a16="http://schemas.microsoft.com/office/drawing/2014/main" id="{33472FF6-0E52-4DF8-A018-30D310C40E51}"/>
                  </a:ext>
                </a:extLst>
              </p:cNvPr>
              <p:cNvSpPr>
                <a:spLocks noChangeArrowheads="1"/>
              </p:cNvSpPr>
              <p:nvPr/>
            </p:nvSpPr>
            <p:spPr bwMode="auto">
              <a:xfrm>
                <a:off x="4679"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0" name="Rectangle 856">
                <a:extLst>
                  <a:ext uri="{FF2B5EF4-FFF2-40B4-BE49-F238E27FC236}">
                    <a16:creationId xmlns:a16="http://schemas.microsoft.com/office/drawing/2014/main" id="{0D6D67C5-1ACE-4393-BC0E-A236937F1A59}"/>
                  </a:ext>
                </a:extLst>
              </p:cNvPr>
              <p:cNvSpPr>
                <a:spLocks noChangeArrowheads="1"/>
              </p:cNvSpPr>
              <p:nvPr/>
            </p:nvSpPr>
            <p:spPr bwMode="auto">
              <a:xfrm>
                <a:off x="4698" y="2280"/>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1" name="Rectangle 857">
                <a:extLst>
                  <a:ext uri="{FF2B5EF4-FFF2-40B4-BE49-F238E27FC236}">
                    <a16:creationId xmlns:a16="http://schemas.microsoft.com/office/drawing/2014/main" id="{D151B50F-6725-44CC-9772-CC913EDABE8E}"/>
                  </a:ext>
                </a:extLst>
              </p:cNvPr>
              <p:cNvSpPr>
                <a:spLocks noChangeArrowheads="1"/>
              </p:cNvSpPr>
              <p:nvPr/>
            </p:nvSpPr>
            <p:spPr bwMode="auto">
              <a:xfrm>
                <a:off x="4733" y="2280"/>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2" name="Rectangle 858">
                <a:extLst>
                  <a:ext uri="{FF2B5EF4-FFF2-40B4-BE49-F238E27FC236}">
                    <a16:creationId xmlns:a16="http://schemas.microsoft.com/office/drawing/2014/main" id="{C87C8A66-ED91-4EC3-AA37-AAEA8EC928B2}"/>
                  </a:ext>
                </a:extLst>
              </p:cNvPr>
              <p:cNvSpPr>
                <a:spLocks noChangeArrowheads="1"/>
              </p:cNvSpPr>
              <p:nvPr/>
            </p:nvSpPr>
            <p:spPr bwMode="auto">
              <a:xfrm>
                <a:off x="4765" y="2280"/>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3" name="Rectangle 859">
                <a:extLst>
                  <a:ext uri="{FF2B5EF4-FFF2-40B4-BE49-F238E27FC236}">
                    <a16:creationId xmlns:a16="http://schemas.microsoft.com/office/drawing/2014/main" id="{9BC7438A-0B21-4C3F-BEE5-59918A4F6E7F}"/>
                  </a:ext>
                </a:extLst>
              </p:cNvPr>
              <p:cNvSpPr>
                <a:spLocks noChangeArrowheads="1"/>
              </p:cNvSpPr>
              <p:nvPr/>
            </p:nvSpPr>
            <p:spPr bwMode="auto">
              <a:xfrm>
                <a:off x="4785"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4" name="Rectangle 860">
                <a:extLst>
                  <a:ext uri="{FF2B5EF4-FFF2-40B4-BE49-F238E27FC236}">
                    <a16:creationId xmlns:a16="http://schemas.microsoft.com/office/drawing/2014/main" id="{6F2DC22C-4088-47CB-A3B3-09819D8C0A18}"/>
                  </a:ext>
                </a:extLst>
              </p:cNvPr>
              <p:cNvSpPr>
                <a:spLocks noChangeArrowheads="1"/>
              </p:cNvSpPr>
              <p:nvPr/>
            </p:nvSpPr>
            <p:spPr bwMode="auto">
              <a:xfrm>
                <a:off x="4804"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5" name="Rectangle 861">
                <a:extLst>
                  <a:ext uri="{FF2B5EF4-FFF2-40B4-BE49-F238E27FC236}">
                    <a16:creationId xmlns:a16="http://schemas.microsoft.com/office/drawing/2014/main" id="{D3A326EB-24BC-4B95-B929-9CE23EC8F677}"/>
                  </a:ext>
                </a:extLst>
              </p:cNvPr>
              <p:cNvSpPr>
                <a:spLocks noChangeArrowheads="1"/>
              </p:cNvSpPr>
              <p:nvPr/>
            </p:nvSpPr>
            <p:spPr bwMode="auto">
              <a:xfrm>
                <a:off x="4823" y="2280"/>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6" name="Rectangle 862">
                <a:extLst>
                  <a:ext uri="{FF2B5EF4-FFF2-40B4-BE49-F238E27FC236}">
                    <a16:creationId xmlns:a16="http://schemas.microsoft.com/office/drawing/2014/main" id="{F3A70A8C-F8C5-4DEF-A79F-0770B3DE2D4B}"/>
                  </a:ext>
                </a:extLst>
              </p:cNvPr>
              <p:cNvSpPr>
                <a:spLocks noChangeArrowheads="1"/>
              </p:cNvSpPr>
              <p:nvPr/>
            </p:nvSpPr>
            <p:spPr bwMode="auto">
              <a:xfrm>
                <a:off x="4864" y="228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7" name="Rectangle 863">
                <a:extLst>
                  <a:ext uri="{FF2B5EF4-FFF2-40B4-BE49-F238E27FC236}">
                    <a16:creationId xmlns:a16="http://schemas.microsoft.com/office/drawing/2014/main" id="{09ADDD44-FBC4-4E65-B049-487A0572F3FA}"/>
                  </a:ext>
                </a:extLst>
              </p:cNvPr>
              <p:cNvSpPr>
                <a:spLocks noChangeArrowheads="1"/>
              </p:cNvSpPr>
              <p:nvPr/>
            </p:nvSpPr>
            <p:spPr bwMode="auto">
              <a:xfrm>
                <a:off x="4904" y="2280"/>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8" name="Rectangle 864">
                <a:extLst>
                  <a:ext uri="{FF2B5EF4-FFF2-40B4-BE49-F238E27FC236}">
                    <a16:creationId xmlns:a16="http://schemas.microsoft.com/office/drawing/2014/main" id="{703A64DA-7802-424A-B772-9B3D50C42D2B}"/>
                  </a:ext>
                </a:extLst>
              </p:cNvPr>
              <p:cNvSpPr>
                <a:spLocks noChangeArrowheads="1"/>
              </p:cNvSpPr>
              <p:nvPr/>
            </p:nvSpPr>
            <p:spPr bwMode="auto">
              <a:xfrm>
                <a:off x="4933" y="228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9" name="Rectangle 865">
                <a:extLst>
                  <a:ext uri="{FF2B5EF4-FFF2-40B4-BE49-F238E27FC236}">
                    <a16:creationId xmlns:a16="http://schemas.microsoft.com/office/drawing/2014/main" id="{A0C7803C-3247-4837-A581-B849135A3CAE}"/>
                  </a:ext>
                </a:extLst>
              </p:cNvPr>
              <p:cNvSpPr>
                <a:spLocks noChangeArrowheads="1"/>
              </p:cNvSpPr>
              <p:nvPr/>
            </p:nvSpPr>
            <p:spPr bwMode="auto">
              <a:xfrm>
                <a:off x="4976"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0" name="Rectangle 866">
                <a:extLst>
                  <a:ext uri="{FF2B5EF4-FFF2-40B4-BE49-F238E27FC236}">
                    <a16:creationId xmlns:a16="http://schemas.microsoft.com/office/drawing/2014/main" id="{81202FCD-B799-4BFB-84BC-FADD3E2F866E}"/>
                  </a:ext>
                </a:extLst>
              </p:cNvPr>
              <p:cNvSpPr>
                <a:spLocks noChangeArrowheads="1"/>
              </p:cNvSpPr>
              <p:nvPr/>
            </p:nvSpPr>
            <p:spPr bwMode="auto">
              <a:xfrm>
                <a:off x="4995" y="228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1" name="Rectangle 867">
                <a:extLst>
                  <a:ext uri="{FF2B5EF4-FFF2-40B4-BE49-F238E27FC236}">
                    <a16:creationId xmlns:a16="http://schemas.microsoft.com/office/drawing/2014/main" id="{E7A33FD2-0DA0-44CC-A967-7465F7D7288C}"/>
                  </a:ext>
                </a:extLst>
              </p:cNvPr>
              <p:cNvSpPr>
                <a:spLocks noChangeArrowheads="1"/>
              </p:cNvSpPr>
              <p:nvPr/>
            </p:nvSpPr>
            <p:spPr bwMode="auto">
              <a:xfrm>
                <a:off x="5038" y="2280"/>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2" name="Rectangle 868">
                <a:extLst>
                  <a:ext uri="{FF2B5EF4-FFF2-40B4-BE49-F238E27FC236}">
                    <a16:creationId xmlns:a16="http://schemas.microsoft.com/office/drawing/2014/main" id="{3FB0D3EE-FAA3-488F-9FAF-4FD04FE6D13E}"/>
                  </a:ext>
                </a:extLst>
              </p:cNvPr>
              <p:cNvSpPr>
                <a:spLocks noChangeArrowheads="1"/>
              </p:cNvSpPr>
              <p:nvPr/>
            </p:nvSpPr>
            <p:spPr bwMode="auto">
              <a:xfrm>
                <a:off x="5078" y="2280"/>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3" name="Rectangle 869">
                <a:extLst>
                  <a:ext uri="{FF2B5EF4-FFF2-40B4-BE49-F238E27FC236}">
                    <a16:creationId xmlns:a16="http://schemas.microsoft.com/office/drawing/2014/main" id="{1D1B45CA-6C12-430D-BED8-DDD46B09C2AC}"/>
                  </a:ext>
                </a:extLst>
              </p:cNvPr>
              <p:cNvSpPr>
                <a:spLocks noChangeArrowheads="1"/>
              </p:cNvSpPr>
              <p:nvPr/>
            </p:nvSpPr>
            <p:spPr bwMode="auto">
              <a:xfrm>
                <a:off x="5099" y="228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4" name="Rectangle 870">
                <a:extLst>
                  <a:ext uri="{FF2B5EF4-FFF2-40B4-BE49-F238E27FC236}">
                    <a16:creationId xmlns:a16="http://schemas.microsoft.com/office/drawing/2014/main" id="{FC581FFD-C734-415D-AC5E-800907F6D5B2}"/>
                  </a:ext>
                </a:extLst>
              </p:cNvPr>
              <p:cNvSpPr>
                <a:spLocks noChangeArrowheads="1"/>
              </p:cNvSpPr>
              <p:nvPr/>
            </p:nvSpPr>
            <p:spPr bwMode="auto">
              <a:xfrm>
                <a:off x="4628" y="2383"/>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5" name="Rectangle 871">
                <a:extLst>
                  <a:ext uri="{FF2B5EF4-FFF2-40B4-BE49-F238E27FC236}">
                    <a16:creationId xmlns:a16="http://schemas.microsoft.com/office/drawing/2014/main" id="{1F21C053-DB00-44C2-9BF0-5178209D9EAE}"/>
                  </a:ext>
                </a:extLst>
              </p:cNvPr>
              <p:cNvSpPr>
                <a:spLocks noChangeArrowheads="1"/>
              </p:cNvSpPr>
              <p:nvPr/>
            </p:nvSpPr>
            <p:spPr bwMode="auto">
              <a:xfrm>
                <a:off x="4694" y="238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6" name="Rectangle 872">
                <a:extLst>
                  <a:ext uri="{FF2B5EF4-FFF2-40B4-BE49-F238E27FC236}">
                    <a16:creationId xmlns:a16="http://schemas.microsoft.com/office/drawing/2014/main" id="{5E38C647-3622-4222-BCBA-88CDCD590F6B}"/>
                  </a:ext>
                </a:extLst>
              </p:cNvPr>
              <p:cNvSpPr>
                <a:spLocks noChangeArrowheads="1"/>
              </p:cNvSpPr>
              <p:nvPr/>
            </p:nvSpPr>
            <p:spPr bwMode="auto">
              <a:xfrm>
                <a:off x="4738" y="238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7" name="Rectangle 873">
                <a:extLst>
                  <a:ext uri="{FF2B5EF4-FFF2-40B4-BE49-F238E27FC236}">
                    <a16:creationId xmlns:a16="http://schemas.microsoft.com/office/drawing/2014/main" id="{9D57436E-1866-4523-9390-07E059CA8EB1}"/>
                  </a:ext>
                </a:extLst>
              </p:cNvPr>
              <p:cNvSpPr>
                <a:spLocks noChangeArrowheads="1"/>
              </p:cNvSpPr>
              <p:nvPr/>
            </p:nvSpPr>
            <p:spPr bwMode="auto">
              <a:xfrm>
                <a:off x="4781" y="238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8" name="Rectangle 874">
                <a:extLst>
                  <a:ext uri="{FF2B5EF4-FFF2-40B4-BE49-F238E27FC236}">
                    <a16:creationId xmlns:a16="http://schemas.microsoft.com/office/drawing/2014/main" id="{A8FEA8F8-7EC8-4103-BDA7-AA3D1D1E7299}"/>
                  </a:ext>
                </a:extLst>
              </p:cNvPr>
              <p:cNvSpPr>
                <a:spLocks noChangeArrowheads="1"/>
              </p:cNvSpPr>
              <p:nvPr/>
            </p:nvSpPr>
            <p:spPr bwMode="auto">
              <a:xfrm>
                <a:off x="4823" y="238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9" name="Rectangle 875">
                <a:extLst>
                  <a:ext uri="{FF2B5EF4-FFF2-40B4-BE49-F238E27FC236}">
                    <a16:creationId xmlns:a16="http://schemas.microsoft.com/office/drawing/2014/main" id="{90BB6AA6-DA03-479B-9EEC-38343A49B637}"/>
                  </a:ext>
                </a:extLst>
              </p:cNvPr>
              <p:cNvSpPr>
                <a:spLocks noChangeArrowheads="1"/>
              </p:cNvSpPr>
              <p:nvPr/>
            </p:nvSpPr>
            <p:spPr bwMode="auto">
              <a:xfrm>
                <a:off x="4842" y="238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0" name="Rectangle 876">
                <a:extLst>
                  <a:ext uri="{FF2B5EF4-FFF2-40B4-BE49-F238E27FC236}">
                    <a16:creationId xmlns:a16="http://schemas.microsoft.com/office/drawing/2014/main" id="{029F63B4-4854-42B8-BDD7-6129CA6F16E4}"/>
                  </a:ext>
                </a:extLst>
              </p:cNvPr>
              <p:cNvSpPr>
                <a:spLocks noChangeArrowheads="1"/>
              </p:cNvSpPr>
              <p:nvPr/>
            </p:nvSpPr>
            <p:spPr bwMode="auto">
              <a:xfrm>
                <a:off x="4861" y="238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1" name="Rectangle 877">
                <a:extLst>
                  <a:ext uri="{FF2B5EF4-FFF2-40B4-BE49-F238E27FC236}">
                    <a16:creationId xmlns:a16="http://schemas.microsoft.com/office/drawing/2014/main" id="{DAAB5FBF-F892-4DCD-886B-8FD0D96C8972}"/>
                  </a:ext>
                </a:extLst>
              </p:cNvPr>
              <p:cNvSpPr>
                <a:spLocks noChangeArrowheads="1"/>
              </p:cNvSpPr>
              <p:nvPr/>
            </p:nvSpPr>
            <p:spPr bwMode="auto">
              <a:xfrm>
                <a:off x="4904" y="2383"/>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2" name="Freeform 878">
                <a:extLst>
                  <a:ext uri="{FF2B5EF4-FFF2-40B4-BE49-F238E27FC236}">
                    <a16:creationId xmlns:a16="http://schemas.microsoft.com/office/drawing/2014/main" id="{3F91D36A-40DC-41AF-B549-CA466F749D96}"/>
                  </a:ext>
                </a:extLst>
              </p:cNvPr>
              <p:cNvSpPr>
                <a:spLocks/>
              </p:cNvSpPr>
              <p:nvPr/>
            </p:nvSpPr>
            <p:spPr bwMode="auto">
              <a:xfrm>
                <a:off x="2157" y="2568"/>
                <a:ext cx="554" cy="311"/>
              </a:xfrm>
              <a:custGeom>
                <a:avLst/>
                <a:gdLst>
                  <a:gd name="T0" fmla="*/ 0 w 1427"/>
                  <a:gd name="T1" fmla="*/ 0 h 800"/>
                  <a:gd name="T2" fmla="*/ 0 w 1427"/>
                  <a:gd name="T3" fmla="*/ 0 h 800"/>
                  <a:gd name="T4" fmla="*/ 1427 w 1427"/>
                  <a:gd name="T5" fmla="*/ 0 h 800"/>
                  <a:gd name="T6" fmla="*/ 1427 w 1427"/>
                  <a:gd name="T7" fmla="*/ 800 h 800"/>
                  <a:gd name="T8" fmla="*/ 0 w 1427"/>
                  <a:gd name="T9" fmla="*/ 800 h 800"/>
                  <a:gd name="T10" fmla="*/ 0 w 1427"/>
                  <a:gd name="T11" fmla="*/ 0 h 800"/>
                </a:gdLst>
                <a:ahLst/>
                <a:cxnLst>
                  <a:cxn ang="0">
                    <a:pos x="T0" y="T1"/>
                  </a:cxn>
                  <a:cxn ang="0">
                    <a:pos x="T2" y="T3"/>
                  </a:cxn>
                  <a:cxn ang="0">
                    <a:pos x="T4" y="T5"/>
                  </a:cxn>
                  <a:cxn ang="0">
                    <a:pos x="T6" y="T7"/>
                  </a:cxn>
                  <a:cxn ang="0">
                    <a:pos x="T8" y="T9"/>
                  </a:cxn>
                  <a:cxn ang="0">
                    <a:pos x="T10" y="T11"/>
                  </a:cxn>
                </a:cxnLst>
                <a:rect l="0" t="0" r="r" b="b"/>
                <a:pathLst>
                  <a:path w="1427" h="800">
                    <a:moveTo>
                      <a:pt x="0" y="0"/>
                    </a:moveTo>
                    <a:lnTo>
                      <a:pt x="0" y="0"/>
                    </a:lnTo>
                    <a:lnTo>
                      <a:pt x="1427" y="0"/>
                    </a:lnTo>
                    <a:lnTo>
                      <a:pt x="1427" y="800"/>
                    </a:lnTo>
                    <a:lnTo>
                      <a:pt x="0" y="800"/>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3" name="Freeform 879">
                <a:extLst>
                  <a:ext uri="{FF2B5EF4-FFF2-40B4-BE49-F238E27FC236}">
                    <a16:creationId xmlns:a16="http://schemas.microsoft.com/office/drawing/2014/main" id="{F53FB274-2524-4A57-AA68-4E9B7EF4BB82}"/>
                  </a:ext>
                </a:extLst>
              </p:cNvPr>
              <p:cNvSpPr>
                <a:spLocks/>
              </p:cNvSpPr>
              <p:nvPr/>
            </p:nvSpPr>
            <p:spPr bwMode="auto">
              <a:xfrm>
                <a:off x="2157" y="2568"/>
                <a:ext cx="554" cy="311"/>
              </a:xfrm>
              <a:custGeom>
                <a:avLst/>
                <a:gdLst>
                  <a:gd name="T0" fmla="*/ 0 w 1427"/>
                  <a:gd name="T1" fmla="*/ 0 h 800"/>
                  <a:gd name="T2" fmla="*/ 0 w 1427"/>
                  <a:gd name="T3" fmla="*/ 0 h 800"/>
                  <a:gd name="T4" fmla="*/ 1427 w 1427"/>
                  <a:gd name="T5" fmla="*/ 0 h 800"/>
                  <a:gd name="T6" fmla="*/ 1427 w 1427"/>
                  <a:gd name="T7" fmla="*/ 800 h 800"/>
                  <a:gd name="T8" fmla="*/ 0 w 1427"/>
                  <a:gd name="T9" fmla="*/ 800 h 800"/>
                  <a:gd name="T10" fmla="*/ 0 w 1427"/>
                  <a:gd name="T11" fmla="*/ 0 h 800"/>
                </a:gdLst>
                <a:ahLst/>
                <a:cxnLst>
                  <a:cxn ang="0">
                    <a:pos x="T0" y="T1"/>
                  </a:cxn>
                  <a:cxn ang="0">
                    <a:pos x="T2" y="T3"/>
                  </a:cxn>
                  <a:cxn ang="0">
                    <a:pos x="T4" y="T5"/>
                  </a:cxn>
                  <a:cxn ang="0">
                    <a:pos x="T6" y="T7"/>
                  </a:cxn>
                  <a:cxn ang="0">
                    <a:pos x="T8" y="T9"/>
                  </a:cxn>
                  <a:cxn ang="0">
                    <a:pos x="T10" y="T11"/>
                  </a:cxn>
                </a:cxnLst>
                <a:rect l="0" t="0" r="r" b="b"/>
                <a:pathLst>
                  <a:path w="1427" h="800">
                    <a:moveTo>
                      <a:pt x="0" y="0"/>
                    </a:moveTo>
                    <a:lnTo>
                      <a:pt x="0" y="0"/>
                    </a:lnTo>
                    <a:lnTo>
                      <a:pt x="1427" y="0"/>
                    </a:lnTo>
                    <a:lnTo>
                      <a:pt x="1427" y="800"/>
                    </a:lnTo>
                    <a:lnTo>
                      <a:pt x="0" y="800"/>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34" name="Rectangle 880">
                <a:extLst>
                  <a:ext uri="{FF2B5EF4-FFF2-40B4-BE49-F238E27FC236}">
                    <a16:creationId xmlns:a16="http://schemas.microsoft.com/office/drawing/2014/main" id="{A11A714E-79BE-4916-A3A2-360363DED556}"/>
                  </a:ext>
                </a:extLst>
              </p:cNvPr>
              <p:cNvSpPr>
                <a:spLocks noChangeArrowheads="1"/>
              </p:cNvSpPr>
              <p:nvPr/>
            </p:nvSpPr>
            <p:spPr bwMode="auto">
              <a:xfrm>
                <a:off x="2196" y="2569"/>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5" name="Rectangle 881">
                <a:extLst>
                  <a:ext uri="{FF2B5EF4-FFF2-40B4-BE49-F238E27FC236}">
                    <a16:creationId xmlns:a16="http://schemas.microsoft.com/office/drawing/2014/main" id="{E3F96488-941A-4D31-9EB4-48D2B2394849}"/>
                  </a:ext>
                </a:extLst>
              </p:cNvPr>
              <p:cNvSpPr>
                <a:spLocks noChangeArrowheads="1"/>
              </p:cNvSpPr>
              <p:nvPr/>
            </p:nvSpPr>
            <p:spPr bwMode="auto">
              <a:xfrm>
                <a:off x="2217"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6" name="Rectangle 882">
                <a:extLst>
                  <a:ext uri="{FF2B5EF4-FFF2-40B4-BE49-F238E27FC236}">
                    <a16:creationId xmlns:a16="http://schemas.microsoft.com/office/drawing/2014/main" id="{57DAF6A5-51BF-4710-99DB-37E9D3CB14F0}"/>
                  </a:ext>
                </a:extLst>
              </p:cNvPr>
              <p:cNvSpPr>
                <a:spLocks noChangeArrowheads="1"/>
              </p:cNvSpPr>
              <p:nvPr/>
            </p:nvSpPr>
            <p:spPr bwMode="auto">
              <a:xfrm>
                <a:off x="2260"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7" name="Rectangle 883">
                <a:extLst>
                  <a:ext uri="{FF2B5EF4-FFF2-40B4-BE49-F238E27FC236}">
                    <a16:creationId xmlns:a16="http://schemas.microsoft.com/office/drawing/2014/main" id="{FA1B591B-BE72-4DBC-B3E1-831693E2F8D4}"/>
                  </a:ext>
                </a:extLst>
              </p:cNvPr>
              <p:cNvSpPr>
                <a:spLocks noChangeArrowheads="1"/>
              </p:cNvSpPr>
              <p:nvPr/>
            </p:nvSpPr>
            <p:spPr bwMode="auto">
              <a:xfrm>
                <a:off x="2301"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8" name="Rectangle 884">
                <a:extLst>
                  <a:ext uri="{FF2B5EF4-FFF2-40B4-BE49-F238E27FC236}">
                    <a16:creationId xmlns:a16="http://schemas.microsoft.com/office/drawing/2014/main" id="{FDFAE379-9868-424E-ADAE-5422C0A81636}"/>
                  </a:ext>
                </a:extLst>
              </p:cNvPr>
              <p:cNvSpPr>
                <a:spLocks noChangeArrowheads="1"/>
              </p:cNvSpPr>
              <p:nvPr/>
            </p:nvSpPr>
            <p:spPr bwMode="auto">
              <a:xfrm>
                <a:off x="2344" y="25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9" name="Rectangle 885">
                <a:extLst>
                  <a:ext uri="{FF2B5EF4-FFF2-40B4-BE49-F238E27FC236}">
                    <a16:creationId xmlns:a16="http://schemas.microsoft.com/office/drawing/2014/main" id="{53F8F2B6-4919-4787-BA23-C0AAD4643915}"/>
                  </a:ext>
                </a:extLst>
              </p:cNvPr>
              <p:cNvSpPr>
                <a:spLocks noChangeArrowheads="1"/>
              </p:cNvSpPr>
              <p:nvPr/>
            </p:nvSpPr>
            <p:spPr bwMode="auto">
              <a:xfrm>
                <a:off x="2372"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0" name="Rectangle 886">
                <a:extLst>
                  <a:ext uri="{FF2B5EF4-FFF2-40B4-BE49-F238E27FC236}">
                    <a16:creationId xmlns:a16="http://schemas.microsoft.com/office/drawing/2014/main" id="{3E1050C6-0F6F-4929-9E0E-4C847777CA5F}"/>
                  </a:ext>
                </a:extLst>
              </p:cNvPr>
              <p:cNvSpPr>
                <a:spLocks noChangeArrowheads="1"/>
              </p:cNvSpPr>
              <p:nvPr/>
            </p:nvSpPr>
            <p:spPr bwMode="auto">
              <a:xfrm>
                <a:off x="2390" y="2569"/>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1" name="Rectangle 887">
                <a:extLst>
                  <a:ext uri="{FF2B5EF4-FFF2-40B4-BE49-F238E27FC236}">
                    <a16:creationId xmlns:a16="http://schemas.microsoft.com/office/drawing/2014/main" id="{A7BA32C8-97F9-41B7-836C-5ADE2CAD9B87}"/>
                  </a:ext>
                </a:extLst>
              </p:cNvPr>
              <p:cNvSpPr>
                <a:spLocks noChangeArrowheads="1"/>
              </p:cNvSpPr>
              <p:nvPr/>
            </p:nvSpPr>
            <p:spPr bwMode="auto">
              <a:xfrm>
                <a:off x="2416" y="2569"/>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2" name="Rectangle 888">
                <a:extLst>
                  <a:ext uri="{FF2B5EF4-FFF2-40B4-BE49-F238E27FC236}">
                    <a16:creationId xmlns:a16="http://schemas.microsoft.com/office/drawing/2014/main" id="{4A53A30C-FBF1-43FD-840F-267C2A8E65D7}"/>
                  </a:ext>
                </a:extLst>
              </p:cNvPr>
              <p:cNvSpPr>
                <a:spLocks noChangeArrowheads="1"/>
              </p:cNvSpPr>
              <p:nvPr/>
            </p:nvSpPr>
            <p:spPr bwMode="auto">
              <a:xfrm>
                <a:off x="2454"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3" name="Rectangle 889">
                <a:extLst>
                  <a:ext uri="{FF2B5EF4-FFF2-40B4-BE49-F238E27FC236}">
                    <a16:creationId xmlns:a16="http://schemas.microsoft.com/office/drawing/2014/main" id="{0B6967E5-A682-4044-B5AC-4F939387E8ED}"/>
                  </a:ext>
                </a:extLst>
              </p:cNvPr>
              <p:cNvSpPr>
                <a:spLocks noChangeArrowheads="1"/>
              </p:cNvSpPr>
              <p:nvPr/>
            </p:nvSpPr>
            <p:spPr bwMode="auto">
              <a:xfrm>
                <a:off x="2472"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4" name="Rectangle 890">
                <a:extLst>
                  <a:ext uri="{FF2B5EF4-FFF2-40B4-BE49-F238E27FC236}">
                    <a16:creationId xmlns:a16="http://schemas.microsoft.com/office/drawing/2014/main" id="{3155A3BE-0980-4600-99B8-A558B77B3990}"/>
                  </a:ext>
                </a:extLst>
              </p:cNvPr>
              <p:cNvSpPr>
                <a:spLocks noChangeArrowheads="1"/>
              </p:cNvSpPr>
              <p:nvPr/>
            </p:nvSpPr>
            <p:spPr bwMode="auto">
              <a:xfrm>
                <a:off x="2516" y="25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5" name="Rectangle 891">
                <a:extLst>
                  <a:ext uri="{FF2B5EF4-FFF2-40B4-BE49-F238E27FC236}">
                    <a16:creationId xmlns:a16="http://schemas.microsoft.com/office/drawing/2014/main" id="{B690EE06-51B2-45D9-A586-345E89E93686}"/>
                  </a:ext>
                </a:extLst>
              </p:cNvPr>
              <p:cNvSpPr>
                <a:spLocks noChangeArrowheads="1"/>
              </p:cNvSpPr>
              <p:nvPr/>
            </p:nvSpPr>
            <p:spPr bwMode="auto">
              <a:xfrm>
                <a:off x="2560" y="2569"/>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6" name="Rectangle 892">
                <a:extLst>
                  <a:ext uri="{FF2B5EF4-FFF2-40B4-BE49-F238E27FC236}">
                    <a16:creationId xmlns:a16="http://schemas.microsoft.com/office/drawing/2014/main" id="{5677B775-4AE4-4FCE-86DD-7414BCE0185F}"/>
                  </a:ext>
                </a:extLst>
              </p:cNvPr>
              <p:cNvSpPr>
                <a:spLocks noChangeArrowheads="1"/>
              </p:cNvSpPr>
              <p:nvPr/>
            </p:nvSpPr>
            <p:spPr bwMode="auto">
              <a:xfrm>
                <a:off x="2626" y="25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7" name="Rectangle 893">
                <a:extLst>
                  <a:ext uri="{FF2B5EF4-FFF2-40B4-BE49-F238E27FC236}">
                    <a16:creationId xmlns:a16="http://schemas.microsoft.com/office/drawing/2014/main" id="{B75D5874-5BBE-4C1D-A072-0E827C11A8A1}"/>
                  </a:ext>
                </a:extLst>
              </p:cNvPr>
              <p:cNvSpPr>
                <a:spLocks noChangeArrowheads="1"/>
              </p:cNvSpPr>
              <p:nvPr/>
            </p:nvSpPr>
            <p:spPr bwMode="auto">
              <a:xfrm>
                <a:off x="2667" y="25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8" name="Rectangle 894">
                <a:extLst>
                  <a:ext uri="{FF2B5EF4-FFF2-40B4-BE49-F238E27FC236}">
                    <a16:creationId xmlns:a16="http://schemas.microsoft.com/office/drawing/2014/main" id="{793C00E1-FBB8-41B0-8F6A-0F1C5F962111}"/>
                  </a:ext>
                </a:extLst>
              </p:cNvPr>
              <p:cNvSpPr>
                <a:spLocks noChangeArrowheads="1"/>
              </p:cNvSpPr>
              <p:nvPr/>
            </p:nvSpPr>
            <p:spPr bwMode="auto">
              <a:xfrm>
                <a:off x="2250" y="2668"/>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9" name="Rectangle 895">
                <a:extLst>
                  <a:ext uri="{FF2B5EF4-FFF2-40B4-BE49-F238E27FC236}">
                    <a16:creationId xmlns:a16="http://schemas.microsoft.com/office/drawing/2014/main" id="{C5C27D57-A10D-473D-97FC-D1C8FF6F88AE}"/>
                  </a:ext>
                </a:extLst>
              </p:cNvPr>
              <p:cNvSpPr>
                <a:spLocks noChangeArrowheads="1"/>
              </p:cNvSpPr>
              <p:nvPr/>
            </p:nvSpPr>
            <p:spPr bwMode="auto">
              <a:xfrm>
                <a:off x="2290"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0" name="Rectangle 896">
                <a:extLst>
                  <a:ext uri="{FF2B5EF4-FFF2-40B4-BE49-F238E27FC236}">
                    <a16:creationId xmlns:a16="http://schemas.microsoft.com/office/drawing/2014/main" id="{3BB01D53-CD53-4B5B-A6F5-DB5C1FFED5DE}"/>
                  </a:ext>
                </a:extLst>
              </p:cNvPr>
              <p:cNvSpPr>
                <a:spLocks noChangeArrowheads="1"/>
              </p:cNvSpPr>
              <p:nvPr/>
            </p:nvSpPr>
            <p:spPr bwMode="auto">
              <a:xfrm>
                <a:off x="2333"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1" name="Rectangle 897">
                <a:extLst>
                  <a:ext uri="{FF2B5EF4-FFF2-40B4-BE49-F238E27FC236}">
                    <a16:creationId xmlns:a16="http://schemas.microsoft.com/office/drawing/2014/main" id="{53234096-D329-4E2B-B0C4-BE769DC1D813}"/>
                  </a:ext>
                </a:extLst>
              </p:cNvPr>
              <p:cNvSpPr>
                <a:spLocks noChangeArrowheads="1"/>
              </p:cNvSpPr>
              <p:nvPr/>
            </p:nvSpPr>
            <p:spPr bwMode="auto">
              <a:xfrm>
                <a:off x="2376"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2" name="Rectangle 898">
                <a:extLst>
                  <a:ext uri="{FF2B5EF4-FFF2-40B4-BE49-F238E27FC236}">
                    <a16:creationId xmlns:a16="http://schemas.microsoft.com/office/drawing/2014/main" id="{28BB3A3A-7620-47F7-8517-5AFE01448193}"/>
                  </a:ext>
                </a:extLst>
              </p:cNvPr>
              <p:cNvSpPr>
                <a:spLocks noChangeArrowheads="1"/>
              </p:cNvSpPr>
              <p:nvPr/>
            </p:nvSpPr>
            <p:spPr bwMode="auto">
              <a:xfrm>
                <a:off x="2395" y="2668"/>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3" name="Rectangle 899">
                <a:extLst>
                  <a:ext uri="{FF2B5EF4-FFF2-40B4-BE49-F238E27FC236}">
                    <a16:creationId xmlns:a16="http://schemas.microsoft.com/office/drawing/2014/main" id="{66D3D86E-6CF9-481A-A552-49CDC4C86328}"/>
                  </a:ext>
                </a:extLst>
              </p:cNvPr>
              <p:cNvSpPr>
                <a:spLocks noChangeArrowheads="1"/>
              </p:cNvSpPr>
              <p:nvPr/>
            </p:nvSpPr>
            <p:spPr bwMode="auto">
              <a:xfrm>
                <a:off x="2428" y="2668"/>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4" name="Rectangle 900">
                <a:extLst>
                  <a:ext uri="{FF2B5EF4-FFF2-40B4-BE49-F238E27FC236}">
                    <a16:creationId xmlns:a16="http://schemas.microsoft.com/office/drawing/2014/main" id="{7CD21DFE-F768-4F03-8D47-AF9D75C4B848}"/>
                  </a:ext>
                </a:extLst>
              </p:cNvPr>
              <p:cNvSpPr>
                <a:spLocks noChangeArrowheads="1"/>
              </p:cNvSpPr>
              <p:nvPr/>
            </p:nvSpPr>
            <p:spPr bwMode="auto">
              <a:xfrm>
                <a:off x="2463"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5" name="Rectangle 901">
                <a:extLst>
                  <a:ext uri="{FF2B5EF4-FFF2-40B4-BE49-F238E27FC236}">
                    <a16:creationId xmlns:a16="http://schemas.microsoft.com/office/drawing/2014/main" id="{DD672AC5-5B83-46B8-9453-A184BE45CC22}"/>
                  </a:ext>
                </a:extLst>
              </p:cNvPr>
              <p:cNvSpPr>
                <a:spLocks noChangeArrowheads="1"/>
              </p:cNvSpPr>
              <p:nvPr/>
            </p:nvSpPr>
            <p:spPr bwMode="auto">
              <a:xfrm>
                <a:off x="2506"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6" name="Rectangle 902">
                <a:extLst>
                  <a:ext uri="{FF2B5EF4-FFF2-40B4-BE49-F238E27FC236}">
                    <a16:creationId xmlns:a16="http://schemas.microsoft.com/office/drawing/2014/main" id="{6CE19295-6740-4DF4-AC55-49F3B0FECEAE}"/>
                  </a:ext>
                </a:extLst>
              </p:cNvPr>
              <p:cNvSpPr>
                <a:spLocks noChangeArrowheads="1"/>
              </p:cNvSpPr>
              <p:nvPr/>
            </p:nvSpPr>
            <p:spPr bwMode="auto">
              <a:xfrm>
                <a:off x="2550" y="2668"/>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7" name="Rectangle 903">
                <a:extLst>
                  <a:ext uri="{FF2B5EF4-FFF2-40B4-BE49-F238E27FC236}">
                    <a16:creationId xmlns:a16="http://schemas.microsoft.com/office/drawing/2014/main" id="{3194AAE5-DF4E-4D19-8231-4558E7C97DE4}"/>
                  </a:ext>
                </a:extLst>
              </p:cNvPr>
              <p:cNvSpPr>
                <a:spLocks noChangeArrowheads="1"/>
              </p:cNvSpPr>
              <p:nvPr/>
            </p:nvSpPr>
            <p:spPr bwMode="auto">
              <a:xfrm>
                <a:off x="2594"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8" name="Rectangle 904">
                <a:extLst>
                  <a:ext uri="{FF2B5EF4-FFF2-40B4-BE49-F238E27FC236}">
                    <a16:creationId xmlns:a16="http://schemas.microsoft.com/office/drawing/2014/main" id="{7CB1381B-9A7F-4018-9472-7B1889985BDE}"/>
                  </a:ext>
                </a:extLst>
              </p:cNvPr>
              <p:cNvSpPr>
                <a:spLocks noChangeArrowheads="1"/>
              </p:cNvSpPr>
              <p:nvPr/>
            </p:nvSpPr>
            <p:spPr bwMode="auto">
              <a:xfrm>
                <a:off x="2613" y="2668"/>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9" name="Rectangle 905">
                <a:extLst>
                  <a:ext uri="{FF2B5EF4-FFF2-40B4-BE49-F238E27FC236}">
                    <a16:creationId xmlns:a16="http://schemas.microsoft.com/office/drawing/2014/main" id="{9469A772-F669-4C43-A26E-DB49DF560B5A}"/>
                  </a:ext>
                </a:extLst>
              </p:cNvPr>
              <p:cNvSpPr>
                <a:spLocks noChangeArrowheads="1"/>
              </p:cNvSpPr>
              <p:nvPr/>
            </p:nvSpPr>
            <p:spPr bwMode="auto">
              <a:xfrm>
                <a:off x="2290" y="2766"/>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0" name="Rectangle 906">
                <a:extLst>
                  <a:ext uri="{FF2B5EF4-FFF2-40B4-BE49-F238E27FC236}">
                    <a16:creationId xmlns:a16="http://schemas.microsoft.com/office/drawing/2014/main" id="{F32D1F23-B766-4492-8CEA-9B2406743D5D}"/>
                  </a:ext>
                </a:extLst>
              </p:cNvPr>
              <p:cNvSpPr>
                <a:spLocks noChangeArrowheads="1"/>
              </p:cNvSpPr>
              <p:nvPr/>
            </p:nvSpPr>
            <p:spPr bwMode="auto">
              <a:xfrm>
                <a:off x="2325"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1" name="Rectangle 907">
                <a:extLst>
                  <a:ext uri="{FF2B5EF4-FFF2-40B4-BE49-F238E27FC236}">
                    <a16:creationId xmlns:a16="http://schemas.microsoft.com/office/drawing/2014/main" id="{758BF5AC-C7BB-4A6B-BA35-EC0D7A318A0D}"/>
                  </a:ext>
                </a:extLst>
              </p:cNvPr>
              <p:cNvSpPr>
                <a:spLocks noChangeArrowheads="1"/>
              </p:cNvSpPr>
              <p:nvPr/>
            </p:nvSpPr>
            <p:spPr bwMode="auto">
              <a:xfrm>
                <a:off x="2369" y="2766"/>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2" name="Rectangle 908">
                <a:extLst>
                  <a:ext uri="{FF2B5EF4-FFF2-40B4-BE49-F238E27FC236}">
                    <a16:creationId xmlns:a16="http://schemas.microsoft.com/office/drawing/2014/main" id="{26A9CDC8-751D-4678-A382-626EB4BC24F7}"/>
                  </a:ext>
                </a:extLst>
              </p:cNvPr>
              <p:cNvSpPr>
                <a:spLocks noChangeArrowheads="1"/>
              </p:cNvSpPr>
              <p:nvPr/>
            </p:nvSpPr>
            <p:spPr bwMode="auto">
              <a:xfrm>
                <a:off x="2411" y="2766"/>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3" name="Rectangle 909">
                <a:extLst>
                  <a:ext uri="{FF2B5EF4-FFF2-40B4-BE49-F238E27FC236}">
                    <a16:creationId xmlns:a16="http://schemas.microsoft.com/office/drawing/2014/main" id="{FB39AB52-7CCE-4911-A1AF-D12CB4B11180}"/>
                  </a:ext>
                </a:extLst>
              </p:cNvPr>
              <p:cNvSpPr>
                <a:spLocks noChangeArrowheads="1"/>
              </p:cNvSpPr>
              <p:nvPr/>
            </p:nvSpPr>
            <p:spPr bwMode="auto">
              <a:xfrm>
                <a:off x="2438" y="2766"/>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4" name="Rectangle 910">
                <a:extLst>
                  <a:ext uri="{FF2B5EF4-FFF2-40B4-BE49-F238E27FC236}">
                    <a16:creationId xmlns:a16="http://schemas.microsoft.com/office/drawing/2014/main" id="{EE105868-1B6E-46F9-9C76-38F025313533}"/>
                  </a:ext>
                </a:extLst>
              </p:cNvPr>
              <p:cNvSpPr>
                <a:spLocks noChangeArrowheads="1"/>
              </p:cNvSpPr>
              <p:nvPr/>
            </p:nvSpPr>
            <p:spPr bwMode="auto">
              <a:xfrm>
                <a:off x="2477" y="2766"/>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5" name="Rectangle 911">
                <a:extLst>
                  <a:ext uri="{FF2B5EF4-FFF2-40B4-BE49-F238E27FC236}">
                    <a16:creationId xmlns:a16="http://schemas.microsoft.com/office/drawing/2014/main" id="{3735AB2D-1304-4AED-9ADE-1BE61CE72206}"/>
                  </a:ext>
                </a:extLst>
              </p:cNvPr>
              <p:cNvSpPr>
                <a:spLocks noChangeArrowheads="1"/>
              </p:cNvSpPr>
              <p:nvPr/>
            </p:nvSpPr>
            <p:spPr bwMode="auto">
              <a:xfrm>
                <a:off x="2512" y="2766"/>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6" name="Rectangle 912">
                <a:extLst>
                  <a:ext uri="{FF2B5EF4-FFF2-40B4-BE49-F238E27FC236}">
                    <a16:creationId xmlns:a16="http://schemas.microsoft.com/office/drawing/2014/main" id="{DC3478BB-F3D0-4E3E-90BA-2366D8D9EAF2}"/>
                  </a:ext>
                </a:extLst>
              </p:cNvPr>
              <p:cNvSpPr>
                <a:spLocks noChangeArrowheads="1"/>
              </p:cNvSpPr>
              <p:nvPr/>
            </p:nvSpPr>
            <p:spPr bwMode="auto">
              <a:xfrm>
                <a:off x="2540" y="2766"/>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Freeform 913">
                <a:extLst>
                  <a:ext uri="{FF2B5EF4-FFF2-40B4-BE49-F238E27FC236}">
                    <a16:creationId xmlns:a16="http://schemas.microsoft.com/office/drawing/2014/main" id="{30C78F81-067D-4B7A-87A6-F25FDA8F14BE}"/>
                  </a:ext>
                </a:extLst>
              </p:cNvPr>
              <p:cNvSpPr>
                <a:spLocks noEditPoints="1"/>
              </p:cNvSpPr>
              <p:nvPr/>
            </p:nvSpPr>
            <p:spPr bwMode="auto">
              <a:xfrm>
                <a:off x="3585" y="2206"/>
                <a:ext cx="164" cy="31"/>
              </a:xfrm>
              <a:custGeom>
                <a:avLst/>
                <a:gdLst>
                  <a:gd name="T0" fmla="*/ 0 w 423"/>
                  <a:gd name="T1" fmla="*/ 35 h 80"/>
                  <a:gd name="T2" fmla="*/ 0 w 423"/>
                  <a:gd name="T3" fmla="*/ 35 h 80"/>
                  <a:gd name="T4" fmla="*/ 356 w 423"/>
                  <a:gd name="T5" fmla="*/ 35 h 80"/>
                  <a:gd name="T6" fmla="*/ 356 w 423"/>
                  <a:gd name="T7" fmla="*/ 45 h 80"/>
                  <a:gd name="T8" fmla="*/ 0 w 423"/>
                  <a:gd name="T9" fmla="*/ 45 h 80"/>
                  <a:gd name="T10" fmla="*/ 0 w 423"/>
                  <a:gd name="T11" fmla="*/ 35 h 80"/>
                  <a:gd name="T12" fmla="*/ 343 w 423"/>
                  <a:gd name="T13" fmla="*/ 0 h 80"/>
                  <a:gd name="T14" fmla="*/ 343 w 423"/>
                  <a:gd name="T15" fmla="*/ 0 h 80"/>
                  <a:gd name="T16" fmla="*/ 423 w 423"/>
                  <a:gd name="T17" fmla="*/ 40 h 80"/>
                  <a:gd name="T18" fmla="*/ 343 w 423"/>
                  <a:gd name="T19" fmla="*/ 80 h 80"/>
                  <a:gd name="T20" fmla="*/ 343 w 423"/>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23" h="80">
                    <a:moveTo>
                      <a:pt x="0" y="35"/>
                    </a:moveTo>
                    <a:lnTo>
                      <a:pt x="0" y="35"/>
                    </a:lnTo>
                    <a:lnTo>
                      <a:pt x="356" y="35"/>
                    </a:lnTo>
                    <a:lnTo>
                      <a:pt x="356" y="45"/>
                    </a:lnTo>
                    <a:lnTo>
                      <a:pt x="0" y="45"/>
                    </a:lnTo>
                    <a:lnTo>
                      <a:pt x="0" y="35"/>
                    </a:lnTo>
                    <a:close/>
                    <a:moveTo>
                      <a:pt x="343" y="0"/>
                    </a:moveTo>
                    <a:lnTo>
                      <a:pt x="343" y="0"/>
                    </a:lnTo>
                    <a:lnTo>
                      <a:pt x="423" y="40"/>
                    </a:lnTo>
                    <a:lnTo>
                      <a:pt x="343" y="80"/>
                    </a:lnTo>
                    <a:lnTo>
                      <a:pt x="343"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914">
                <a:extLst>
                  <a:ext uri="{FF2B5EF4-FFF2-40B4-BE49-F238E27FC236}">
                    <a16:creationId xmlns:a16="http://schemas.microsoft.com/office/drawing/2014/main" id="{7E051FD1-1A68-435D-BDAF-FC9A965F4D85}"/>
                  </a:ext>
                </a:extLst>
              </p:cNvPr>
              <p:cNvSpPr>
                <a:spLocks/>
              </p:cNvSpPr>
              <p:nvPr/>
            </p:nvSpPr>
            <p:spPr bwMode="auto">
              <a:xfrm>
                <a:off x="3978" y="756"/>
                <a:ext cx="1190" cy="631"/>
              </a:xfrm>
              <a:custGeom>
                <a:avLst/>
                <a:gdLst>
                  <a:gd name="T0" fmla="*/ 0 w 3067"/>
                  <a:gd name="T1" fmla="*/ 0 h 1626"/>
                  <a:gd name="T2" fmla="*/ 0 w 3067"/>
                  <a:gd name="T3" fmla="*/ 0 h 1626"/>
                  <a:gd name="T4" fmla="*/ 3067 w 3067"/>
                  <a:gd name="T5" fmla="*/ 0 h 1626"/>
                  <a:gd name="T6" fmla="*/ 3067 w 3067"/>
                  <a:gd name="T7" fmla="*/ 1626 h 1626"/>
                  <a:gd name="T8" fmla="*/ 0 w 3067"/>
                  <a:gd name="T9" fmla="*/ 1626 h 1626"/>
                  <a:gd name="T10" fmla="*/ 0 w 3067"/>
                  <a:gd name="T11" fmla="*/ 0 h 1626"/>
                </a:gdLst>
                <a:ahLst/>
                <a:cxnLst>
                  <a:cxn ang="0">
                    <a:pos x="T0" y="T1"/>
                  </a:cxn>
                  <a:cxn ang="0">
                    <a:pos x="T2" y="T3"/>
                  </a:cxn>
                  <a:cxn ang="0">
                    <a:pos x="T4" y="T5"/>
                  </a:cxn>
                  <a:cxn ang="0">
                    <a:pos x="T6" y="T7"/>
                  </a:cxn>
                  <a:cxn ang="0">
                    <a:pos x="T8" y="T9"/>
                  </a:cxn>
                  <a:cxn ang="0">
                    <a:pos x="T10" y="T11"/>
                  </a:cxn>
                </a:cxnLst>
                <a:rect l="0" t="0" r="r" b="b"/>
                <a:pathLst>
                  <a:path w="3067" h="1626">
                    <a:moveTo>
                      <a:pt x="0" y="0"/>
                    </a:moveTo>
                    <a:lnTo>
                      <a:pt x="0" y="0"/>
                    </a:lnTo>
                    <a:lnTo>
                      <a:pt x="3067" y="0"/>
                    </a:lnTo>
                    <a:lnTo>
                      <a:pt x="3067" y="1626"/>
                    </a:lnTo>
                    <a:lnTo>
                      <a:pt x="0" y="1626"/>
                    </a:lnTo>
                    <a:lnTo>
                      <a:pt x="0" y="0"/>
                    </a:lnTo>
                    <a:close/>
                  </a:path>
                </a:pathLst>
              </a:custGeom>
              <a:solidFill>
                <a:srgbClr val="E2F0D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915">
                <a:extLst>
                  <a:ext uri="{FF2B5EF4-FFF2-40B4-BE49-F238E27FC236}">
                    <a16:creationId xmlns:a16="http://schemas.microsoft.com/office/drawing/2014/main" id="{158FBC1F-D2E6-4947-AC6B-1A4774E35561}"/>
                  </a:ext>
                </a:extLst>
              </p:cNvPr>
              <p:cNvSpPr>
                <a:spLocks/>
              </p:cNvSpPr>
              <p:nvPr/>
            </p:nvSpPr>
            <p:spPr bwMode="auto">
              <a:xfrm>
                <a:off x="3978" y="756"/>
                <a:ext cx="1190" cy="631"/>
              </a:xfrm>
              <a:custGeom>
                <a:avLst/>
                <a:gdLst>
                  <a:gd name="T0" fmla="*/ 0 w 3067"/>
                  <a:gd name="T1" fmla="*/ 0 h 1626"/>
                  <a:gd name="T2" fmla="*/ 0 w 3067"/>
                  <a:gd name="T3" fmla="*/ 0 h 1626"/>
                  <a:gd name="T4" fmla="*/ 3067 w 3067"/>
                  <a:gd name="T5" fmla="*/ 0 h 1626"/>
                  <a:gd name="T6" fmla="*/ 3067 w 3067"/>
                  <a:gd name="T7" fmla="*/ 1626 h 1626"/>
                  <a:gd name="T8" fmla="*/ 0 w 3067"/>
                  <a:gd name="T9" fmla="*/ 1626 h 1626"/>
                  <a:gd name="T10" fmla="*/ 0 w 3067"/>
                  <a:gd name="T11" fmla="*/ 0 h 1626"/>
                </a:gdLst>
                <a:ahLst/>
                <a:cxnLst>
                  <a:cxn ang="0">
                    <a:pos x="T0" y="T1"/>
                  </a:cxn>
                  <a:cxn ang="0">
                    <a:pos x="T2" y="T3"/>
                  </a:cxn>
                  <a:cxn ang="0">
                    <a:pos x="T4" y="T5"/>
                  </a:cxn>
                  <a:cxn ang="0">
                    <a:pos x="T6" y="T7"/>
                  </a:cxn>
                  <a:cxn ang="0">
                    <a:pos x="T8" y="T9"/>
                  </a:cxn>
                  <a:cxn ang="0">
                    <a:pos x="T10" y="T11"/>
                  </a:cxn>
                </a:cxnLst>
                <a:rect l="0" t="0" r="r" b="b"/>
                <a:pathLst>
                  <a:path w="3067" h="1626">
                    <a:moveTo>
                      <a:pt x="0" y="0"/>
                    </a:moveTo>
                    <a:lnTo>
                      <a:pt x="0" y="0"/>
                    </a:lnTo>
                    <a:lnTo>
                      <a:pt x="3067" y="0"/>
                    </a:lnTo>
                    <a:lnTo>
                      <a:pt x="3067" y="1626"/>
                    </a:lnTo>
                    <a:lnTo>
                      <a:pt x="0" y="1626"/>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0" name="Rectangle 916">
                <a:extLst>
                  <a:ext uri="{FF2B5EF4-FFF2-40B4-BE49-F238E27FC236}">
                    <a16:creationId xmlns:a16="http://schemas.microsoft.com/office/drawing/2014/main" id="{ECA62CDB-6207-4412-B5A2-CC4790BF89BD}"/>
                  </a:ext>
                </a:extLst>
              </p:cNvPr>
              <p:cNvSpPr>
                <a:spLocks noChangeArrowheads="1"/>
              </p:cNvSpPr>
              <p:nvPr/>
            </p:nvSpPr>
            <p:spPr bwMode="auto">
              <a:xfrm>
                <a:off x="4015" y="772"/>
                <a:ext cx="10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917">
                <a:extLst>
                  <a:ext uri="{FF2B5EF4-FFF2-40B4-BE49-F238E27FC236}">
                    <a16:creationId xmlns:a16="http://schemas.microsoft.com/office/drawing/2014/main" id="{53904905-2A8A-4D36-AA5A-1D620FDCC7F4}"/>
                  </a:ext>
                </a:extLst>
              </p:cNvPr>
              <p:cNvSpPr>
                <a:spLocks noChangeArrowheads="1"/>
              </p:cNvSpPr>
              <p:nvPr/>
            </p:nvSpPr>
            <p:spPr bwMode="auto">
              <a:xfrm>
                <a:off x="4071" y="772"/>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2" name="Rectangle 918">
                <a:extLst>
                  <a:ext uri="{FF2B5EF4-FFF2-40B4-BE49-F238E27FC236}">
                    <a16:creationId xmlns:a16="http://schemas.microsoft.com/office/drawing/2014/main" id="{12CC74C7-D9C9-4B3F-8060-9959237FF174}"/>
                  </a:ext>
                </a:extLst>
              </p:cNvPr>
              <p:cNvSpPr>
                <a:spLocks noChangeArrowheads="1"/>
              </p:cNvSpPr>
              <p:nvPr/>
            </p:nvSpPr>
            <p:spPr bwMode="auto">
              <a:xfrm>
                <a:off x="4115" y="772"/>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3" name="Rectangle 919">
                <a:extLst>
                  <a:ext uri="{FF2B5EF4-FFF2-40B4-BE49-F238E27FC236}">
                    <a16:creationId xmlns:a16="http://schemas.microsoft.com/office/drawing/2014/main" id="{9933DCDB-75C5-47BB-96A7-076F56B615EB}"/>
                  </a:ext>
                </a:extLst>
              </p:cNvPr>
              <p:cNvSpPr>
                <a:spLocks noChangeArrowheads="1"/>
              </p:cNvSpPr>
              <p:nvPr/>
            </p:nvSpPr>
            <p:spPr bwMode="auto">
              <a:xfrm>
                <a:off x="4144" y="772"/>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4" name="Rectangle 920">
                <a:extLst>
                  <a:ext uri="{FF2B5EF4-FFF2-40B4-BE49-F238E27FC236}">
                    <a16:creationId xmlns:a16="http://schemas.microsoft.com/office/drawing/2014/main" id="{39AF63B9-CD95-4296-B957-AB18C9B25A3F}"/>
                  </a:ext>
                </a:extLst>
              </p:cNvPr>
              <p:cNvSpPr>
                <a:spLocks noChangeArrowheads="1"/>
              </p:cNvSpPr>
              <p:nvPr/>
            </p:nvSpPr>
            <p:spPr bwMode="auto">
              <a:xfrm>
                <a:off x="4164" y="772"/>
                <a:ext cx="12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5" name="Rectangle 921">
                <a:extLst>
                  <a:ext uri="{FF2B5EF4-FFF2-40B4-BE49-F238E27FC236}">
                    <a16:creationId xmlns:a16="http://schemas.microsoft.com/office/drawing/2014/main" id="{49A87CFD-0657-48CD-9CCD-D3718E1C45E3}"/>
                  </a:ext>
                </a:extLst>
              </p:cNvPr>
              <p:cNvSpPr>
                <a:spLocks noChangeArrowheads="1"/>
              </p:cNvSpPr>
              <p:nvPr/>
            </p:nvSpPr>
            <p:spPr bwMode="auto">
              <a:xfrm>
                <a:off x="4231" y="772"/>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6" name="Rectangle 922">
                <a:extLst>
                  <a:ext uri="{FF2B5EF4-FFF2-40B4-BE49-F238E27FC236}">
                    <a16:creationId xmlns:a16="http://schemas.microsoft.com/office/drawing/2014/main" id="{74C54BB4-9080-460A-A2B3-02BCD22FEE62}"/>
                  </a:ext>
                </a:extLst>
              </p:cNvPr>
              <p:cNvSpPr>
                <a:spLocks noChangeArrowheads="1"/>
              </p:cNvSpPr>
              <p:nvPr/>
            </p:nvSpPr>
            <p:spPr bwMode="auto">
              <a:xfrm>
                <a:off x="4251" y="772"/>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z</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7" name="Rectangle 923">
                <a:extLst>
                  <a:ext uri="{FF2B5EF4-FFF2-40B4-BE49-F238E27FC236}">
                    <a16:creationId xmlns:a16="http://schemas.microsoft.com/office/drawing/2014/main" id="{D0328D5E-5C29-4688-B719-AA765B78B3B2}"/>
                  </a:ext>
                </a:extLst>
              </p:cNvPr>
              <p:cNvSpPr>
                <a:spLocks noChangeArrowheads="1"/>
              </p:cNvSpPr>
              <p:nvPr/>
            </p:nvSpPr>
            <p:spPr bwMode="auto">
              <a:xfrm>
                <a:off x="4282" y="772"/>
                <a:ext cx="9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8" name="Rectangle 924">
                <a:extLst>
                  <a:ext uri="{FF2B5EF4-FFF2-40B4-BE49-F238E27FC236}">
                    <a16:creationId xmlns:a16="http://schemas.microsoft.com/office/drawing/2014/main" id="{0540C7FB-FB3C-4C32-8D52-F4F903EDD71B}"/>
                  </a:ext>
                </a:extLst>
              </p:cNvPr>
              <p:cNvSpPr>
                <a:spLocks noChangeArrowheads="1"/>
              </p:cNvSpPr>
              <p:nvPr/>
            </p:nvSpPr>
            <p:spPr bwMode="auto">
              <a:xfrm>
                <a:off x="4343" y="7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9" name="Rectangle 925">
                <a:extLst>
                  <a:ext uri="{FF2B5EF4-FFF2-40B4-BE49-F238E27FC236}">
                    <a16:creationId xmlns:a16="http://schemas.microsoft.com/office/drawing/2014/main" id="{4AF3B44E-AFF4-420F-9399-65A3ECBD0B45}"/>
                  </a:ext>
                </a:extLst>
              </p:cNvPr>
              <p:cNvSpPr>
                <a:spLocks noChangeArrowheads="1"/>
              </p:cNvSpPr>
              <p:nvPr/>
            </p:nvSpPr>
            <p:spPr bwMode="auto">
              <a:xfrm>
                <a:off x="4386" y="772"/>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0" name="Rectangle 926">
                <a:extLst>
                  <a:ext uri="{FF2B5EF4-FFF2-40B4-BE49-F238E27FC236}">
                    <a16:creationId xmlns:a16="http://schemas.microsoft.com/office/drawing/2014/main" id="{4430FDEE-E692-47CD-A077-0C45894272C5}"/>
                  </a:ext>
                </a:extLst>
              </p:cNvPr>
              <p:cNvSpPr>
                <a:spLocks noChangeArrowheads="1"/>
              </p:cNvSpPr>
              <p:nvPr/>
            </p:nvSpPr>
            <p:spPr bwMode="auto">
              <a:xfrm>
                <a:off x="4428" y="7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1" name="Rectangle 927">
                <a:extLst>
                  <a:ext uri="{FF2B5EF4-FFF2-40B4-BE49-F238E27FC236}">
                    <a16:creationId xmlns:a16="http://schemas.microsoft.com/office/drawing/2014/main" id="{2E6811B6-B97C-462D-9D83-82AA1B9E9C19}"/>
                  </a:ext>
                </a:extLst>
              </p:cNvPr>
              <p:cNvSpPr>
                <a:spLocks noChangeArrowheads="1"/>
              </p:cNvSpPr>
              <p:nvPr/>
            </p:nvSpPr>
            <p:spPr bwMode="auto">
              <a:xfrm>
                <a:off x="4471" y="772"/>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2" name="Rectangle 928">
                <a:extLst>
                  <a:ext uri="{FF2B5EF4-FFF2-40B4-BE49-F238E27FC236}">
                    <a16:creationId xmlns:a16="http://schemas.microsoft.com/office/drawing/2014/main" id="{7E9F7E0F-008D-4238-852C-283F2946130B}"/>
                  </a:ext>
                </a:extLst>
              </p:cNvPr>
              <p:cNvSpPr>
                <a:spLocks noChangeArrowheads="1"/>
              </p:cNvSpPr>
              <p:nvPr/>
            </p:nvSpPr>
            <p:spPr bwMode="auto">
              <a:xfrm>
                <a:off x="4509" y="772"/>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3" name="Rectangle 929">
                <a:extLst>
                  <a:ext uri="{FF2B5EF4-FFF2-40B4-BE49-F238E27FC236}">
                    <a16:creationId xmlns:a16="http://schemas.microsoft.com/office/drawing/2014/main" id="{642EF1CD-F43A-409C-9F8F-9983D6235059}"/>
                  </a:ext>
                </a:extLst>
              </p:cNvPr>
              <p:cNvSpPr>
                <a:spLocks noChangeArrowheads="1"/>
              </p:cNvSpPr>
              <p:nvPr/>
            </p:nvSpPr>
            <p:spPr bwMode="auto">
              <a:xfrm>
                <a:off x="4546"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4" name="Rectangle 930">
                <a:extLst>
                  <a:ext uri="{FF2B5EF4-FFF2-40B4-BE49-F238E27FC236}">
                    <a16:creationId xmlns:a16="http://schemas.microsoft.com/office/drawing/2014/main" id="{BD8CCE30-92A7-4FD0-8569-AA99AD35AB17}"/>
                  </a:ext>
                </a:extLst>
              </p:cNvPr>
              <p:cNvSpPr>
                <a:spLocks noChangeArrowheads="1"/>
              </p:cNvSpPr>
              <p:nvPr/>
            </p:nvSpPr>
            <p:spPr bwMode="auto">
              <a:xfrm>
                <a:off x="4565" y="7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5" name="Rectangle 931">
                <a:extLst>
                  <a:ext uri="{FF2B5EF4-FFF2-40B4-BE49-F238E27FC236}">
                    <a16:creationId xmlns:a16="http://schemas.microsoft.com/office/drawing/2014/main" id="{735B0B5F-7E25-4A51-B23C-753FACBB7A33}"/>
                  </a:ext>
                </a:extLst>
              </p:cNvPr>
              <p:cNvSpPr>
                <a:spLocks noChangeArrowheads="1"/>
              </p:cNvSpPr>
              <p:nvPr/>
            </p:nvSpPr>
            <p:spPr bwMode="auto">
              <a:xfrm>
                <a:off x="4609" y="772"/>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6" name="Rectangle 932">
                <a:extLst>
                  <a:ext uri="{FF2B5EF4-FFF2-40B4-BE49-F238E27FC236}">
                    <a16:creationId xmlns:a16="http://schemas.microsoft.com/office/drawing/2014/main" id="{30EAE898-D0E9-4462-A63F-31DD931C0005}"/>
                  </a:ext>
                </a:extLst>
              </p:cNvPr>
              <p:cNvSpPr>
                <a:spLocks noChangeArrowheads="1"/>
              </p:cNvSpPr>
              <p:nvPr/>
            </p:nvSpPr>
            <p:spPr bwMode="auto">
              <a:xfrm>
                <a:off x="4638"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7" name="Rectangle 933">
                <a:extLst>
                  <a:ext uri="{FF2B5EF4-FFF2-40B4-BE49-F238E27FC236}">
                    <a16:creationId xmlns:a16="http://schemas.microsoft.com/office/drawing/2014/main" id="{2E096519-BA95-4D23-A8BF-907D69E3023B}"/>
                  </a:ext>
                </a:extLst>
              </p:cNvPr>
              <p:cNvSpPr>
                <a:spLocks noChangeArrowheads="1"/>
              </p:cNvSpPr>
              <p:nvPr/>
            </p:nvSpPr>
            <p:spPr bwMode="auto">
              <a:xfrm>
                <a:off x="4657" y="772"/>
                <a:ext cx="10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&amp;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8" name="Rectangle 934">
                <a:extLst>
                  <a:ext uri="{FF2B5EF4-FFF2-40B4-BE49-F238E27FC236}">
                    <a16:creationId xmlns:a16="http://schemas.microsoft.com/office/drawing/2014/main" id="{8BC2A9B3-A9D6-409D-B277-04A498AF9C30}"/>
                  </a:ext>
                </a:extLst>
              </p:cNvPr>
              <p:cNvSpPr>
                <a:spLocks noChangeArrowheads="1"/>
              </p:cNvSpPr>
              <p:nvPr/>
            </p:nvSpPr>
            <p:spPr bwMode="auto">
              <a:xfrm>
                <a:off x="4713"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9" name="Rectangle 935">
                <a:extLst>
                  <a:ext uri="{FF2B5EF4-FFF2-40B4-BE49-F238E27FC236}">
                    <a16:creationId xmlns:a16="http://schemas.microsoft.com/office/drawing/2014/main" id="{F51C8CF6-87D7-4774-8A3F-DD6BA973B9F7}"/>
                  </a:ext>
                </a:extLst>
              </p:cNvPr>
              <p:cNvSpPr>
                <a:spLocks noChangeArrowheads="1"/>
              </p:cNvSpPr>
              <p:nvPr/>
            </p:nvSpPr>
            <p:spPr bwMode="auto">
              <a:xfrm>
                <a:off x="4732" y="772"/>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0" name="Rectangle 936">
                <a:extLst>
                  <a:ext uri="{FF2B5EF4-FFF2-40B4-BE49-F238E27FC236}">
                    <a16:creationId xmlns:a16="http://schemas.microsoft.com/office/drawing/2014/main" id="{11032C0A-C577-40F5-AF32-7F102E49AA5C}"/>
                  </a:ext>
                </a:extLst>
              </p:cNvPr>
              <p:cNvSpPr>
                <a:spLocks noChangeArrowheads="1"/>
              </p:cNvSpPr>
              <p:nvPr/>
            </p:nvSpPr>
            <p:spPr bwMode="auto">
              <a:xfrm>
                <a:off x="4798"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Rectangle 937">
                <a:extLst>
                  <a:ext uri="{FF2B5EF4-FFF2-40B4-BE49-F238E27FC236}">
                    <a16:creationId xmlns:a16="http://schemas.microsoft.com/office/drawing/2014/main" id="{8AE5A43F-ED08-41A4-B0FE-3D10CA0909AD}"/>
                  </a:ext>
                </a:extLst>
              </p:cNvPr>
              <p:cNvSpPr>
                <a:spLocks noChangeArrowheads="1"/>
              </p:cNvSpPr>
              <p:nvPr/>
            </p:nvSpPr>
            <p:spPr bwMode="auto">
              <a:xfrm>
                <a:off x="4817" y="772"/>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2" name="Rectangle 938">
                <a:extLst>
                  <a:ext uri="{FF2B5EF4-FFF2-40B4-BE49-F238E27FC236}">
                    <a16:creationId xmlns:a16="http://schemas.microsoft.com/office/drawing/2014/main" id="{0CFBF47F-A66A-4DC1-A35F-9E39EEEA6975}"/>
                  </a:ext>
                </a:extLst>
              </p:cNvPr>
              <p:cNvSpPr>
                <a:spLocks noChangeArrowheads="1"/>
              </p:cNvSpPr>
              <p:nvPr/>
            </p:nvSpPr>
            <p:spPr bwMode="auto">
              <a:xfrm>
                <a:off x="4845"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3" name="Rectangle 939">
                <a:extLst>
                  <a:ext uri="{FF2B5EF4-FFF2-40B4-BE49-F238E27FC236}">
                    <a16:creationId xmlns:a16="http://schemas.microsoft.com/office/drawing/2014/main" id="{24CEAF86-2326-4897-BB19-423009D3974F}"/>
                  </a:ext>
                </a:extLst>
              </p:cNvPr>
              <p:cNvSpPr>
                <a:spLocks noChangeArrowheads="1"/>
              </p:cNvSpPr>
              <p:nvPr/>
            </p:nvSpPr>
            <p:spPr bwMode="auto">
              <a:xfrm>
                <a:off x="4863" y="772"/>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4" name="Rectangle 940">
                <a:extLst>
                  <a:ext uri="{FF2B5EF4-FFF2-40B4-BE49-F238E27FC236}">
                    <a16:creationId xmlns:a16="http://schemas.microsoft.com/office/drawing/2014/main" id="{DFEBD44D-A49B-4229-A8FE-D64B3D85549F}"/>
                  </a:ext>
                </a:extLst>
              </p:cNvPr>
              <p:cNvSpPr>
                <a:spLocks noChangeArrowheads="1"/>
              </p:cNvSpPr>
              <p:nvPr/>
            </p:nvSpPr>
            <p:spPr bwMode="auto">
              <a:xfrm>
                <a:off x="4901" y="772"/>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5" name="Rectangle 941">
                <a:extLst>
                  <a:ext uri="{FF2B5EF4-FFF2-40B4-BE49-F238E27FC236}">
                    <a16:creationId xmlns:a16="http://schemas.microsoft.com/office/drawing/2014/main" id="{46F65221-56AF-4800-9D06-AA4CD4AE594F}"/>
                  </a:ext>
                </a:extLst>
              </p:cNvPr>
              <p:cNvSpPr>
                <a:spLocks noChangeArrowheads="1"/>
              </p:cNvSpPr>
              <p:nvPr/>
            </p:nvSpPr>
            <p:spPr bwMode="auto">
              <a:xfrm>
                <a:off x="4939" y="772"/>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6" name="Rectangle 942">
                <a:extLst>
                  <a:ext uri="{FF2B5EF4-FFF2-40B4-BE49-F238E27FC236}">
                    <a16:creationId xmlns:a16="http://schemas.microsoft.com/office/drawing/2014/main" id="{C1260D2F-4354-48ED-85D6-75FE535F222C}"/>
                  </a:ext>
                </a:extLst>
              </p:cNvPr>
              <p:cNvSpPr>
                <a:spLocks noChangeArrowheads="1"/>
              </p:cNvSpPr>
              <p:nvPr/>
            </p:nvSpPr>
            <p:spPr bwMode="auto">
              <a:xfrm>
                <a:off x="4967"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7" name="Rectangle 943">
                <a:extLst>
                  <a:ext uri="{FF2B5EF4-FFF2-40B4-BE49-F238E27FC236}">
                    <a16:creationId xmlns:a16="http://schemas.microsoft.com/office/drawing/2014/main" id="{095A900E-8D05-413D-8814-2E5A86F17814}"/>
                  </a:ext>
                </a:extLst>
              </p:cNvPr>
              <p:cNvSpPr>
                <a:spLocks noChangeArrowheads="1"/>
              </p:cNvSpPr>
              <p:nvPr/>
            </p:nvSpPr>
            <p:spPr bwMode="auto">
              <a:xfrm>
                <a:off x="4986" y="7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8" name="Rectangle 944">
                <a:extLst>
                  <a:ext uri="{FF2B5EF4-FFF2-40B4-BE49-F238E27FC236}">
                    <a16:creationId xmlns:a16="http://schemas.microsoft.com/office/drawing/2014/main" id="{47A5BDFD-D3B1-4FE8-A0C8-3E1B82232833}"/>
                  </a:ext>
                </a:extLst>
              </p:cNvPr>
              <p:cNvSpPr>
                <a:spLocks noChangeArrowheads="1"/>
              </p:cNvSpPr>
              <p:nvPr/>
            </p:nvSpPr>
            <p:spPr bwMode="auto">
              <a:xfrm>
                <a:off x="5030" y="772"/>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9" name="Rectangle 945">
                <a:extLst>
                  <a:ext uri="{FF2B5EF4-FFF2-40B4-BE49-F238E27FC236}">
                    <a16:creationId xmlns:a16="http://schemas.microsoft.com/office/drawing/2014/main" id="{8FD0580D-1C91-4011-826E-D3530C2AE698}"/>
                  </a:ext>
                </a:extLst>
              </p:cNvPr>
              <p:cNvSpPr>
                <a:spLocks noChangeArrowheads="1"/>
              </p:cNvSpPr>
              <p:nvPr/>
            </p:nvSpPr>
            <p:spPr bwMode="auto">
              <a:xfrm>
                <a:off x="5073" y="772"/>
                <a:ext cx="7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0" name="Rectangle 946">
                <a:extLst>
                  <a:ext uri="{FF2B5EF4-FFF2-40B4-BE49-F238E27FC236}">
                    <a16:creationId xmlns:a16="http://schemas.microsoft.com/office/drawing/2014/main" id="{16577DCD-E694-4856-B3C9-6822A061A375}"/>
                  </a:ext>
                </a:extLst>
              </p:cNvPr>
              <p:cNvSpPr>
                <a:spLocks noChangeArrowheads="1"/>
              </p:cNvSpPr>
              <p:nvPr/>
            </p:nvSpPr>
            <p:spPr bwMode="auto">
              <a:xfrm>
                <a:off x="5095" y="772"/>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Rectangle 947">
                <a:extLst>
                  <a:ext uri="{FF2B5EF4-FFF2-40B4-BE49-F238E27FC236}">
                    <a16:creationId xmlns:a16="http://schemas.microsoft.com/office/drawing/2014/main" id="{7EAA2F54-52A3-40F2-9C4B-D1D5B423762C}"/>
                  </a:ext>
                </a:extLst>
              </p:cNvPr>
              <p:cNvSpPr>
                <a:spLocks noChangeArrowheads="1"/>
              </p:cNvSpPr>
              <p:nvPr/>
            </p:nvSpPr>
            <p:spPr bwMode="auto">
              <a:xfrm>
                <a:off x="4015" y="871"/>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2" name="Rectangle 948">
                <a:extLst>
                  <a:ext uri="{FF2B5EF4-FFF2-40B4-BE49-F238E27FC236}">
                    <a16:creationId xmlns:a16="http://schemas.microsoft.com/office/drawing/2014/main" id="{1894038B-7FBC-447A-8D99-18F1440ED1B8}"/>
                  </a:ext>
                </a:extLst>
              </p:cNvPr>
              <p:cNvSpPr>
                <a:spLocks noChangeArrowheads="1"/>
              </p:cNvSpPr>
              <p:nvPr/>
            </p:nvSpPr>
            <p:spPr bwMode="auto">
              <a:xfrm>
                <a:off x="4053" y="871"/>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3" name="Rectangle 949">
                <a:extLst>
                  <a:ext uri="{FF2B5EF4-FFF2-40B4-BE49-F238E27FC236}">
                    <a16:creationId xmlns:a16="http://schemas.microsoft.com/office/drawing/2014/main" id="{B4E010D2-B58A-4945-B3AB-481700944AD5}"/>
                  </a:ext>
                </a:extLst>
              </p:cNvPr>
              <p:cNvSpPr>
                <a:spLocks noChangeArrowheads="1"/>
              </p:cNvSpPr>
              <p:nvPr/>
            </p:nvSpPr>
            <p:spPr bwMode="auto">
              <a:xfrm>
                <a:off x="4080" y="87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4" name="Rectangle 950">
                <a:extLst>
                  <a:ext uri="{FF2B5EF4-FFF2-40B4-BE49-F238E27FC236}">
                    <a16:creationId xmlns:a16="http://schemas.microsoft.com/office/drawing/2014/main" id="{58733352-7B70-459F-AB85-88870F155C3A}"/>
                  </a:ext>
                </a:extLst>
              </p:cNvPr>
              <p:cNvSpPr>
                <a:spLocks noChangeArrowheads="1"/>
              </p:cNvSpPr>
              <p:nvPr/>
            </p:nvSpPr>
            <p:spPr bwMode="auto">
              <a:xfrm>
                <a:off x="4119"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5" name="Rectangle 951">
                <a:extLst>
                  <a:ext uri="{FF2B5EF4-FFF2-40B4-BE49-F238E27FC236}">
                    <a16:creationId xmlns:a16="http://schemas.microsoft.com/office/drawing/2014/main" id="{0DA4813D-DA79-4318-86E7-87CC64A41951}"/>
                  </a:ext>
                </a:extLst>
              </p:cNvPr>
              <p:cNvSpPr>
                <a:spLocks noChangeArrowheads="1"/>
              </p:cNvSpPr>
              <p:nvPr/>
            </p:nvSpPr>
            <p:spPr bwMode="auto">
              <a:xfrm>
                <a:off x="4163"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6" name="Rectangle 952">
                <a:extLst>
                  <a:ext uri="{FF2B5EF4-FFF2-40B4-BE49-F238E27FC236}">
                    <a16:creationId xmlns:a16="http://schemas.microsoft.com/office/drawing/2014/main" id="{B2173590-AAAE-452D-A67C-18D4E8624E78}"/>
                  </a:ext>
                </a:extLst>
              </p:cNvPr>
              <p:cNvSpPr>
                <a:spLocks noChangeArrowheads="1"/>
              </p:cNvSpPr>
              <p:nvPr/>
            </p:nvSpPr>
            <p:spPr bwMode="auto">
              <a:xfrm>
                <a:off x="4181" y="87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 name="Rectangle 953">
                <a:extLst>
                  <a:ext uri="{FF2B5EF4-FFF2-40B4-BE49-F238E27FC236}">
                    <a16:creationId xmlns:a16="http://schemas.microsoft.com/office/drawing/2014/main" id="{CE30B8D5-EFBC-4047-9114-A541EBB343C5}"/>
                  </a:ext>
                </a:extLst>
              </p:cNvPr>
              <p:cNvSpPr>
                <a:spLocks noChangeArrowheads="1"/>
              </p:cNvSpPr>
              <p:nvPr/>
            </p:nvSpPr>
            <p:spPr bwMode="auto">
              <a:xfrm>
                <a:off x="4223"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8" name="Rectangle 954">
                <a:extLst>
                  <a:ext uri="{FF2B5EF4-FFF2-40B4-BE49-F238E27FC236}">
                    <a16:creationId xmlns:a16="http://schemas.microsoft.com/office/drawing/2014/main" id="{8642D579-F07E-415A-BCEF-ABDF804F81E9}"/>
                  </a:ext>
                </a:extLst>
              </p:cNvPr>
              <p:cNvSpPr>
                <a:spLocks noChangeArrowheads="1"/>
              </p:cNvSpPr>
              <p:nvPr/>
            </p:nvSpPr>
            <p:spPr bwMode="auto">
              <a:xfrm>
                <a:off x="4241"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9" name="Rectangle 955">
                <a:extLst>
                  <a:ext uri="{FF2B5EF4-FFF2-40B4-BE49-F238E27FC236}">
                    <a16:creationId xmlns:a16="http://schemas.microsoft.com/office/drawing/2014/main" id="{042B8F70-4800-44FC-B4F5-60060880B8A3}"/>
                  </a:ext>
                </a:extLst>
              </p:cNvPr>
              <p:cNvSpPr>
                <a:spLocks noChangeArrowheads="1"/>
              </p:cNvSpPr>
              <p:nvPr/>
            </p:nvSpPr>
            <p:spPr bwMode="auto">
              <a:xfrm>
                <a:off x="4285"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0" name="Rectangle 956">
                <a:extLst>
                  <a:ext uri="{FF2B5EF4-FFF2-40B4-BE49-F238E27FC236}">
                    <a16:creationId xmlns:a16="http://schemas.microsoft.com/office/drawing/2014/main" id="{EBCF5C38-518A-4362-9E28-9922F8767898}"/>
                  </a:ext>
                </a:extLst>
              </p:cNvPr>
              <p:cNvSpPr>
                <a:spLocks noChangeArrowheads="1"/>
              </p:cNvSpPr>
              <p:nvPr/>
            </p:nvSpPr>
            <p:spPr bwMode="auto">
              <a:xfrm>
                <a:off x="4328" y="871"/>
                <a:ext cx="11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1" name="Rectangle 957">
                <a:extLst>
                  <a:ext uri="{FF2B5EF4-FFF2-40B4-BE49-F238E27FC236}">
                    <a16:creationId xmlns:a16="http://schemas.microsoft.com/office/drawing/2014/main" id="{BB9283A6-6A87-439C-A72D-F1A7D32A681F}"/>
                  </a:ext>
                </a:extLst>
              </p:cNvPr>
              <p:cNvSpPr>
                <a:spLocks noChangeArrowheads="1"/>
              </p:cNvSpPr>
              <p:nvPr/>
            </p:nvSpPr>
            <p:spPr bwMode="auto">
              <a:xfrm>
                <a:off x="4394"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2" name="Rectangle 958">
                <a:extLst>
                  <a:ext uri="{FF2B5EF4-FFF2-40B4-BE49-F238E27FC236}">
                    <a16:creationId xmlns:a16="http://schemas.microsoft.com/office/drawing/2014/main" id="{32C328E2-80F4-4003-B476-E61C38C46781}"/>
                  </a:ext>
                </a:extLst>
              </p:cNvPr>
              <p:cNvSpPr>
                <a:spLocks noChangeArrowheads="1"/>
              </p:cNvSpPr>
              <p:nvPr/>
            </p:nvSpPr>
            <p:spPr bwMode="auto">
              <a:xfrm>
                <a:off x="4437" y="87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959">
                <a:extLst>
                  <a:ext uri="{FF2B5EF4-FFF2-40B4-BE49-F238E27FC236}">
                    <a16:creationId xmlns:a16="http://schemas.microsoft.com/office/drawing/2014/main" id="{0C966DF9-C250-4072-B81D-1F3D4B6308D1}"/>
                  </a:ext>
                </a:extLst>
              </p:cNvPr>
              <p:cNvSpPr>
                <a:spLocks noChangeArrowheads="1"/>
              </p:cNvSpPr>
              <p:nvPr/>
            </p:nvSpPr>
            <p:spPr bwMode="auto">
              <a:xfrm>
                <a:off x="4479" y="871"/>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Rectangle 960">
                <a:extLst>
                  <a:ext uri="{FF2B5EF4-FFF2-40B4-BE49-F238E27FC236}">
                    <a16:creationId xmlns:a16="http://schemas.microsoft.com/office/drawing/2014/main" id="{B1A905A1-B60E-4D3A-BCB7-F8569AD33438}"/>
                  </a:ext>
                </a:extLst>
              </p:cNvPr>
              <p:cNvSpPr>
                <a:spLocks noChangeArrowheads="1"/>
              </p:cNvSpPr>
              <p:nvPr/>
            </p:nvSpPr>
            <p:spPr bwMode="auto">
              <a:xfrm>
                <a:off x="4508"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5" name="Rectangle 961">
                <a:extLst>
                  <a:ext uri="{FF2B5EF4-FFF2-40B4-BE49-F238E27FC236}">
                    <a16:creationId xmlns:a16="http://schemas.microsoft.com/office/drawing/2014/main" id="{FA52E73B-ED51-4E05-B9BF-18C58719F2E4}"/>
                  </a:ext>
                </a:extLst>
              </p:cNvPr>
              <p:cNvSpPr>
                <a:spLocks noChangeArrowheads="1"/>
              </p:cNvSpPr>
              <p:nvPr/>
            </p:nvSpPr>
            <p:spPr bwMode="auto">
              <a:xfrm>
                <a:off x="4526"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6" name="Rectangle 962">
                <a:extLst>
                  <a:ext uri="{FF2B5EF4-FFF2-40B4-BE49-F238E27FC236}">
                    <a16:creationId xmlns:a16="http://schemas.microsoft.com/office/drawing/2014/main" id="{6ED90657-CAA5-4A00-B467-AA434DA7ED7A}"/>
                  </a:ext>
                </a:extLst>
              </p:cNvPr>
              <p:cNvSpPr>
                <a:spLocks noChangeArrowheads="1"/>
              </p:cNvSpPr>
              <p:nvPr/>
            </p:nvSpPr>
            <p:spPr bwMode="auto">
              <a:xfrm>
                <a:off x="4571" y="871"/>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7" name="Rectangle 963">
                <a:extLst>
                  <a:ext uri="{FF2B5EF4-FFF2-40B4-BE49-F238E27FC236}">
                    <a16:creationId xmlns:a16="http://schemas.microsoft.com/office/drawing/2014/main" id="{C5F0CAD1-11E8-444A-B2EF-C10B2E4D7F5A}"/>
                  </a:ext>
                </a:extLst>
              </p:cNvPr>
              <p:cNvSpPr>
                <a:spLocks noChangeArrowheads="1"/>
              </p:cNvSpPr>
              <p:nvPr/>
            </p:nvSpPr>
            <p:spPr bwMode="auto">
              <a:xfrm>
                <a:off x="4591" y="87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8" name="Rectangle 964">
                <a:extLst>
                  <a:ext uri="{FF2B5EF4-FFF2-40B4-BE49-F238E27FC236}">
                    <a16:creationId xmlns:a16="http://schemas.microsoft.com/office/drawing/2014/main" id="{70371B10-0115-40DA-A5C6-C65F0AD8FA1C}"/>
                  </a:ext>
                </a:extLst>
              </p:cNvPr>
              <p:cNvSpPr>
                <a:spLocks noChangeArrowheads="1"/>
              </p:cNvSpPr>
              <p:nvPr/>
            </p:nvSpPr>
            <p:spPr bwMode="auto">
              <a:xfrm>
                <a:off x="4611"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9" name="Rectangle 965">
                <a:extLst>
                  <a:ext uri="{FF2B5EF4-FFF2-40B4-BE49-F238E27FC236}">
                    <a16:creationId xmlns:a16="http://schemas.microsoft.com/office/drawing/2014/main" id="{A9AF9013-2E92-4E5D-9360-0D0252DBAB69}"/>
                  </a:ext>
                </a:extLst>
              </p:cNvPr>
              <p:cNvSpPr>
                <a:spLocks noChangeArrowheads="1"/>
              </p:cNvSpPr>
              <p:nvPr/>
            </p:nvSpPr>
            <p:spPr bwMode="auto">
              <a:xfrm>
                <a:off x="4630" y="87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0" name="Rectangle 966">
                <a:extLst>
                  <a:ext uri="{FF2B5EF4-FFF2-40B4-BE49-F238E27FC236}">
                    <a16:creationId xmlns:a16="http://schemas.microsoft.com/office/drawing/2014/main" id="{1E1309A1-82D6-47D0-97B5-44C1BEADECBA}"/>
                  </a:ext>
                </a:extLst>
              </p:cNvPr>
              <p:cNvSpPr>
                <a:spLocks noChangeArrowheads="1"/>
              </p:cNvSpPr>
              <p:nvPr/>
            </p:nvSpPr>
            <p:spPr bwMode="auto">
              <a:xfrm>
                <a:off x="4670"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1" name="Rectangle 967">
                <a:extLst>
                  <a:ext uri="{FF2B5EF4-FFF2-40B4-BE49-F238E27FC236}">
                    <a16:creationId xmlns:a16="http://schemas.microsoft.com/office/drawing/2014/main" id="{A9F0F9B0-2FCF-485E-81D8-FF3D998FCFE0}"/>
                  </a:ext>
                </a:extLst>
              </p:cNvPr>
              <p:cNvSpPr>
                <a:spLocks noChangeArrowheads="1"/>
              </p:cNvSpPr>
              <p:nvPr/>
            </p:nvSpPr>
            <p:spPr bwMode="auto">
              <a:xfrm>
                <a:off x="4713"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2" name="Rectangle 968">
                <a:extLst>
                  <a:ext uri="{FF2B5EF4-FFF2-40B4-BE49-F238E27FC236}">
                    <a16:creationId xmlns:a16="http://schemas.microsoft.com/office/drawing/2014/main" id="{6B3B6CF3-E59B-405F-9C5C-B4D6CBDD1060}"/>
                  </a:ext>
                </a:extLst>
              </p:cNvPr>
              <p:cNvSpPr>
                <a:spLocks noChangeArrowheads="1"/>
              </p:cNvSpPr>
              <p:nvPr/>
            </p:nvSpPr>
            <p:spPr bwMode="auto">
              <a:xfrm>
                <a:off x="4756"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3" name="Rectangle 969">
                <a:extLst>
                  <a:ext uri="{FF2B5EF4-FFF2-40B4-BE49-F238E27FC236}">
                    <a16:creationId xmlns:a16="http://schemas.microsoft.com/office/drawing/2014/main" id="{0E397558-B940-4A49-A721-3AA0806E136F}"/>
                  </a:ext>
                </a:extLst>
              </p:cNvPr>
              <p:cNvSpPr>
                <a:spLocks noChangeArrowheads="1"/>
              </p:cNvSpPr>
              <p:nvPr/>
            </p:nvSpPr>
            <p:spPr bwMode="auto">
              <a:xfrm>
                <a:off x="4775" y="871"/>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4" name="Rectangle 970">
                <a:extLst>
                  <a:ext uri="{FF2B5EF4-FFF2-40B4-BE49-F238E27FC236}">
                    <a16:creationId xmlns:a16="http://schemas.microsoft.com/office/drawing/2014/main" id="{2E25D544-BE02-4C03-A913-A773CF32A913}"/>
                  </a:ext>
                </a:extLst>
              </p:cNvPr>
              <p:cNvSpPr>
                <a:spLocks noChangeArrowheads="1"/>
              </p:cNvSpPr>
              <p:nvPr/>
            </p:nvSpPr>
            <p:spPr bwMode="auto">
              <a:xfrm>
                <a:off x="4812"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Rectangle 971">
                <a:extLst>
                  <a:ext uri="{FF2B5EF4-FFF2-40B4-BE49-F238E27FC236}">
                    <a16:creationId xmlns:a16="http://schemas.microsoft.com/office/drawing/2014/main" id="{4CEA4E7A-56A7-427C-A19D-333ED669F0C5}"/>
                  </a:ext>
                </a:extLst>
              </p:cNvPr>
              <p:cNvSpPr>
                <a:spLocks noChangeArrowheads="1"/>
              </p:cNvSpPr>
              <p:nvPr/>
            </p:nvSpPr>
            <p:spPr bwMode="auto">
              <a:xfrm>
                <a:off x="4856"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6" name="Rectangle 972">
                <a:extLst>
                  <a:ext uri="{FF2B5EF4-FFF2-40B4-BE49-F238E27FC236}">
                    <a16:creationId xmlns:a16="http://schemas.microsoft.com/office/drawing/2014/main" id="{2FD379AA-CC1E-449D-8976-804D81D69B9B}"/>
                  </a:ext>
                </a:extLst>
              </p:cNvPr>
              <p:cNvSpPr>
                <a:spLocks noChangeArrowheads="1"/>
              </p:cNvSpPr>
              <p:nvPr/>
            </p:nvSpPr>
            <p:spPr bwMode="auto">
              <a:xfrm>
                <a:off x="4899" y="871"/>
                <a:ext cx="10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7" name="Rectangle 973">
                <a:extLst>
                  <a:ext uri="{FF2B5EF4-FFF2-40B4-BE49-F238E27FC236}">
                    <a16:creationId xmlns:a16="http://schemas.microsoft.com/office/drawing/2014/main" id="{2892B6AA-AB1A-4D0E-992B-D50751CF76DC}"/>
                  </a:ext>
                </a:extLst>
              </p:cNvPr>
              <p:cNvSpPr>
                <a:spLocks noChangeArrowheads="1"/>
              </p:cNvSpPr>
              <p:nvPr/>
            </p:nvSpPr>
            <p:spPr bwMode="auto">
              <a:xfrm>
                <a:off x="4959" y="8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8" name="Rectangle 974">
                <a:extLst>
                  <a:ext uri="{FF2B5EF4-FFF2-40B4-BE49-F238E27FC236}">
                    <a16:creationId xmlns:a16="http://schemas.microsoft.com/office/drawing/2014/main" id="{F3258E02-030C-432F-B0D2-FEBA8DFC7098}"/>
                  </a:ext>
                </a:extLst>
              </p:cNvPr>
              <p:cNvSpPr>
                <a:spLocks noChangeArrowheads="1"/>
              </p:cNvSpPr>
              <p:nvPr/>
            </p:nvSpPr>
            <p:spPr bwMode="auto">
              <a:xfrm>
                <a:off x="5002" y="8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9" name="Rectangle 975">
                <a:extLst>
                  <a:ext uri="{FF2B5EF4-FFF2-40B4-BE49-F238E27FC236}">
                    <a16:creationId xmlns:a16="http://schemas.microsoft.com/office/drawing/2014/main" id="{911B9A3E-1940-4AE5-B280-E64464AC98D9}"/>
                  </a:ext>
                </a:extLst>
              </p:cNvPr>
              <p:cNvSpPr>
                <a:spLocks noChangeArrowheads="1"/>
              </p:cNvSpPr>
              <p:nvPr/>
            </p:nvSpPr>
            <p:spPr bwMode="auto">
              <a:xfrm>
                <a:off x="4015" y="969"/>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0" name="Rectangle 976">
                <a:extLst>
                  <a:ext uri="{FF2B5EF4-FFF2-40B4-BE49-F238E27FC236}">
                    <a16:creationId xmlns:a16="http://schemas.microsoft.com/office/drawing/2014/main" id="{3E262AC4-2621-4C4A-A36F-2E5C79BBBF94}"/>
                  </a:ext>
                </a:extLst>
              </p:cNvPr>
              <p:cNvSpPr>
                <a:spLocks noChangeArrowheads="1"/>
              </p:cNvSpPr>
              <p:nvPr/>
            </p:nvSpPr>
            <p:spPr bwMode="auto">
              <a:xfrm>
                <a:off x="4050" y="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1" name="Rectangle 977">
                <a:extLst>
                  <a:ext uri="{FF2B5EF4-FFF2-40B4-BE49-F238E27FC236}">
                    <a16:creationId xmlns:a16="http://schemas.microsoft.com/office/drawing/2014/main" id="{7EE4ACA5-776B-4F47-82E6-7D3031187DB3}"/>
                  </a:ext>
                </a:extLst>
              </p:cNvPr>
              <p:cNvSpPr>
                <a:spLocks noChangeArrowheads="1"/>
              </p:cNvSpPr>
              <p:nvPr/>
            </p:nvSpPr>
            <p:spPr bwMode="auto">
              <a:xfrm>
                <a:off x="4069" y="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2" name="Rectangle 978">
                <a:extLst>
                  <a:ext uri="{FF2B5EF4-FFF2-40B4-BE49-F238E27FC236}">
                    <a16:creationId xmlns:a16="http://schemas.microsoft.com/office/drawing/2014/main" id="{A77B6F8D-0694-46F6-A789-C3A2374E517F}"/>
                  </a:ext>
                </a:extLst>
              </p:cNvPr>
              <p:cNvSpPr>
                <a:spLocks noChangeArrowheads="1"/>
              </p:cNvSpPr>
              <p:nvPr/>
            </p:nvSpPr>
            <p:spPr bwMode="auto">
              <a:xfrm>
                <a:off x="4112" y="96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3" name="Rectangle 979">
                <a:extLst>
                  <a:ext uri="{FF2B5EF4-FFF2-40B4-BE49-F238E27FC236}">
                    <a16:creationId xmlns:a16="http://schemas.microsoft.com/office/drawing/2014/main" id="{A1CE2239-D7FD-4731-AF3C-E3B0CE7BF90C}"/>
                  </a:ext>
                </a:extLst>
              </p:cNvPr>
              <p:cNvSpPr>
                <a:spLocks noChangeArrowheads="1"/>
              </p:cNvSpPr>
              <p:nvPr/>
            </p:nvSpPr>
            <p:spPr bwMode="auto">
              <a:xfrm>
                <a:off x="4145" y="969"/>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4" name="Rectangle 980">
                <a:extLst>
                  <a:ext uri="{FF2B5EF4-FFF2-40B4-BE49-F238E27FC236}">
                    <a16:creationId xmlns:a16="http://schemas.microsoft.com/office/drawing/2014/main" id="{FC5196AC-37E1-47CF-921A-BF6ED64C2D3F}"/>
                  </a:ext>
                </a:extLst>
              </p:cNvPr>
              <p:cNvSpPr>
                <a:spLocks noChangeArrowheads="1"/>
              </p:cNvSpPr>
              <p:nvPr/>
            </p:nvSpPr>
            <p:spPr bwMode="auto">
              <a:xfrm>
                <a:off x="4186" y="969"/>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5" name="Rectangle 981">
                <a:extLst>
                  <a:ext uri="{FF2B5EF4-FFF2-40B4-BE49-F238E27FC236}">
                    <a16:creationId xmlns:a16="http://schemas.microsoft.com/office/drawing/2014/main" id="{43D34002-3346-43F8-BEC3-42C53D52B3E6}"/>
                  </a:ext>
                </a:extLst>
              </p:cNvPr>
              <p:cNvSpPr>
                <a:spLocks noChangeArrowheads="1"/>
              </p:cNvSpPr>
              <p:nvPr/>
            </p:nvSpPr>
            <p:spPr bwMode="auto">
              <a:xfrm>
                <a:off x="4205" y="969"/>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6" name="Rectangle 982">
                <a:extLst>
                  <a:ext uri="{FF2B5EF4-FFF2-40B4-BE49-F238E27FC236}">
                    <a16:creationId xmlns:a16="http://schemas.microsoft.com/office/drawing/2014/main" id="{C63ECEED-C4AC-434C-891E-3D3FD35E7FB6}"/>
                  </a:ext>
                </a:extLst>
              </p:cNvPr>
              <p:cNvSpPr>
                <a:spLocks noChangeArrowheads="1"/>
              </p:cNvSpPr>
              <p:nvPr/>
            </p:nvSpPr>
            <p:spPr bwMode="auto">
              <a:xfrm>
                <a:off x="4239" y="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7" name="Rectangle 983">
                <a:extLst>
                  <a:ext uri="{FF2B5EF4-FFF2-40B4-BE49-F238E27FC236}">
                    <a16:creationId xmlns:a16="http://schemas.microsoft.com/office/drawing/2014/main" id="{B4FC15D8-276A-4FD6-9EE9-27F6387A1B8D}"/>
                  </a:ext>
                </a:extLst>
              </p:cNvPr>
              <p:cNvSpPr>
                <a:spLocks noChangeArrowheads="1"/>
              </p:cNvSpPr>
              <p:nvPr/>
            </p:nvSpPr>
            <p:spPr bwMode="auto">
              <a:xfrm>
                <a:off x="4283" y="969"/>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8" name="Rectangle 984">
                <a:extLst>
                  <a:ext uri="{FF2B5EF4-FFF2-40B4-BE49-F238E27FC236}">
                    <a16:creationId xmlns:a16="http://schemas.microsoft.com/office/drawing/2014/main" id="{087D1FC6-2813-4F2F-8934-B3D8BC47770E}"/>
                  </a:ext>
                </a:extLst>
              </p:cNvPr>
              <p:cNvSpPr>
                <a:spLocks noChangeArrowheads="1"/>
              </p:cNvSpPr>
              <p:nvPr/>
            </p:nvSpPr>
            <p:spPr bwMode="auto">
              <a:xfrm>
                <a:off x="4326" y="9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9" name="Rectangle 985">
                <a:extLst>
                  <a:ext uri="{FF2B5EF4-FFF2-40B4-BE49-F238E27FC236}">
                    <a16:creationId xmlns:a16="http://schemas.microsoft.com/office/drawing/2014/main" id="{41A91775-D5D8-45B2-B31F-E8C2FDAB15B8}"/>
                  </a:ext>
                </a:extLst>
              </p:cNvPr>
              <p:cNvSpPr>
                <a:spLocks noChangeArrowheads="1"/>
              </p:cNvSpPr>
              <p:nvPr/>
            </p:nvSpPr>
            <p:spPr bwMode="auto">
              <a:xfrm>
                <a:off x="4353" y="969"/>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0" name="Rectangle 986">
                <a:extLst>
                  <a:ext uri="{FF2B5EF4-FFF2-40B4-BE49-F238E27FC236}">
                    <a16:creationId xmlns:a16="http://schemas.microsoft.com/office/drawing/2014/main" id="{9DBDFD7D-6149-45AA-B03B-E3AF75123DAB}"/>
                  </a:ext>
                </a:extLst>
              </p:cNvPr>
              <p:cNvSpPr>
                <a:spLocks noChangeArrowheads="1"/>
              </p:cNvSpPr>
              <p:nvPr/>
            </p:nvSpPr>
            <p:spPr bwMode="auto">
              <a:xfrm>
                <a:off x="4392" y="969"/>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1" name="Rectangle 987">
                <a:extLst>
                  <a:ext uri="{FF2B5EF4-FFF2-40B4-BE49-F238E27FC236}">
                    <a16:creationId xmlns:a16="http://schemas.microsoft.com/office/drawing/2014/main" id="{D0899952-3F7F-477D-8ABB-53F67D1B2CB8}"/>
                  </a:ext>
                </a:extLst>
              </p:cNvPr>
              <p:cNvSpPr>
                <a:spLocks noChangeArrowheads="1"/>
              </p:cNvSpPr>
              <p:nvPr/>
            </p:nvSpPr>
            <p:spPr bwMode="auto">
              <a:xfrm>
                <a:off x="4427" y="969"/>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2" name="Rectangle 988">
                <a:extLst>
                  <a:ext uri="{FF2B5EF4-FFF2-40B4-BE49-F238E27FC236}">
                    <a16:creationId xmlns:a16="http://schemas.microsoft.com/office/drawing/2014/main" id="{66DD63B0-F0AE-4F48-82A2-45D1A380066B}"/>
                  </a:ext>
                </a:extLst>
              </p:cNvPr>
              <p:cNvSpPr>
                <a:spLocks noChangeArrowheads="1"/>
              </p:cNvSpPr>
              <p:nvPr/>
            </p:nvSpPr>
            <p:spPr bwMode="auto">
              <a:xfrm>
                <a:off x="4455" y="969"/>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3" name="Rectangle 989">
                <a:extLst>
                  <a:ext uri="{FF2B5EF4-FFF2-40B4-BE49-F238E27FC236}">
                    <a16:creationId xmlns:a16="http://schemas.microsoft.com/office/drawing/2014/main" id="{B2781CF1-E1A5-46AE-9A76-ECCD37A686A8}"/>
                  </a:ext>
                </a:extLst>
              </p:cNvPr>
              <p:cNvSpPr>
                <a:spLocks noChangeArrowheads="1"/>
              </p:cNvSpPr>
              <p:nvPr/>
            </p:nvSpPr>
            <p:spPr bwMode="auto">
              <a:xfrm>
                <a:off x="4015" y="1073"/>
                <a:ext cx="10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4" name="Rectangle 990">
                <a:extLst>
                  <a:ext uri="{FF2B5EF4-FFF2-40B4-BE49-F238E27FC236}">
                    <a16:creationId xmlns:a16="http://schemas.microsoft.com/office/drawing/2014/main" id="{389E0A3B-D562-47A9-83E3-9E12C2067C7B}"/>
                  </a:ext>
                </a:extLst>
              </p:cNvPr>
              <p:cNvSpPr>
                <a:spLocks noChangeArrowheads="1"/>
              </p:cNvSpPr>
              <p:nvPr/>
            </p:nvSpPr>
            <p:spPr bwMode="auto">
              <a:xfrm>
                <a:off x="4066" y="10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5" name="Rectangle 991">
                <a:extLst>
                  <a:ext uri="{FF2B5EF4-FFF2-40B4-BE49-F238E27FC236}">
                    <a16:creationId xmlns:a16="http://schemas.microsoft.com/office/drawing/2014/main" id="{8109C25C-A418-4ECC-992D-E455058AD5BD}"/>
                  </a:ext>
                </a:extLst>
              </p:cNvPr>
              <p:cNvSpPr>
                <a:spLocks noChangeArrowheads="1"/>
              </p:cNvSpPr>
              <p:nvPr/>
            </p:nvSpPr>
            <p:spPr bwMode="auto">
              <a:xfrm>
                <a:off x="4085" y="107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6" name="Rectangle 992">
                <a:extLst>
                  <a:ext uri="{FF2B5EF4-FFF2-40B4-BE49-F238E27FC236}">
                    <a16:creationId xmlns:a16="http://schemas.microsoft.com/office/drawing/2014/main" id="{AF539B04-0C42-4CA9-9627-9CAEB36639F7}"/>
                  </a:ext>
                </a:extLst>
              </p:cNvPr>
              <p:cNvSpPr>
                <a:spLocks noChangeArrowheads="1"/>
              </p:cNvSpPr>
              <p:nvPr/>
            </p:nvSpPr>
            <p:spPr bwMode="auto">
              <a:xfrm>
                <a:off x="4116" y="1073"/>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7" name="Rectangle 993">
                <a:extLst>
                  <a:ext uri="{FF2B5EF4-FFF2-40B4-BE49-F238E27FC236}">
                    <a16:creationId xmlns:a16="http://schemas.microsoft.com/office/drawing/2014/main" id="{5B755F51-A695-4BE4-B658-4D11FA747D79}"/>
                  </a:ext>
                </a:extLst>
              </p:cNvPr>
              <p:cNvSpPr>
                <a:spLocks noChangeArrowheads="1"/>
              </p:cNvSpPr>
              <p:nvPr/>
            </p:nvSpPr>
            <p:spPr bwMode="auto">
              <a:xfrm>
                <a:off x="4143" y="1073"/>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8" name="Rectangle 994">
                <a:extLst>
                  <a:ext uri="{FF2B5EF4-FFF2-40B4-BE49-F238E27FC236}">
                    <a16:creationId xmlns:a16="http://schemas.microsoft.com/office/drawing/2014/main" id="{D16123FF-3E61-45A5-A565-8A80EDD39B6F}"/>
                  </a:ext>
                </a:extLst>
              </p:cNvPr>
              <p:cNvSpPr>
                <a:spLocks noChangeArrowheads="1"/>
              </p:cNvSpPr>
              <p:nvPr/>
            </p:nvSpPr>
            <p:spPr bwMode="auto">
              <a:xfrm>
                <a:off x="4182" y="10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9" name="Rectangle 995">
                <a:extLst>
                  <a:ext uri="{FF2B5EF4-FFF2-40B4-BE49-F238E27FC236}">
                    <a16:creationId xmlns:a16="http://schemas.microsoft.com/office/drawing/2014/main" id="{90C5F5C2-8917-4A11-BED6-952F3940B8CD}"/>
                  </a:ext>
                </a:extLst>
              </p:cNvPr>
              <p:cNvSpPr>
                <a:spLocks noChangeArrowheads="1"/>
              </p:cNvSpPr>
              <p:nvPr/>
            </p:nvSpPr>
            <p:spPr bwMode="auto">
              <a:xfrm>
                <a:off x="4225" y="1073"/>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0" name="Rectangle 996">
                <a:extLst>
                  <a:ext uri="{FF2B5EF4-FFF2-40B4-BE49-F238E27FC236}">
                    <a16:creationId xmlns:a16="http://schemas.microsoft.com/office/drawing/2014/main" id="{2FDA40BB-4D8E-4EEF-9D1A-A8BBF5ADBE1E}"/>
                  </a:ext>
                </a:extLst>
              </p:cNvPr>
              <p:cNvSpPr>
                <a:spLocks noChangeArrowheads="1"/>
              </p:cNvSpPr>
              <p:nvPr/>
            </p:nvSpPr>
            <p:spPr bwMode="auto">
              <a:xfrm>
                <a:off x="4260" y="10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1" name="Rectangle 997">
                <a:extLst>
                  <a:ext uri="{FF2B5EF4-FFF2-40B4-BE49-F238E27FC236}">
                    <a16:creationId xmlns:a16="http://schemas.microsoft.com/office/drawing/2014/main" id="{9749C38F-672A-4411-9486-976F298FD1CD}"/>
                  </a:ext>
                </a:extLst>
              </p:cNvPr>
              <p:cNvSpPr>
                <a:spLocks noChangeArrowheads="1"/>
              </p:cNvSpPr>
              <p:nvPr/>
            </p:nvSpPr>
            <p:spPr bwMode="auto">
              <a:xfrm>
                <a:off x="4279" y="10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2" name="Rectangle 998">
                <a:extLst>
                  <a:ext uri="{FF2B5EF4-FFF2-40B4-BE49-F238E27FC236}">
                    <a16:creationId xmlns:a16="http://schemas.microsoft.com/office/drawing/2014/main" id="{177D4EED-171A-4753-9290-FF5D2BF4A3BB}"/>
                  </a:ext>
                </a:extLst>
              </p:cNvPr>
              <p:cNvSpPr>
                <a:spLocks noChangeArrowheads="1"/>
              </p:cNvSpPr>
              <p:nvPr/>
            </p:nvSpPr>
            <p:spPr bwMode="auto">
              <a:xfrm>
                <a:off x="4322" y="1073"/>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3" name="Rectangle 999">
                <a:extLst>
                  <a:ext uri="{FF2B5EF4-FFF2-40B4-BE49-F238E27FC236}">
                    <a16:creationId xmlns:a16="http://schemas.microsoft.com/office/drawing/2014/main" id="{F10B24C2-CB1D-4A97-958B-ACAE2F953237}"/>
                  </a:ext>
                </a:extLst>
              </p:cNvPr>
              <p:cNvSpPr>
                <a:spLocks noChangeArrowheads="1"/>
              </p:cNvSpPr>
              <p:nvPr/>
            </p:nvSpPr>
            <p:spPr bwMode="auto">
              <a:xfrm>
                <a:off x="4015" y="1171"/>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4" name="Rectangle 1000">
                <a:extLst>
                  <a:ext uri="{FF2B5EF4-FFF2-40B4-BE49-F238E27FC236}">
                    <a16:creationId xmlns:a16="http://schemas.microsoft.com/office/drawing/2014/main" id="{3FE0D159-67A0-46BA-9E1F-2052954FA19A}"/>
                  </a:ext>
                </a:extLst>
              </p:cNvPr>
              <p:cNvSpPr>
                <a:spLocks noChangeArrowheads="1"/>
              </p:cNvSpPr>
              <p:nvPr/>
            </p:nvSpPr>
            <p:spPr bwMode="auto">
              <a:xfrm>
                <a:off x="4051" y="117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5" name="Rectangle 1001">
                <a:extLst>
                  <a:ext uri="{FF2B5EF4-FFF2-40B4-BE49-F238E27FC236}">
                    <a16:creationId xmlns:a16="http://schemas.microsoft.com/office/drawing/2014/main" id="{75BD35B0-58DF-4908-A305-4DB1FF42677B}"/>
                  </a:ext>
                </a:extLst>
              </p:cNvPr>
              <p:cNvSpPr>
                <a:spLocks noChangeArrowheads="1"/>
              </p:cNvSpPr>
              <p:nvPr/>
            </p:nvSpPr>
            <p:spPr bwMode="auto">
              <a:xfrm>
                <a:off x="4090" y="1171"/>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6" name="Rectangle 1002">
                <a:extLst>
                  <a:ext uri="{FF2B5EF4-FFF2-40B4-BE49-F238E27FC236}">
                    <a16:creationId xmlns:a16="http://schemas.microsoft.com/office/drawing/2014/main" id="{EF3535E4-85B3-40E8-8199-CB07C8EFBAA3}"/>
                  </a:ext>
                </a:extLst>
              </p:cNvPr>
              <p:cNvSpPr>
                <a:spLocks noChangeArrowheads="1"/>
              </p:cNvSpPr>
              <p:nvPr/>
            </p:nvSpPr>
            <p:spPr bwMode="auto">
              <a:xfrm>
                <a:off x="4125" y="11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7" name="Rectangle 1003">
                <a:extLst>
                  <a:ext uri="{FF2B5EF4-FFF2-40B4-BE49-F238E27FC236}">
                    <a16:creationId xmlns:a16="http://schemas.microsoft.com/office/drawing/2014/main" id="{F6F82FBD-04C3-47F9-BD61-9A77143A5B97}"/>
                  </a:ext>
                </a:extLst>
              </p:cNvPr>
              <p:cNvSpPr>
                <a:spLocks noChangeArrowheads="1"/>
              </p:cNvSpPr>
              <p:nvPr/>
            </p:nvSpPr>
            <p:spPr bwMode="auto">
              <a:xfrm>
                <a:off x="4144" y="117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8" name="Rectangle 1004">
                <a:extLst>
                  <a:ext uri="{FF2B5EF4-FFF2-40B4-BE49-F238E27FC236}">
                    <a16:creationId xmlns:a16="http://schemas.microsoft.com/office/drawing/2014/main" id="{D671A8D9-29EA-4247-ACDC-542E54E25616}"/>
                  </a:ext>
                </a:extLst>
              </p:cNvPr>
              <p:cNvSpPr>
                <a:spLocks noChangeArrowheads="1"/>
              </p:cNvSpPr>
              <p:nvPr/>
            </p:nvSpPr>
            <p:spPr bwMode="auto">
              <a:xfrm>
                <a:off x="4183" y="11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9" name="Rectangle 1005">
                <a:extLst>
                  <a:ext uri="{FF2B5EF4-FFF2-40B4-BE49-F238E27FC236}">
                    <a16:creationId xmlns:a16="http://schemas.microsoft.com/office/drawing/2014/main" id="{41EC1966-6DEE-4C32-90A5-23413A2EC41F}"/>
                  </a:ext>
                </a:extLst>
              </p:cNvPr>
              <p:cNvSpPr>
                <a:spLocks noChangeArrowheads="1"/>
              </p:cNvSpPr>
              <p:nvPr/>
            </p:nvSpPr>
            <p:spPr bwMode="auto">
              <a:xfrm>
                <a:off x="4202" y="11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0" name="Rectangle 1006">
                <a:extLst>
                  <a:ext uri="{FF2B5EF4-FFF2-40B4-BE49-F238E27FC236}">
                    <a16:creationId xmlns:a16="http://schemas.microsoft.com/office/drawing/2014/main" id="{1AB573F3-CAC7-4EF9-96C2-6E5250F53779}"/>
                  </a:ext>
                </a:extLst>
              </p:cNvPr>
              <p:cNvSpPr>
                <a:spLocks noChangeArrowheads="1"/>
              </p:cNvSpPr>
              <p:nvPr/>
            </p:nvSpPr>
            <p:spPr bwMode="auto">
              <a:xfrm>
                <a:off x="4221" y="1171"/>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1" name="Rectangle 1007">
                <a:extLst>
                  <a:ext uri="{FF2B5EF4-FFF2-40B4-BE49-F238E27FC236}">
                    <a16:creationId xmlns:a16="http://schemas.microsoft.com/office/drawing/2014/main" id="{96A11AA2-E8A1-4830-ADF6-BC83A8B332BD}"/>
                  </a:ext>
                </a:extLst>
              </p:cNvPr>
              <p:cNvSpPr>
                <a:spLocks noChangeArrowheads="1"/>
              </p:cNvSpPr>
              <p:nvPr/>
            </p:nvSpPr>
            <p:spPr bwMode="auto">
              <a:xfrm>
                <a:off x="4255" y="11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2" name="Rectangle 1008">
                <a:extLst>
                  <a:ext uri="{FF2B5EF4-FFF2-40B4-BE49-F238E27FC236}">
                    <a16:creationId xmlns:a16="http://schemas.microsoft.com/office/drawing/2014/main" id="{4E5C71E0-7DB0-409F-AB0E-B184D7AE370C}"/>
                  </a:ext>
                </a:extLst>
              </p:cNvPr>
              <p:cNvSpPr>
                <a:spLocks noChangeArrowheads="1"/>
              </p:cNvSpPr>
              <p:nvPr/>
            </p:nvSpPr>
            <p:spPr bwMode="auto">
              <a:xfrm>
                <a:off x="4299" y="1171"/>
                <a:ext cx="8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12" name="Rectangle 1010">
              <a:extLst>
                <a:ext uri="{FF2B5EF4-FFF2-40B4-BE49-F238E27FC236}">
                  <a16:creationId xmlns:a16="http://schemas.microsoft.com/office/drawing/2014/main" id="{ACD9F8E9-C9EF-4345-B96C-38812D7B2233}"/>
                </a:ext>
              </a:extLst>
            </p:cNvPr>
            <p:cNvSpPr>
              <a:spLocks noChangeArrowheads="1"/>
            </p:cNvSpPr>
            <p:nvPr/>
          </p:nvSpPr>
          <p:spPr bwMode="auto">
            <a:xfrm>
              <a:off x="4336" y="117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Rectangle 1011">
              <a:extLst>
                <a:ext uri="{FF2B5EF4-FFF2-40B4-BE49-F238E27FC236}">
                  <a16:creationId xmlns:a16="http://schemas.microsoft.com/office/drawing/2014/main" id="{11D25CE6-FC9F-4083-A6D9-C88230BD1B11}"/>
                </a:ext>
              </a:extLst>
            </p:cNvPr>
            <p:cNvSpPr>
              <a:spLocks noChangeArrowheads="1"/>
            </p:cNvSpPr>
            <p:nvPr/>
          </p:nvSpPr>
          <p:spPr bwMode="auto">
            <a:xfrm>
              <a:off x="4377" y="1171"/>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 name="Rectangle 1012">
              <a:extLst>
                <a:ext uri="{FF2B5EF4-FFF2-40B4-BE49-F238E27FC236}">
                  <a16:creationId xmlns:a16="http://schemas.microsoft.com/office/drawing/2014/main" id="{CDE3680C-16AA-4278-AEAD-A1553EC4D4E2}"/>
                </a:ext>
              </a:extLst>
            </p:cNvPr>
            <p:cNvSpPr>
              <a:spLocks noChangeArrowheads="1"/>
            </p:cNvSpPr>
            <p:nvPr/>
          </p:nvSpPr>
          <p:spPr bwMode="auto">
            <a:xfrm>
              <a:off x="4406" y="11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013">
              <a:extLst>
                <a:ext uri="{FF2B5EF4-FFF2-40B4-BE49-F238E27FC236}">
                  <a16:creationId xmlns:a16="http://schemas.microsoft.com/office/drawing/2014/main" id="{005B2ADC-F074-43E2-A446-DA157A0901FF}"/>
                </a:ext>
              </a:extLst>
            </p:cNvPr>
            <p:cNvSpPr>
              <a:spLocks noChangeArrowheads="1"/>
            </p:cNvSpPr>
            <p:nvPr/>
          </p:nvSpPr>
          <p:spPr bwMode="auto">
            <a:xfrm>
              <a:off x="4425" y="11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 name="Rectangle 1014">
              <a:extLst>
                <a:ext uri="{FF2B5EF4-FFF2-40B4-BE49-F238E27FC236}">
                  <a16:creationId xmlns:a16="http://schemas.microsoft.com/office/drawing/2014/main" id="{F88A1C29-8041-4325-BA76-6BC228E2F0A6}"/>
                </a:ext>
              </a:extLst>
            </p:cNvPr>
            <p:cNvSpPr>
              <a:spLocks noChangeArrowheads="1"/>
            </p:cNvSpPr>
            <p:nvPr/>
          </p:nvSpPr>
          <p:spPr bwMode="auto">
            <a:xfrm>
              <a:off x="4468" y="1171"/>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Rectangle 1015">
              <a:extLst>
                <a:ext uri="{FF2B5EF4-FFF2-40B4-BE49-F238E27FC236}">
                  <a16:creationId xmlns:a16="http://schemas.microsoft.com/office/drawing/2014/main" id="{3A62B6C6-6157-4710-BDFA-D1EDBADB6C20}"/>
                </a:ext>
              </a:extLst>
            </p:cNvPr>
            <p:cNvSpPr>
              <a:spLocks noChangeArrowheads="1"/>
            </p:cNvSpPr>
            <p:nvPr/>
          </p:nvSpPr>
          <p:spPr bwMode="auto">
            <a:xfrm>
              <a:off x="4015" y="1270"/>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8" name="Rectangle 1016">
              <a:extLst>
                <a:ext uri="{FF2B5EF4-FFF2-40B4-BE49-F238E27FC236}">
                  <a16:creationId xmlns:a16="http://schemas.microsoft.com/office/drawing/2014/main" id="{F2031C4A-6CEE-4CD4-872F-54231F4684AD}"/>
                </a:ext>
              </a:extLst>
            </p:cNvPr>
            <p:cNvSpPr>
              <a:spLocks noChangeArrowheads="1"/>
            </p:cNvSpPr>
            <p:nvPr/>
          </p:nvSpPr>
          <p:spPr bwMode="auto">
            <a:xfrm>
              <a:off x="4036"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017">
              <a:extLst>
                <a:ext uri="{FF2B5EF4-FFF2-40B4-BE49-F238E27FC236}">
                  <a16:creationId xmlns:a16="http://schemas.microsoft.com/office/drawing/2014/main" id="{32A9EBFC-F982-42A7-9E5C-E76DB39BA71D}"/>
                </a:ext>
              </a:extLst>
            </p:cNvPr>
            <p:cNvSpPr>
              <a:spLocks noChangeArrowheads="1"/>
            </p:cNvSpPr>
            <p:nvPr/>
          </p:nvSpPr>
          <p:spPr bwMode="auto">
            <a:xfrm>
              <a:off x="4078" y="1270"/>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018">
              <a:extLst>
                <a:ext uri="{FF2B5EF4-FFF2-40B4-BE49-F238E27FC236}">
                  <a16:creationId xmlns:a16="http://schemas.microsoft.com/office/drawing/2014/main" id="{CC7A4519-785F-4ADE-989E-6DAFC0836F06}"/>
                </a:ext>
              </a:extLst>
            </p:cNvPr>
            <p:cNvSpPr>
              <a:spLocks noChangeArrowheads="1"/>
            </p:cNvSpPr>
            <p:nvPr/>
          </p:nvSpPr>
          <p:spPr bwMode="auto">
            <a:xfrm>
              <a:off x="4102" y="1270"/>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1019">
              <a:extLst>
                <a:ext uri="{FF2B5EF4-FFF2-40B4-BE49-F238E27FC236}">
                  <a16:creationId xmlns:a16="http://schemas.microsoft.com/office/drawing/2014/main" id="{71B92B7E-6553-40A3-8F46-D5A9E7DBDFCE}"/>
                </a:ext>
              </a:extLst>
            </p:cNvPr>
            <p:cNvSpPr>
              <a:spLocks noChangeArrowheads="1"/>
            </p:cNvSpPr>
            <p:nvPr/>
          </p:nvSpPr>
          <p:spPr bwMode="auto">
            <a:xfrm>
              <a:off x="4143" y="1270"/>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1020">
              <a:extLst>
                <a:ext uri="{FF2B5EF4-FFF2-40B4-BE49-F238E27FC236}">
                  <a16:creationId xmlns:a16="http://schemas.microsoft.com/office/drawing/2014/main" id="{3C20058E-EB63-4BB2-853A-2B2D60A75070}"/>
                </a:ext>
              </a:extLst>
            </p:cNvPr>
            <p:cNvSpPr>
              <a:spLocks noChangeArrowheads="1"/>
            </p:cNvSpPr>
            <p:nvPr/>
          </p:nvSpPr>
          <p:spPr bwMode="auto">
            <a:xfrm>
              <a:off x="4178" y="127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021">
              <a:extLst>
                <a:ext uri="{FF2B5EF4-FFF2-40B4-BE49-F238E27FC236}">
                  <a16:creationId xmlns:a16="http://schemas.microsoft.com/office/drawing/2014/main" id="{4BCFAC23-0A36-44CC-A146-4F9F68955FB3}"/>
                </a:ext>
              </a:extLst>
            </p:cNvPr>
            <p:cNvSpPr>
              <a:spLocks noChangeArrowheads="1"/>
            </p:cNvSpPr>
            <p:nvPr/>
          </p:nvSpPr>
          <p:spPr bwMode="auto">
            <a:xfrm>
              <a:off x="4206" y="127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022">
              <a:extLst>
                <a:ext uri="{FF2B5EF4-FFF2-40B4-BE49-F238E27FC236}">
                  <a16:creationId xmlns:a16="http://schemas.microsoft.com/office/drawing/2014/main" id="{0DD11383-416A-413E-A8ED-C635F45B2F36}"/>
                </a:ext>
              </a:extLst>
            </p:cNvPr>
            <p:cNvSpPr>
              <a:spLocks noChangeArrowheads="1"/>
            </p:cNvSpPr>
            <p:nvPr/>
          </p:nvSpPr>
          <p:spPr bwMode="auto">
            <a:xfrm>
              <a:off x="4224"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023">
              <a:extLst>
                <a:ext uri="{FF2B5EF4-FFF2-40B4-BE49-F238E27FC236}">
                  <a16:creationId xmlns:a16="http://schemas.microsoft.com/office/drawing/2014/main" id="{891B8D7A-AA21-4DF7-943B-558D94CB221F}"/>
                </a:ext>
              </a:extLst>
            </p:cNvPr>
            <p:cNvSpPr>
              <a:spLocks noChangeArrowheads="1"/>
            </p:cNvSpPr>
            <p:nvPr/>
          </p:nvSpPr>
          <p:spPr bwMode="auto">
            <a:xfrm>
              <a:off x="4268"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024">
              <a:extLst>
                <a:ext uri="{FF2B5EF4-FFF2-40B4-BE49-F238E27FC236}">
                  <a16:creationId xmlns:a16="http://schemas.microsoft.com/office/drawing/2014/main" id="{3A7358DE-4BB8-43B5-87C0-0AA70D5CE052}"/>
                </a:ext>
              </a:extLst>
            </p:cNvPr>
            <p:cNvSpPr>
              <a:spLocks noChangeArrowheads="1"/>
            </p:cNvSpPr>
            <p:nvPr/>
          </p:nvSpPr>
          <p:spPr bwMode="auto">
            <a:xfrm>
              <a:off x="4312" y="127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1025">
              <a:extLst>
                <a:ext uri="{FF2B5EF4-FFF2-40B4-BE49-F238E27FC236}">
                  <a16:creationId xmlns:a16="http://schemas.microsoft.com/office/drawing/2014/main" id="{DFFE4AE0-EA37-48D3-90E6-30293D92CE5A}"/>
                </a:ext>
              </a:extLst>
            </p:cNvPr>
            <p:cNvSpPr>
              <a:spLocks noChangeArrowheads="1"/>
            </p:cNvSpPr>
            <p:nvPr/>
          </p:nvSpPr>
          <p:spPr bwMode="auto">
            <a:xfrm>
              <a:off x="4331" y="1270"/>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1026">
              <a:extLst>
                <a:ext uri="{FF2B5EF4-FFF2-40B4-BE49-F238E27FC236}">
                  <a16:creationId xmlns:a16="http://schemas.microsoft.com/office/drawing/2014/main" id="{316EF261-EF7B-4D48-9E83-9934DDCB2CBB}"/>
                </a:ext>
              </a:extLst>
            </p:cNvPr>
            <p:cNvSpPr>
              <a:spLocks noChangeArrowheads="1"/>
            </p:cNvSpPr>
            <p:nvPr/>
          </p:nvSpPr>
          <p:spPr bwMode="auto">
            <a:xfrm>
              <a:off x="4365"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1027">
              <a:extLst>
                <a:ext uri="{FF2B5EF4-FFF2-40B4-BE49-F238E27FC236}">
                  <a16:creationId xmlns:a16="http://schemas.microsoft.com/office/drawing/2014/main" id="{451B39B2-0EE9-43A1-95AC-DECE00F93997}"/>
                </a:ext>
              </a:extLst>
            </p:cNvPr>
            <p:cNvSpPr>
              <a:spLocks noChangeArrowheads="1"/>
            </p:cNvSpPr>
            <p:nvPr/>
          </p:nvSpPr>
          <p:spPr bwMode="auto">
            <a:xfrm>
              <a:off x="4409"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1028">
              <a:extLst>
                <a:ext uri="{FF2B5EF4-FFF2-40B4-BE49-F238E27FC236}">
                  <a16:creationId xmlns:a16="http://schemas.microsoft.com/office/drawing/2014/main" id="{2FE2C364-30E9-42C6-84D8-AD079BDEDB91}"/>
                </a:ext>
              </a:extLst>
            </p:cNvPr>
            <p:cNvSpPr>
              <a:spLocks noChangeArrowheads="1"/>
            </p:cNvSpPr>
            <p:nvPr/>
          </p:nvSpPr>
          <p:spPr bwMode="auto">
            <a:xfrm>
              <a:off x="4451" y="127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1029">
              <a:extLst>
                <a:ext uri="{FF2B5EF4-FFF2-40B4-BE49-F238E27FC236}">
                  <a16:creationId xmlns:a16="http://schemas.microsoft.com/office/drawing/2014/main" id="{C902DCA8-6576-4AFF-9DC8-D448B72E513C}"/>
                </a:ext>
              </a:extLst>
            </p:cNvPr>
            <p:cNvSpPr>
              <a:spLocks noChangeArrowheads="1"/>
            </p:cNvSpPr>
            <p:nvPr/>
          </p:nvSpPr>
          <p:spPr bwMode="auto">
            <a:xfrm>
              <a:off x="4479" y="1270"/>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1030">
              <a:extLst>
                <a:ext uri="{FF2B5EF4-FFF2-40B4-BE49-F238E27FC236}">
                  <a16:creationId xmlns:a16="http://schemas.microsoft.com/office/drawing/2014/main" id="{417E1550-6D3D-4FD0-A26E-62E50C260D14}"/>
                </a:ext>
              </a:extLst>
            </p:cNvPr>
            <p:cNvSpPr>
              <a:spLocks noChangeArrowheads="1"/>
            </p:cNvSpPr>
            <p:nvPr/>
          </p:nvSpPr>
          <p:spPr bwMode="auto">
            <a:xfrm>
              <a:off x="4507" y="127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1031">
              <a:extLst>
                <a:ext uri="{FF2B5EF4-FFF2-40B4-BE49-F238E27FC236}">
                  <a16:creationId xmlns:a16="http://schemas.microsoft.com/office/drawing/2014/main" id="{6086B814-4BB1-4530-B9E9-920AE43042E2}"/>
                </a:ext>
              </a:extLst>
            </p:cNvPr>
            <p:cNvSpPr>
              <a:spLocks noChangeArrowheads="1"/>
            </p:cNvSpPr>
            <p:nvPr/>
          </p:nvSpPr>
          <p:spPr bwMode="auto">
            <a:xfrm>
              <a:off x="4551" y="127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Freeform 1032">
              <a:extLst>
                <a:ext uri="{FF2B5EF4-FFF2-40B4-BE49-F238E27FC236}">
                  <a16:creationId xmlns:a16="http://schemas.microsoft.com/office/drawing/2014/main" id="{EAD7149F-AB5B-49DE-BD0A-14A522A26099}"/>
                </a:ext>
              </a:extLst>
            </p:cNvPr>
            <p:cNvSpPr>
              <a:spLocks/>
            </p:cNvSpPr>
            <p:nvPr/>
          </p:nvSpPr>
          <p:spPr bwMode="auto">
            <a:xfrm>
              <a:off x="4283" y="1511"/>
              <a:ext cx="885" cy="306"/>
            </a:xfrm>
            <a:custGeom>
              <a:avLst/>
              <a:gdLst>
                <a:gd name="T0" fmla="*/ 0 w 2280"/>
                <a:gd name="T1" fmla="*/ 0 h 787"/>
                <a:gd name="T2" fmla="*/ 0 w 2280"/>
                <a:gd name="T3" fmla="*/ 0 h 787"/>
                <a:gd name="T4" fmla="*/ 2280 w 2280"/>
                <a:gd name="T5" fmla="*/ 0 h 787"/>
                <a:gd name="T6" fmla="*/ 2280 w 2280"/>
                <a:gd name="T7" fmla="*/ 787 h 787"/>
                <a:gd name="T8" fmla="*/ 0 w 2280"/>
                <a:gd name="T9" fmla="*/ 787 h 787"/>
                <a:gd name="T10" fmla="*/ 0 w 2280"/>
                <a:gd name="T11" fmla="*/ 0 h 787"/>
              </a:gdLst>
              <a:ahLst/>
              <a:cxnLst>
                <a:cxn ang="0">
                  <a:pos x="T0" y="T1"/>
                </a:cxn>
                <a:cxn ang="0">
                  <a:pos x="T2" y="T3"/>
                </a:cxn>
                <a:cxn ang="0">
                  <a:pos x="T4" y="T5"/>
                </a:cxn>
                <a:cxn ang="0">
                  <a:pos x="T6" y="T7"/>
                </a:cxn>
                <a:cxn ang="0">
                  <a:pos x="T8" y="T9"/>
                </a:cxn>
                <a:cxn ang="0">
                  <a:pos x="T10" y="T11"/>
                </a:cxn>
              </a:cxnLst>
              <a:rect l="0" t="0" r="r" b="b"/>
              <a:pathLst>
                <a:path w="2280" h="787">
                  <a:moveTo>
                    <a:pt x="0" y="0"/>
                  </a:moveTo>
                  <a:lnTo>
                    <a:pt x="0" y="0"/>
                  </a:lnTo>
                  <a:lnTo>
                    <a:pt x="2280" y="0"/>
                  </a:lnTo>
                  <a:lnTo>
                    <a:pt x="2280" y="787"/>
                  </a:lnTo>
                  <a:lnTo>
                    <a:pt x="0" y="787"/>
                  </a:lnTo>
                  <a:lnTo>
                    <a:pt x="0" y="0"/>
                  </a:lnTo>
                  <a:close/>
                </a:path>
              </a:pathLst>
            </a:custGeom>
            <a:solidFill>
              <a:srgbClr val="E2F0D9"/>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Freeform 1033">
              <a:extLst>
                <a:ext uri="{FF2B5EF4-FFF2-40B4-BE49-F238E27FC236}">
                  <a16:creationId xmlns:a16="http://schemas.microsoft.com/office/drawing/2014/main" id="{21A8ADD7-127C-4FA9-B6E5-4D1214B3FDB2}"/>
                </a:ext>
              </a:extLst>
            </p:cNvPr>
            <p:cNvSpPr>
              <a:spLocks/>
            </p:cNvSpPr>
            <p:nvPr/>
          </p:nvSpPr>
          <p:spPr bwMode="auto">
            <a:xfrm>
              <a:off x="4283" y="1511"/>
              <a:ext cx="885" cy="306"/>
            </a:xfrm>
            <a:custGeom>
              <a:avLst/>
              <a:gdLst>
                <a:gd name="T0" fmla="*/ 0 w 2280"/>
                <a:gd name="T1" fmla="*/ 0 h 787"/>
                <a:gd name="T2" fmla="*/ 0 w 2280"/>
                <a:gd name="T3" fmla="*/ 0 h 787"/>
                <a:gd name="T4" fmla="*/ 2280 w 2280"/>
                <a:gd name="T5" fmla="*/ 0 h 787"/>
                <a:gd name="T6" fmla="*/ 2280 w 2280"/>
                <a:gd name="T7" fmla="*/ 787 h 787"/>
                <a:gd name="T8" fmla="*/ 0 w 2280"/>
                <a:gd name="T9" fmla="*/ 787 h 787"/>
                <a:gd name="T10" fmla="*/ 0 w 2280"/>
                <a:gd name="T11" fmla="*/ 0 h 787"/>
              </a:gdLst>
              <a:ahLst/>
              <a:cxnLst>
                <a:cxn ang="0">
                  <a:pos x="T0" y="T1"/>
                </a:cxn>
                <a:cxn ang="0">
                  <a:pos x="T2" y="T3"/>
                </a:cxn>
                <a:cxn ang="0">
                  <a:pos x="T4" y="T5"/>
                </a:cxn>
                <a:cxn ang="0">
                  <a:pos x="T6" y="T7"/>
                </a:cxn>
                <a:cxn ang="0">
                  <a:pos x="T8" y="T9"/>
                </a:cxn>
                <a:cxn ang="0">
                  <a:pos x="T10" y="T11"/>
                </a:cxn>
              </a:cxnLst>
              <a:rect l="0" t="0" r="r" b="b"/>
              <a:pathLst>
                <a:path w="2280" h="787">
                  <a:moveTo>
                    <a:pt x="0" y="0"/>
                  </a:moveTo>
                  <a:lnTo>
                    <a:pt x="0" y="0"/>
                  </a:lnTo>
                  <a:lnTo>
                    <a:pt x="2280" y="0"/>
                  </a:lnTo>
                  <a:lnTo>
                    <a:pt x="2280" y="787"/>
                  </a:lnTo>
                  <a:lnTo>
                    <a:pt x="0" y="787"/>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6" name="Rectangle 1034">
              <a:extLst>
                <a:ext uri="{FF2B5EF4-FFF2-40B4-BE49-F238E27FC236}">
                  <a16:creationId xmlns:a16="http://schemas.microsoft.com/office/drawing/2014/main" id="{E208A9C3-AB9F-479C-9500-2B9AC16285CD}"/>
                </a:ext>
              </a:extLst>
            </p:cNvPr>
            <p:cNvSpPr>
              <a:spLocks noChangeArrowheads="1"/>
            </p:cNvSpPr>
            <p:nvPr/>
          </p:nvSpPr>
          <p:spPr bwMode="auto">
            <a:xfrm>
              <a:off x="4361" y="1513"/>
              <a:ext cx="101"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1035">
              <a:extLst>
                <a:ext uri="{FF2B5EF4-FFF2-40B4-BE49-F238E27FC236}">
                  <a16:creationId xmlns:a16="http://schemas.microsoft.com/office/drawing/2014/main" id="{675698E1-4742-410C-A1C3-6ED38F7A4ED1}"/>
                </a:ext>
              </a:extLst>
            </p:cNvPr>
            <p:cNvSpPr>
              <a:spLocks noChangeArrowheads="1"/>
            </p:cNvSpPr>
            <p:nvPr/>
          </p:nvSpPr>
          <p:spPr bwMode="auto">
            <a:xfrm>
              <a:off x="4411" y="151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1036">
              <a:extLst>
                <a:ext uri="{FF2B5EF4-FFF2-40B4-BE49-F238E27FC236}">
                  <a16:creationId xmlns:a16="http://schemas.microsoft.com/office/drawing/2014/main" id="{5AA73865-3FC2-48F0-A733-B2883431CA96}"/>
                </a:ext>
              </a:extLst>
            </p:cNvPr>
            <p:cNvSpPr>
              <a:spLocks noChangeArrowheads="1"/>
            </p:cNvSpPr>
            <p:nvPr/>
          </p:nvSpPr>
          <p:spPr bwMode="auto">
            <a:xfrm>
              <a:off x="4456" y="1513"/>
              <a:ext cx="69"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j</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1037">
              <a:extLst>
                <a:ext uri="{FF2B5EF4-FFF2-40B4-BE49-F238E27FC236}">
                  <a16:creationId xmlns:a16="http://schemas.microsoft.com/office/drawing/2014/main" id="{F134B748-DB2E-496B-A78E-5E928E3FE892}"/>
                </a:ext>
              </a:extLst>
            </p:cNvPr>
            <p:cNvSpPr>
              <a:spLocks noChangeArrowheads="1"/>
            </p:cNvSpPr>
            <p:nvPr/>
          </p:nvSpPr>
          <p:spPr bwMode="auto">
            <a:xfrm>
              <a:off x="4477" y="1513"/>
              <a:ext cx="94"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1038">
              <a:extLst>
                <a:ext uri="{FF2B5EF4-FFF2-40B4-BE49-F238E27FC236}">
                  <a16:creationId xmlns:a16="http://schemas.microsoft.com/office/drawing/2014/main" id="{17908409-37B0-4ED1-BD84-37B57B97ACC9}"/>
                </a:ext>
              </a:extLst>
            </p:cNvPr>
            <p:cNvSpPr>
              <a:spLocks noChangeArrowheads="1"/>
            </p:cNvSpPr>
            <p:nvPr/>
          </p:nvSpPr>
          <p:spPr bwMode="auto">
            <a:xfrm>
              <a:off x="4522" y="1513"/>
              <a:ext cx="8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1039">
              <a:extLst>
                <a:ext uri="{FF2B5EF4-FFF2-40B4-BE49-F238E27FC236}">
                  <a16:creationId xmlns:a16="http://schemas.microsoft.com/office/drawing/2014/main" id="{4A06BE7E-4231-4F90-9FAC-371EC0CE3CFF}"/>
                </a:ext>
              </a:extLst>
            </p:cNvPr>
            <p:cNvSpPr>
              <a:spLocks noChangeArrowheads="1"/>
            </p:cNvSpPr>
            <p:nvPr/>
          </p:nvSpPr>
          <p:spPr bwMode="auto">
            <a:xfrm>
              <a:off x="4554" y="1513"/>
              <a:ext cx="7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1040">
              <a:extLst>
                <a:ext uri="{FF2B5EF4-FFF2-40B4-BE49-F238E27FC236}">
                  <a16:creationId xmlns:a16="http://schemas.microsoft.com/office/drawing/2014/main" id="{5B9A220F-F2C6-4C9E-B34D-CCF976187DF4}"/>
                </a:ext>
              </a:extLst>
            </p:cNvPr>
            <p:cNvSpPr>
              <a:spLocks noChangeArrowheads="1"/>
            </p:cNvSpPr>
            <p:nvPr/>
          </p:nvSpPr>
          <p:spPr bwMode="auto">
            <a:xfrm>
              <a:off x="4582" y="1513"/>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Calibri Bold" panose="020F07020304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1041">
              <a:extLst>
                <a:ext uri="{FF2B5EF4-FFF2-40B4-BE49-F238E27FC236}">
                  <a16:creationId xmlns:a16="http://schemas.microsoft.com/office/drawing/2014/main" id="{2C0BFAF2-C139-428F-98F0-74B3B47617B4}"/>
                </a:ext>
              </a:extLst>
            </p:cNvPr>
            <p:cNvSpPr>
              <a:spLocks noChangeArrowheads="1"/>
            </p:cNvSpPr>
            <p:nvPr/>
          </p:nvSpPr>
          <p:spPr bwMode="auto">
            <a:xfrm>
              <a:off x="4601" y="151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1042">
              <a:extLst>
                <a:ext uri="{FF2B5EF4-FFF2-40B4-BE49-F238E27FC236}">
                  <a16:creationId xmlns:a16="http://schemas.microsoft.com/office/drawing/2014/main" id="{DF37BE71-C823-4A98-9101-FC1A6B0C3BC9}"/>
                </a:ext>
              </a:extLst>
            </p:cNvPr>
            <p:cNvSpPr>
              <a:spLocks noChangeArrowheads="1"/>
            </p:cNvSpPr>
            <p:nvPr/>
          </p:nvSpPr>
          <p:spPr bwMode="auto">
            <a:xfrm>
              <a:off x="4633" y="1513"/>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1043">
              <a:extLst>
                <a:ext uri="{FF2B5EF4-FFF2-40B4-BE49-F238E27FC236}">
                  <a16:creationId xmlns:a16="http://schemas.microsoft.com/office/drawing/2014/main" id="{16D6B93A-B5AD-4ECD-BADD-6224A960CB4F}"/>
                </a:ext>
              </a:extLst>
            </p:cNvPr>
            <p:cNvSpPr>
              <a:spLocks noChangeArrowheads="1"/>
            </p:cNvSpPr>
            <p:nvPr/>
          </p:nvSpPr>
          <p:spPr bwMode="auto">
            <a:xfrm>
              <a:off x="4668" y="151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h</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1044">
              <a:extLst>
                <a:ext uri="{FF2B5EF4-FFF2-40B4-BE49-F238E27FC236}">
                  <a16:creationId xmlns:a16="http://schemas.microsoft.com/office/drawing/2014/main" id="{C6A06279-A262-495B-9D0E-8E441B428410}"/>
                </a:ext>
              </a:extLst>
            </p:cNvPr>
            <p:cNvSpPr>
              <a:spLocks noChangeArrowheads="1"/>
            </p:cNvSpPr>
            <p:nvPr/>
          </p:nvSpPr>
          <p:spPr bwMode="auto">
            <a:xfrm>
              <a:off x="4712" y="151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1045">
              <a:extLst>
                <a:ext uri="{FF2B5EF4-FFF2-40B4-BE49-F238E27FC236}">
                  <a16:creationId xmlns:a16="http://schemas.microsoft.com/office/drawing/2014/main" id="{615B838C-6312-4E22-A9C2-C3913E7B2753}"/>
                </a:ext>
              </a:extLst>
            </p:cNvPr>
            <p:cNvSpPr>
              <a:spLocks noChangeArrowheads="1"/>
            </p:cNvSpPr>
            <p:nvPr/>
          </p:nvSpPr>
          <p:spPr bwMode="auto">
            <a:xfrm>
              <a:off x="4755" y="151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1046">
              <a:extLst>
                <a:ext uri="{FF2B5EF4-FFF2-40B4-BE49-F238E27FC236}">
                  <a16:creationId xmlns:a16="http://schemas.microsoft.com/office/drawing/2014/main" id="{09057DDE-8A41-41D1-8AE8-0333894E165F}"/>
                </a:ext>
              </a:extLst>
            </p:cNvPr>
            <p:cNvSpPr>
              <a:spLocks noChangeArrowheads="1"/>
            </p:cNvSpPr>
            <p:nvPr/>
          </p:nvSpPr>
          <p:spPr bwMode="auto">
            <a:xfrm>
              <a:off x="4800" y="151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1047">
              <a:extLst>
                <a:ext uri="{FF2B5EF4-FFF2-40B4-BE49-F238E27FC236}">
                  <a16:creationId xmlns:a16="http://schemas.microsoft.com/office/drawing/2014/main" id="{A7B84DE0-0A84-4DBB-9F80-D0DAC74F2818}"/>
                </a:ext>
              </a:extLst>
            </p:cNvPr>
            <p:cNvSpPr>
              <a:spLocks noChangeArrowheads="1"/>
            </p:cNvSpPr>
            <p:nvPr/>
          </p:nvSpPr>
          <p:spPr bwMode="auto">
            <a:xfrm>
              <a:off x="4818" y="151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1048">
              <a:extLst>
                <a:ext uri="{FF2B5EF4-FFF2-40B4-BE49-F238E27FC236}">
                  <a16:creationId xmlns:a16="http://schemas.microsoft.com/office/drawing/2014/main" id="{67D30B3F-FD29-4596-963A-3A56E09D45BB}"/>
                </a:ext>
              </a:extLst>
            </p:cNvPr>
            <p:cNvSpPr>
              <a:spLocks noChangeArrowheads="1"/>
            </p:cNvSpPr>
            <p:nvPr/>
          </p:nvSpPr>
          <p:spPr bwMode="auto">
            <a:xfrm>
              <a:off x="4837" y="1513"/>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1049">
              <a:extLst>
                <a:ext uri="{FF2B5EF4-FFF2-40B4-BE49-F238E27FC236}">
                  <a16:creationId xmlns:a16="http://schemas.microsoft.com/office/drawing/2014/main" id="{E9550481-E848-45EF-BA52-98D0D2A0F9F2}"/>
                </a:ext>
              </a:extLst>
            </p:cNvPr>
            <p:cNvSpPr>
              <a:spLocks noChangeArrowheads="1"/>
            </p:cNvSpPr>
            <p:nvPr/>
          </p:nvSpPr>
          <p:spPr bwMode="auto">
            <a:xfrm>
              <a:off x="4864" y="151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1050">
              <a:extLst>
                <a:ext uri="{FF2B5EF4-FFF2-40B4-BE49-F238E27FC236}">
                  <a16:creationId xmlns:a16="http://schemas.microsoft.com/office/drawing/2014/main" id="{16D1D92E-E0C4-4925-B2D1-BD32EFE30E06}"/>
                </a:ext>
              </a:extLst>
            </p:cNvPr>
            <p:cNvSpPr>
              <a:spLocks noChangeArrowheads="1"/>
            </p:cNvSpPr>
            <p:nvPr/>
          </p:nvSpPr>
          <p:spPr bwMode="auto">
            <a:xfrm>
              <a:off x="4906" y="1513"/>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1051">
              <a:extLst>
                <a:ext uri="{FF2B5EF4-FFF2-40B4-BE49-F238E27FC236}">
                  <a16:creationId xmlns:a16="http://schemas.microsoft.com/office/drawing/2014/main" id="{77656621-558D-41C5-AA5C-37606716FB2B}"/>
                </a:ext>
              </a:extLst>
            </p:cNvPr>
            <p:cNvSpPr>
              <a:spLocks noChangeArrowheads="1"/>
            </p:cNvSpPr>
            <p:nvPr/>
          </p:nvSpPr>
          <p:spPr bwMode="auto">
            <a:xfrm>
              <a:off x="4937" y="1513"/>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1052">
              <a:extLst>
                <a:ext uri="{FF2B5EF4-FFF2-40B4-BE49-F238E27FC236}">
                  <a16:creationId xmlns:a16="http://schemas.microsoft.com/office/drawing/2014/main" id="{488998F9-51F2-4522-B3F2-5F85B16E45C4}"/>
                </a:ext>
              </a:extLst>
            </p:cNvPr>
            <p:cNvSpPr>
              <a:spLocks noChangeArrowheads="1"/>
            </p:cNvSpPr>
            <p:nvPr/>
          </p:nvSpPr>
          <p:spPr bwMode="auto">
            <a:xfrm>
              <a:off x="4965" y="151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1053">
              <a:extLst>
                <a:ext uri="{FF2B5EF4-FFF2-40B4-BE49-F238E27FC236}">
                  <a16:creationId xmlns:a16="http://schemas.microsoft.com/office/drawing/2014/main" id="{4415ED19-34D0-404B-B1FC-52719C0B9ACF}"/>
                </a:ext>
              </a:extLst>
            </p:cNvPr>
            <p:cNvSpPr>
              <a:spLocks noChangeArrowheads="1"/>
            </p:cNvSpPr>
            <p:nvPr/>
          </p:nvSpPr>
          <p:spPr bwMode="auto">
            <a:xfrm>
              <a:off x="4983" y="151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Rectangle 1054">
              <a:extLst>
                <a:ext uri="{FF2B5EF4-FFF2-40B4-BE49-F238E27FC236}">
                  <a16:creationId xmlns:a16="http://schemas.microsoft.com/office/drawing/2014/main" id="{EE595C3C-D296-4E29-82A9-C3B54BD05B7C}"/>
                </a:ext>
              </a:extLst>
            </p:cNvPr>
            <p:cNvSpPr>
              <a:spLocks noChangeArrowheads="1"/>
            </p:cNvSpPr>
            <p:nvPr/>
          </p:nvSpPr>
          <p:spPr bwMode="auto">
            <a:xfrm>
              <a:off x="5027" y="1513"/>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1055">
              <a:extLst>
                <a:ext uri="{FF2B5EF4-FFF2-40B4-BE49-F238E27FC236}">
                  <a16:creationId xmlns:a16="http://schemas.microsoft.com/office/drawing/2014/main" id="{3939D03C-EC82-4F4C-9376-B94ED976E3A8}"/>
                </a:ext>
              </a:extLst>
            </p:cNvPr>
            <p:cNvSpPr>
              <a:spLocks noChangeArrowheads="1"/>
            </p:cNvSpPr>
            <p:nvPr/>
          </p:nvSpPr>
          <p:spPr bwMode="auto">
            <a:xfrm>
              <a:off x="5067" y="1513"/>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1056">
              <a:extLst>
                <a:ext uri="{FF2B5EF4-FFF2-40B4-BE49-F238E27FC236}">
                  <a16:creationId xmlns:a16="http://schemas.microsoft.com/office/drawing/2014/main" id="{9A7CBEDF-342B-4740-8BC7-46FC16A9758A}"/>
                </a:ext>
              </a:extLst>
            </p:cNvPr>
            <p:cNvSpPr>
              <a:spLocks noChangeArrowheads="1"/>
            </p:cNvSpPr>
            <p:nvPr/>
          </p:nvSpPr>
          <p:spPr bwMode="auto">
            <a:xfrm>
              <a:off x="5087" y="151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1057">
              <a:extLst>
                <a:ext uri="{FF2B5EF4-FFF2-40B4-BE49-F238E27FC236}">
                  <a16:creationId xmlns:a16="http://schemas.microsoft.com/office/drawing/2014/main" id="{F68BD59B-ABD8-4838-B0DD-9EDB066CD891}"/>
                </a:ext>
              </a:extLst>
            </p:cNvPr>
            <p:cNvSpPr>
              <a:spLocks noChangeArrowheads="1"/>
            </p:cNvSpPr>
            <p:nvPr/>
          </p:nvSpPr>
          <p:spPr bwMode="auto">
            <a:xfrm>
              <a:off x="4365"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 name="Rectangle 1058">
              <a:extLst>
                <a:ext uri="{FF2B5EF4-FFF2-40B4-BE49-F238E27FC236}">
                  <a16:creationId xmlns:a16="http://schemas.microsoft.com/office/drawing/2014/main" id="{58965D97-5077-43CE-830C-66C551AC17DD}"/>
                </a:ext>
              </a:extLst>
            </p:cNvPr>
            <p:cNvSpPr>
              <a:spLocks noChangeArrowheads="1"/>
            </p:cNvSpPr>
            <p:nvPr/>
          </p:nvSpPr>
          <p:spPr bwMode="auto">
            <a:xfrm>
              <a:off x="4384"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1059">
              <a:extLst>
                <a:ext uri="{FF2B5EF4-FFF2-40B4-BE49-F238E27FC236}">
                  <a16:creationId xmlns:a16="http://schemas.microsoft.com/office/drawing/2014/main" id="{2F52E127-6C96-4279-9EBE-35796B480087}"/>
                </a:ext>
              </a:extLst>
            </p:cNvPr>
            <p:cNvSpPr>
              <a:spLocks noChangeArrowheads="1"/>
            </p:cNvSpPr>
            <p:nvPr/>
          </p:nvSpPr>
          <p:spPr bwMode="auto">
            <a:xfrm>
              <a:off x="4426" y="1611"/>
              <a:ext cx="7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1060">
              <a:extLst>
                <a:ext uri="{FF2B5EF4-FFF2-40B4-BE49-F238E27FC236}">
                  <a16:creationId xmlns:a16="http://schemas.microsoft.com/office/drawing/2014/main" id="{6A5BF7CB-1E81-4D9A-BFF2-6D9F50C2C18F}"/>
                </a:ext>
              </a:extLst>
            </p:cNvPr>
            <p:cNvSpPr>
              <a:spLocks noChangeArrowheads="1"/>
            </p:cNvSpPr>
            <p:nvPr/>
          </p:nvSpPr>
          <p:spPr bwMode="auto">
            <a:xfrm>
              <a:off x="4450" y="161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1061">
              <a:extLst>
                <a:ext uri="{FF2B5EF4-FFF2-40B4-BE49-F238E27FC236}">
                  <a16:creationId xmlns:a16="http://schemas.microsoft.com/office/drawing/2014/main" id="{0018C354-D0D9-4E87-8BCE-4989083CFF2E}"/>
                </a:ext>
              </a:extLst>
            </p:cNvPr>
            <p:cNvSpPr>
              <a:spLocks noChangeArrowheads="1"/>
            </p:cNvSpPr>
            <p:nvPr/>
          </p:nvSpPr>
          <p:spPr bwMode="auto">
            <a:xfrm>
              <a:off x="4491" y="1611"/>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 name="Rectangle 1062">
              <a:extLst>
                <a:ext uri="{FF2B5EF4-FFF2-40B4-BE49-F238E27FC236}">
                  <a16:creationId xmlns:a16="http://schemas.microsoft.com/office/drawing/2014/main" id="{6A2C5771-664C-4496-8D65-BBFD0C26E4F8}"/>
                </a:ext>
              </a:extLst>
            </p:cNvPr>
            <p:cNvSpPr>
              <a:spLocks noChangeArrowheads="1"/>
            </p:cNvSpPr>
            <p:nvPr/>
          </p:nvSpPr>
          <p:spPr bwMode="auto">
            <a:xfrm>
              <a:off x="4526" y="1611"/>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1063">
              <a:extLst>
                <a:ext uri="{FF2B5EF4-FFF2-40B4-BE49-F238E27FC236}">
                  <a16:creationId xmlns:a16="http://schemas.microsoft.com/office/drawing/2014/main" id="{12ED02B2-46C3-4F6C-949E-EF5B358DEF6E}"/>
                </a:ext>
              </a:extLst>
            </p:cNvPr>
            <p:cNvSpPr>
              <a:spLocks noChangeArrowheads="1"/>
            </p:cNvSpPr>
            <p:nvPr/>
          </p:nvSpPr>
          <p:spPr bwMode="auto">
            <a:xfrm>
              <a:off x="4554"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Rectangle 1064">
              <a:extLst>
                <a:ext uri="{FF2B5EF4-FFF2-40B4-BE49-F238E27FC236}">
                  <a16:creationId xmlns:a16="http://schemas.microsoft.com/office/drawing/2014/main" id="{78F3ACC9-2FAE-424B-9A8E-C07597CE64FC}"/>
                </a:ext>
              </a:extLst>
            </p:cNvPr>
            <p:cNvSpPr>
              <a:spLocks noChangeArrowheads="1"/>
            </p:cNvSpPr>
            <p:nvPr/>
          </p:nvSpPr>
          <p:spPr bwMode="auto">
            <a:xfrm>
              <a:off x="4572"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7" name="Rectangle 1065">
              <a:extLst>
                <a:ext uri="{FF2B5EF4-FFF2-40B4-BE49-F238E27FC236}">
                  <a16:creationId xmlns:a16="http://schemas.microsoft.com/office/drawing/2014/main" id="{E5AB9A3D-1614-48C0-AD43-3DD03298C637}"/>
                </a:ext>
              </a:extLst>
            </p:cNvPr>
            <p:cNvSpPr>
              <a:spLocks noChangeArrowheads="1"/>
            </p:cNvSpPr>
            <p:nvPr/>
          </p:nvSpPr>
          <p:spPr bwMode="auto">
            <a:xfrm>
              <a:off x="4617"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Rectangle 1066">
              <a:extLst>
                <a:ext uri="{FF2B5EF4-FFF2-40B4-BE49-F238E27FC236}">
                  <a16:creationId xmlns:a16="http://schemas.microsoft.com/office/drawing/2014/main" id="{F1FA8686-38E0-434B-8F61-4B6655E6A5B9}"/>
                </a:ext>
              </a:extLst>
            </p:cNvPr>
            <p:cNvSpPr>
              <a:spLocks noChangeArrowheads="1"/>
            </p:cNvSpPr>
            <p:nvPr/>
          </p:nvSpPr>
          <p:spPr bwMode="auto">
            <a:xfrm>
              <a:off x="4660"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 name="Rectangle 1067">
              <a:extLst>
                <a:ext uri="{FF2B5EF4-FFF2-40B4-BE49-F238E27FC236}">
                  <a16:creationId xmlns:a16="http://schemas.microsoft.com/office/drawing/2014/main" id="{9D487E91-61F9-441F-BE73-A402182184DA}"/>
                </a:ext>
              </a:extLst>
            </p:cNvPr>
            <p:cNvSpPr>
              <a:spLocks noChangeArrowheads="1"/>
            </p:cNvSpPr>
            <p:nvPr/>
          </p:nvSpPr>
          <p:spPr bwMode="auto">
            <a:xfrm>
              <a:off x="4679" y="1611"/>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 name="Rectangle 1068">
              <a:extLst>
                <a:ext uri="{FF2B5EF4-FFF2-40B4-BE49-F238E27FC236}">
                  <a16:creationId xmlns:a16="http://schemas.microsoft.com/office/drawing/2014/main" id="{0EC6B156-11AA-47E2-99BB-920F201ADF25}"/>
                </a:ext>
              </a:extLst>
            </p:cNvPr>
            <p:cNvSpPr>
              <a:spLocks noChangeArrowheads="1"/>
            </p:cNvSpPr>
            <p:nvPr/>
          </p:nvSpPr>
          <p:spPr bwMode="auto">
            <a:xfrm>
              <a:off x="4713"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 name="Rectangle 1069">
              <a:extLst>
                <a:ext uri="{FF2B5EF4-FFF2-40B4-BE49-F238E27FC236}">
                  <a16:creationId xmlns:a16="http://schemas.microsoft.com/office/drawing/2014/main" id="{7DF2E9ED-B03A-45D1-B56B-A88DF669352A}"/>
                </a:ext>
              </a:extLst>
            </p:cNvPr>
            <p:cNvSpPr>
              <a:spLocks noChangeArrowheads="1"/>
            </p:cNvSpPr>
            <p:nvPr/>
          </p:nvSpPr>
          <p:spPr bwMode="auto">
            <a:xfrm>
              <a:off x="4757"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2" name="Rectangle 1070">
              <a:extLst>
                <a:ext uri="{FF2B5EF4-FFF2-40B4-BE49-F238E27FC236}">
                  <a16:creationId xmlns:a16="http://schemas.microsoft.com/office/drawing/2014/main" id="{4B604C81-809E-4592-AB13-B8F4FFC71A41}"/>
                </a:ext>
              </a:extLst>
            </p:cNvPr>
            <p:cNvSpPr>
              <a:spLocks noChangeArrowheads="1"/>
            </p:cNvSpPr>
            <p:nvPr/>
          </p:nvSpPr>
          <p:spPr bwMode="auto">
            <a:xfrm>
              <a:off x="4799" y="1611"/>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1071">
              <a:extLst>
                <a:ext uri="{FF2B5EF4-FFF2-40B4-BE49-F238E27FC236}">
                  <a16:creationId xmlns:a16="http://schemas.microsoft.com/office/drawing/2014/main" id="{0A734C1F-60DA-42B6-8BA9-55037E415A95}"/>
                </a:ext>
              </a:extLst>
            </p:cNvPr>
            <p:cNvSpPr>
              <a:spLocks noChangeArrowheads="1"/>
            </p:cNvSpPr>
            <p:nvPr/>
          </p:nvSpPr>
          <p:spPr bwMode="auto">
            <a:xfrm>
              <a:off x="4827" y="1611"/>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1072">
              <a:extLst>
                <a:ext uri="{FF2B5EF4-FFF2-40B4-BE49-F238E27FC236}">
                  <a16:creationId xmlns:a16="http://schemas.microsoft.com/office/drawing/2014/main" id="{8A35F9CC-5663-41CB-9696-5430AD80B8EB}"/>
                </a:ext>
              </a:extLst>
            </p:cNvPr>
            <p:cNvSpPr>
              <a:spLocks noChangeArrowheads="1"/>
            </p:cNvSpPr>
            <p:nvPr/>
          </p:nvSpPr>
          <p:spPr bwMode="auto">
            <a:xfrm>
              <a:off x="4855"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 name="Rectangle 1073">
              <a:extLst>
                <a:ext uri="{FF2B5EF4-FFF2-40B4-BE49-F238E27FC236}">
                  <a16:creationId xmlns:a16="http://schemas.microsoft.com/office/drawing/2014/main" id="{DD2D4B04-7174-47C4-ACAF-BA02651FE9BA}"/>
                </a:ext>
              </a:extLst>
            </p:cNvPr>
            <p:cNvSpPr>
              <a:spLocks noChangeArrowheads="1"/>
            </p:cNvSpPr>
            <p:nvPr/>
          </p:nvSpPr>
          <p:spPr bwMode="auto">
            <a:xfrm>
              <a:off x="4899"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 name="Rectangle 1074">
              <a:extLst>
                <a:ext uri="{FF2B5EF4-FFF2-40B4-BE49-F238E27FC236}">
                  <a16:creationId xmlns:a16="http://schemas.microsoft.com/office/drawing/2014/main" id="{5F8AE120-1FF6-4831-9350-F041435BA1BE}"/>
                </a:ext>
              </a:extLst>
            </p:cNvPr>
            <p:cNvSpPr>
              <a:spLocks noChangeArrowheads="1"/>
            </p:cNvSpPr>
            <p:nvPr/>
          </p:nvSpPr>
          <p:spPr bwMode="auto">
            <a:xfrm>
              <a:off x="4918" y="1611"/>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 name="Rectangle 1075">
              <a:extLst>
                <a:ext uri="{FF2B5EF4-FFF2-40B4-BE49-F238E27FC236}">
                  <a16:creationId xmlns:a16="http://schemas.microsoft.com/office/drawing/2014/main" id="{8DD947B2-E809-4B6C-A8F4-AE1879511C43}"/>
                </a:ext>
              </a:extLst>
            </p:cNvPr>
            <p:cNvSpPr>
              <a:spLocks noChangeArrowheads="1"/>
            </p:cNvSpPr>
            <p:nvPr/>
          </p:nvSpPr>
          <p:spPr bwMode="auto">
            <a:xfrm>
              <a:off x="4938"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1076">
              <a:extLst>
                <a:ext uri="{FF2B5EF4-FFF2-40B4-BE49-F238E27FC236}">
                  <a16:creationId xmlns:a16="http://schemas.microsoft.com/office/drawing/2014/main" id="{D66BF583-884E-4D68-AC7E-98B1EB3D80C2}"/>
                </a:ext>
              </a:extLst>
            </p:cNvPr>
            <p:cNvSpPr>
              <a:spLocks noChangeArrowheads="1"/>
            </p:cNvSpPr>
            <p:nvPr/>
          </p:nvSpPr>
          <p:spPr bwMode="auto">
            <a:xfrm>
              <a:off x="4957" y="161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9" name="Rectangle 1077">
              <a:extLst>
                <a:ext uri="{FF2B5EF4-FFF2-40B4-BE49-F238E27FC236}">
                  <a16:creationId xmlns:a16="http://schemas.microsoft.com/office/drawing/2014/main" id="{6335B4CE-0489-4676-8013-FFC6D60B6D7C}"/>
                </a:ext>
              </a:extLst>
            </p:cNvPr>
            <p:cNvSpPr>
              <a:spLocks noChangeArrowheads="1"/>
            </p:cNvSpPr>
            <p:nvPr/>
          </p:nvSpPr>
          <p:spPr bwMode="auto">
            <a:xfrm>
              <a:off x="4996"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 name="Rectangle 1078">
              <a:extLst>
                <a:ext uri="{FF2B5EF4-FFF2-40B4-BE49-F238E27FC236}">
                  <a16:creationId xmlns:a16="http://schemas.microsoft.com/office/drawing/2014/main" id="{A2146410-682C-4520-9843-4CE26103E042}"/>
                </a:ext>
              </a:extLst>
            </p:cNvPr>
            <p:cNvSpPr>
              <a:spLocks noChangeArrowheads="1"/>
            </p:cNvSpPr>
            <p:nvPr/>
          </p:nvSpPr>
          <p:spPr bwMode="auto">
            <a:xfrm>
              <a:off x="5040" y="161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1079">
              <a:extLst>
                <a:ext uri="{FF2B5EF4-FFF2-40B4-BE49-F238E27FC236}">
                  <a16:creationId xmlns:a16="http://schemas.microsoft.com/office/drawing/2014/main" id="{77E052C1-ECFE-4815-8DCD-9EF7E30BE8A7}"/>
                </a:ext>
              </a:extLst>
            </p:cNvPr>
            <p:cNvSpPr>
              <a:spLocks noChangeArrowheads="1"/>
            </p:cNvSpPr>
            <p:nvPr/>
          </p:nvSpPr>
          <p:spPr bwMode="auto">
            <a:xfrm>
              <a:off x="5083" y="161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1080">
              <a:extLst>
                <a:ext uri="{FF2B5EF4-FFF2-40B4-BE49-F238E27FC236}">
                  <a16:creationId xmlns:a16="http://schemas.microsoft.com/office/drawing/2014/main" id="{C7822990-EBF7-482F-9CE1-D6320F3AC448}"/>
                </a:ext>
              </a:extLst>
            </p:cNvPr>
            <p:cNvSpPr>
              <a:spLocks noChangeArrowheads="1"/>
            </p:cNvSpPr>
            <p:nvPr/>
          </p:nvSpPr>
          <p:spPr bwMode="auto">
            <a:xfrm>
              <a:off x="4348" y="1710"/>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 name="Rectangle 1081">
              <a:extLst>
                <a:ext uri="{FF2B5EF4-FFF2-40B4-BE49-F238E27FC236}">
                  <a16:creationId xmlns:a16="http://schemas.microsoft.com/office/drawing/2014/main" id="{9F33E5F2-2F7E-4A50-889C-98848D10FF64}"/>
                </a:ext>
              </a:extLst>
            </p:cNvPr>
            <p:cNvSpPr>
              <a:spLocks noChangeArrowheads="1"/>
            </p:cNvSpPr>
            <p:nvPr/>
          </p:nvSpPr>
          <p:spPr bwMode="auto">
            <a:xfrm>
              <a:off x="4389"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4" name="Rectangle 1082">
              <a:extLst>
                <a:ext uri="{FF2B5EF4-FFF2-40B4-BE49-F238E27FC236}">
                  <a16:creationId xmlns:a16="http://schemas.microsoft.com/office/drawing/2014/main" id="{16A08639-BE51-4E85-9DCE-3BE909A2F643}"/>
                </a:ext>
              </a:extLst>
            </p:cNvPr>
            <p:cNvSpPr>
              <a:spLocks noChangeArrowheads="1"/>
            </p:cNvSpPr>
            <p:nvPr/>
          </p:nvSpPr>
          <p:spPr bwMode="auto">
            <a:xfrm>
              <a:off x="4432"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 name="Rectangle 1083">
              <a:extLst>
                <a:ext uri="{FF2B5EF4-FFF2-40B4-BE49-F238E27FC236}">
                  <a16:creationId xmlns:a16="http://schemas.microsoft.com/office/drawing/2014/main" id="{C5E939F5-6DF8-451F-ACFC-C202E47BF0C0}"/>
                </a:ext>
              </a:extLst>
            </p:cNvPr>
            <p:cNvSpPr>
              <a:spLocks noChangeArrowheads="1"/>
            </p:cNvSpPr>
            <p:nvPr/>
          </p:nvSpPr>
          <p:spPr bwMode="auto">
            <a:xfrm>
              <a:off x="4476" y="1710"/>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 name="Rectangle 1084">
              <a:extLst>
                <a:ext uri="{FF2B5EF4-FFF2-40B4-BE49-F238E27FC236}">
                  <a16:creationId xmlns:a16="http://schemas.microsoft.com/office/drawing/2014/main" id="{E8C58E80-FFCC-4F67-9D03-CCB2836291BF}"/>
                </a:ext>
              </a:extLst>
            </p:cNvPr>
            <p:cNvSpPr>
              <a:spLocks noChangeArrowheads="1"/>
            </p:cNvSpPr>
            <p:nvPr/>
          </p:nvSpPr>
          <p:spPr bwMode="auto">
            <a:xfrm>
              <a:off x="4510" y="171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 name="Rectangle 1085">
              <a:extLst>
                <a:ext uri="{FF2B5EF4-FFF2-40B4-BE49-F238E27FC236}">
                  <a16:creationId xmlns:a16="http://schemas.microsoft.com/office/drawing/2014/main" id="{CCA29D36-D5EE-4BCB-A49A-70ADA806F847}"/>
                </a:ext>
              </a:extLst>
            </p:cNvPr>
            <p:cNvSpPr>
              <a:spLocks noChangeArrowheads="1"/>
            </p:cNvSpPr>
            <p:nvPr/>
          </p:nvSpPr>
          <p:spPr bwMode="auto">
            <a:xfrm>
              <a:off x="4548" y="171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1086">
              <a:extLst>
                <a:ext uri="{FF2B5EF4-FFF2-40B4-BE49-F238E27FC236}">
                  <a16:creationId xmlns:a16="http://schemas.microsoft.com/office/drawing/2014/main" id="{692CD484-C06F-4CF0-967D-94491D55302D}"/>
                </a:ext>
              </a:extLst>
            </p:cNvPr>
            <p:cNvSpPr>
              <a:spLocks noChangeArrowheads="1"/>
            </p:cNvSpPr>
            <p:nvPr/>
          </p:nvSpPr>
          <p:spPr bwMode="auto">
            <a:xfrm>
              <a:off x="4576" y="171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 name="Rectangle 1087">
              <a:extLst>
                <a:ext uri="{FF2B5EF4-FFF2-40B4-BE49-F238E27FC236}">
                  <a16:creationId xmlns:a16="http://schemas.microsoft.com/office/drawing/2014/main" id="{4D25E6A6-0A06-40A0-A184-3B6E394E5034}"/>
                </a:ext>
              </a:extLst>
            </p:cNvPr>
            <p:cNvSpPr>
              <a:spLocks noChangeArrowheads="1"/>
            </p:cNvSpPr>
            <p:nvPr/>
          </p:nvSpPr>
          <p:spPr bwMode="auto">
            <a:xfrm>
              <a:off x="4595"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Rectangle 1088">
              <a:extLst>
                <a:ext uri="{FF2B5EF4-FFF2-40B4-BE49-F238E27FC236}">
                  <a16:creationId xmlns:a16="http://schemas.microsoft.com/office/drawing/2014/main" id="{2808EC71-F1CF-460F-B6D5-38365B2C4761}"/>
                </a:ext>
              </a:extLst>
            </p:cNvPr>
            <p:cNvSpPr>
              <a:spLocks noChangeArrowheads="1"/>
            </p:cNvSpPr>
            <p:nvPr/>
          </p:nvSpPr>
          <p:spPr bwMode="auto">
            <a:xfrm>
              <a:off x="4639"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1089">
              <a:extLst>
                <a:ext uri="{FF2B5EF4-FFF2-40B4-BE49-F238E27FC236}">
                  <a16:creationId xmlns:a16="http://schemas.microsoft.com/office/drawing/2014/main" id="{72B02ABC-75EF-4E65-B0E0-0FD03903C558}"/>
                </a:ext>
              </a:extLst>
            </p:cNvPr>
            <p:cNvSpPr>
              <a:spLocks noChangeArrowheads="1"/>
            </p:cNvSpPr>
            <p:nvPr/>
          </p:nvSpPr>
          <p:spPr bwMode="auto">
            <a:xfrm>
              <a:off x="4682" y="171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2" name="Rectangle 1090">
              <a:extLst>
                <a:ext uri="{FF2B5EF4-FFF2-40B4-BE49-F238E27FC236}">
                  <a16:creationId xmlns:a16="http://schemas.microsoft.com/office/drawing/2014/main" id="{2CC36C19-D420-4EAD-B465-62AE85AC2497}"/>
                </a:ext>
              </a:extLst>
            </p:cNvPr>
            <p:cNvSpPr>
              <a:spLocks noChangeArrowheads="1"/>
            </p:cNvSpPr>
            <p:nvPr/>
          </p:nvSpPr>
          <p:spPr bwMode="auto">
            <a:xfrm>
              <a:off x="4701" y="171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3" name="Rectangle 1091">
              <a:extLst>
                <a:ext uri="{FF2B5EF4-FFF2-40B4-BE49-F238E27FC236}">
                  <a16:creationId xmlns:a16="http://schemas.microsoft.com/office/drawing/2014/main" id="{434B51C2-F1CD-4FCC-928A-9F79462552EC}"/>
                </a:ext>
              </a:extLst>
            </p:cNvPr>
            <p:cNvSpPr>
              <a:spLocks noChangeArrowheads="1"/>
            </p:cNvSpPr>
            <p:nvPr/>
          </p:nvSpPr>
          <p:spPr bwMode="auto">
            <a:xfrm>
              <a:off x="4740" y="1710"/>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4" name="Rectangle 1092">
              <a:extLst>
                <a:ext uri="{FF2B5EF4-FFF2-40B4-BE49-F238E27FC236}">
                  <a16:creationId xmlns:a16="http://schemas.microsoft.com/office/drawing/2014/main" id="{EA5485B1-F3D2-488E-AB11-827028F82499}"/>
                </a:ext>
              </a:extLst>
            </p:cNvPr>
            <p:cNvSpPr>
              <a:spLocks noChangeArrowheads="1"/>
            </p:cNvSpPr>
            <p:nvPr/>
          </p:nvSpPr>
          <p:spPr bwMode="auto">
            <a:xfrm>
              <a:off x="4773" y="171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1093">
              <a:extLst>
                <a:ext uri="{FF2B5EF4-FFF2-40B4-BE49-F238E27FC236}">
                  <a16:creationId xmlns:a16="http://schemas.microsoft.com/office/drawing/2014/main" id="{01BB371B-34EB-459E-BC9B-8A323CFA6F8E}"/>
                </a:ext>
              </a:extLst>
            </p:cNvPr>
            <p:cNvSpPr>
              <a:spLocks noChangeArrowheads="1"/>
            </p:cNvSpPr>
            <p:nvPr/>
          </p:nvSpPr>
          <p:spPr bwMode="auto">
            <a:xfrm>
              <a:off x="4792" y="171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6" name="Rectangle 1094">
              <a:extLst>
                <a:ext uri="{FF2B5EF4-FFF2-40B4-BE49-F238E27FC236}">
                  <a16:creationId xmlns:a16="http://schemas.microsoft.com/office/drawing/2014/main" id="{3C0123D6-BFD6-44EC-A198-0C18F89087EA}"/>
                </a:ext>
              </a:extLst>
            </p:cNvPr>
            <p:cNvSpPr>
              <a:spLocks noChangeArrowheads="1"/>
            </p:cNvSpPr>
            <p:nvPr/>
          </p:nvSpPr>
          <p:spPr bwMode="auto">
            <a:xfrm>
              <a:off x="4811"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7" name="Rectangle 1095">
              <a:extLst>
                <a:ext uri="{FF2B5EF4-FFF2-40B4-BE49-F238E27FC236}">
                  <a16:creationId xmlns:a16="http://schemas.microsoft.com/office/drawing/2014/main" id="{372925E7-7734-4017-83F9-6238B43DD0A8}"/>
                </a:ext>
              </a:extLst>
            </p:cNvPr>
            <p:cNvSpPr>
              <a:spLocks noChangeArrowheads="1"/>
            </p:cNvSpPr>
            <p:nvPr/>
          </p:nvSpPr>
          <p:spPr bwMode="auto">
            <a:xfrm>
              <a:off x="4854"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8" name="Rectangle 1096">
              <a:extLst>
                <a:ext uri="{FF2B5EF4-FFF2-40B4-BE49-F238E27FC236}">
                  <a16:creationId xmlns:a16="http://schemas.microsoft.com/office/drawing/2014/main" id="{B777CF45-353C-4E89-BF53-78382670D3A9}"/>
                </a:ext>
              </a:extLst>
            </p:cNvPr>
            <p:cNvSpPr>
              <a:spLocks noChangeArrowheads="1"/>
            </p:cNvSpPr>
            <p:nvPr/>
          </p:nvSpPr>
          <p:spPr bwMode="auto">
            <a:xfrm>
              <a:off x="4897" y="1710"/>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1097">
              <a:extLst>
                <a:ext uri="{FF2B5EF4-FFF2-40B4-BE49-F238E27FC236}">
                  <a16:creationId xmlns:a16="http://schemas.microsoft.com/office/drawing/2014/main" id="{90C2E300-E444-4F95-A3BD-2974A0DB2AB3}"/>
                </a:ext>
              </a:extLst>
            </p:cNvPr>
            <p:cNvSpPr>
              <a:spLocks noChangeArrowheads="1"/>
            </p:cNvSpPr>
            <p:nvPr/>
          </p:nvSpPr>
          <p:spPr bwMode="auto">
            <a:xfrm>
              <a:off x="4916" y="1710"/>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0" name="Rectangle 1098">
              <a:extLst>
                <a:ext uri="{FF2B5EF4-FFF2-40B4-BE49-F238E27FC236}">
                  <a16:creationId xmlns:a16="http://schemas.microsoft.com/office/drawing/2014/main" id="{B56E79CA-4D6F-4CC9-B0CC-FE51A5FEBA0F}"/>
                </a:ext>
              </a:extLst>
            </p:cNvPr>
            <p:cNvSpPr>
              <a:spLocks noChangeArrowheads="1"/>
            </p:cNvSpPr>
            <p:nvPr/>
          </p:nvSpPr>
          <p:spPr bwMode="auto">
            <a:xfrm>
              <a:off x="4950" y="1710"/>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1" name="Rectangle 1099">
              <a:extLst>
                <a:ext uri="{FF2B5EF4-FFF2-40B4-BE49-F238E27FC236}">
                  <a16:creationId xmlns:a16="http://schemas.microsoft.com/office/drawing/2014/main" id="{27CC9B1D-842A-4251-BFD9-46403858962C}"/>
                </a:ext>
              </a:extLst>
            </p:cNvPr>
            <p:cNvSpPr>
              <a:spLocks noChangeArrowheads="1"/>
            </p:cNvSpPr>
            <p:nvPr/>
          </p:nvSpPr>
          <p:spPr bwMode="auto">
            <a:xfrm>
              <a:off x="4989" y="1710"/>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2" name="Rectangle 1100">
              <a:extLst>
                <a:ext uri="{FF2B5EF4-FFF2-40B4-BE49-F238E27FC236}">
                  <a16:creationId xmlns:a16="http://schemas.microsoft.com/office/drawing/2014/main" id="{FC65843E-3D43-469F-ABFE-F273619BBD0F}"/>
                </a:ext>
              </a:extLst>
            </p:cNvPr>
            <p:cNvSpPr>
              <a:spLocks noChangeArrowheads="1"/>
            </p:cNvSpPr>
            <p:nvPr/>
          </p:nvSpPr>
          <p:spPr bwMode="auto">
            <a:xfrm>
              <a:off x="5015" y="1710"/>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3" name="Rectangle 1101">
              <a:extLst>
                <a:ext uri="{FF2B5EF4-FFF2-40B4-BE49-F238E27FC236}">
                  <a16:creationId xmlns:a16="http://schemas.microsoft.com/office/drawing/2014/main" id="{70B61FD8-F15E-4614-91B9-BAD83A754F74}"/>
                </a:ext>
              </a:extLst>
            </p:cNvPr>
            <p:cNvSpPr>
              <a:spLocks noChangeArrowheads="1"/>
            </p:cNvSpPr>
            <p:nvPr/>
          </p:nvSpPr>
          <p:spPr bwMode="auto">
            <a:xfrm>
              <a:off x="5057" y="1710"/>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4" name="Freeform 1102">
              <a:extLst>
                <a:ext uri="{FF2B5EF4-FFF2-40B4-BE49-F238E27FC236}">
                  <a16:creationId xmlns:a16="http://schemas.microsoft.com/office/drawing/2014/main" id="{9E81F148-7514-4F01-8EC1-B38E18AB53C0}"/>
                </a:ext>
              </a:extLst>
            </p:cNvPr>
            <p:cNvSpPr>
              <a:spLocks/>
            </p:cNvSpPr>
            <p:nvPr/>
          </p:nvSpPr>
          <p:spPr bwMode="auto">
            <a:xfrm>
              <a:off x="3430" y="2573"/>
              <a:ext cx="719" cy="306"/>
            </a:xfrm>
            <a:custGeom>
              <a:avLst/>
              <a:gdLst>
                <a:gd name="T0" fmla="*/ 0 w 1853"/>
                <a:gd name="T1" fmla="*/ 0 h 786"/>
                <a:gd name="T2" fmla="*/ 0 w 1853"/>
                <a:gd name="T3" fmla="*/ 0 h 786"/>
                <a:gd name="T4" fmla="*/ 1853 w 1853"/>
                <a:gd name="T5" fmla="*/ 0 h 786"/>
                <a:gd name="T6" fmla="*/ 1853 w 1853"/>
                <a:gd name="T7" fmla="*/ 786 h 786"/>
                <a:gd name="T8" fmla="*/ 0 w 1853"/>
                <a:gd name="T9" fmla="*/ 786 h 786"/>
                <a:gd name="T10" fmla="*/ 0 w 1853"/>
                <a:gd name="T11" fmla="*/ 0 h 786"/>
              </a:gdLst>
              <a:ahLst/>
              <a:cxnLst>
                <a:cxn ang="0">
                  <a:pos x="T0" y="T1"/>
                </a:cxn>
                <a:cxn ang="0">
                  <a:pos x="T2" y="T3"/>
                </a:cxn>
                <a:cxn ang="0">
                  <a:pos x="T4" y="T5"/>
                </a:cxn>
                <a:cxn ang="0">
                  <a:pos x="T6" y="T7"/>
                </a:cxn>
                <a:cxn ang="0">
                  <a:pos x="T8" y="T9"/>
                </a:cxn>
                <a:cxn ang="0">
                  <a:pos x="T10" y="T11"/>
                </a:cxn>
              </a:cxnLst>
              <a:rect l="0" t="0" r="r" b="b"/>
              <a:pathLst>
                <a:path w="1853" h="786">
                  <a:moveTo>
                    <a:pt x="0" y="0"/>
                  </a:moveTo>
                  <a:lnTo>
                    <a:pt x="0" y="0"/>
                  </a:lnTo>
                  <a:lnTo>
                    <a:pt x="1853" y="0"/>
                  </a:lnTo>
                  <a:lnTo>
                    <a:pt x="1853" y="786"/>
                  </a:lnTo>
                  <a:lnTo>
                    <a:pt x="0" y="786"/>
                  </a:lnTo>
                  <a:lnTo>
                    <a:pt x="0" y="0"/>
                  </a:lnTo>
                  <a:close/>
                </a:path>
              </a:pathLst>
            </a:custGeom>
            <a:solidFill>
              <a:srgbClr val="FFF2CC"/>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5" name="Freeform 1103">
              <a:extLst>
                <a:ext uri="{FF2B5EF4-FFF2-40B4-BE49-F238E27FC236}">
                  <a16:creationId xmlns:a16="http://schemas.microsoft.com/office/drawing/2014/main" id="{ADEF2A26-A1B1-4E3C-AEBD-420C21DB1D8E}"/>
                </a:ext>
              </a:extLst>
            </p:cNvPr>
            <p:cNvSpPr>
              <a:spLocks/>
            </p:cNvSpPr>
            <p:nvPr/>
          </p:nvSpPr>
          <p:spPr bwMode="auto">
            <a:xfrm>
              <a:off x="3430" y="2573"/>
              <a:ext cx="719" cy="306"/>
            </a:xfrm>
            <a:custGeom>
              <a:avLst/>
              <a:gdLst>
                <a:gd name="T0" fmla="*/ 0 w 1853"/>
                <a:gd name="T1" fmla="*/ 0 h 786"/>
                <a:gd name="T2" fmla="*/ 0 w 1853"/>
                <a:gd name="T3" fmla="*/ 0 h 786"/>
                <a:gd name="T4" fmla="*/ 1853 w 1853"/>
                <a:gd name="T5" fmla="*/ 0 h 786"/>
                <a:gd name="T6" fmla="*/ 1853 w 1853"/>
                <a:gd name="T7" fmla="*/ 786 h 786"/>
                <a:gd name="T8" fmla="*/ 0 w 1853"/>
                <a:gd name="T9" fmla="*/ 786 h 786"/>
                <a:gd name="T10" fmla="*/ 0 w 1853"/>
                <a:gd name="T11" fmla="*/ 0 h 786"/>
              </a:gdLst>
              <a:ahLst/>
              <a:cxnLst>
                <a:cxn ang="0">
                  <a:pos x="T0" y="T1"/>
                </a:cxn>
                <a:cxn ang="0">
                  <a:pos x="T2" y="T3"/>
                </a:cxn>
                <a:cxn ang="0">
                  <a:pos x="T4" y="T5"/>
                </a:cxn>
                <a:cxn ang="0">
                  <a:pos x="T6" y="T7"/>
                </a:cxn>
                <a:cxn ang="0">
                  <a:pos x="T8" y="T9"/>
                </a:cxn>
                <a:cxn ang="0">
                  <a:pos x="T10" y="T11"/>
                </a:cxn>
              </a:cxnLst>
              <a:rect l="0" t="0" r="r" b="b"/>
              <a:pathLst>
                <a:path w="1853" h="786">
                  <a:moveTo>
                    <a:pt x="0" y="0"/>
                  </a:moveTo>
                  <a:lnTo>
                    <a:pt x="0" y="0"/>
                  </a:lnTo>
                  <a:lnTo>
                    <a:pt x="1853" y="0"/>
                  </a:lnTo>
                  <a:lnTo>
                    <a:pt x="1853" y="786"/>
                  </a:lnTo>
                  <a:lnTo>
                    <a:pt x="0" y="786"/>
                  </a:lnTo>
                  <a:lnTo>
                    <a:pt x="0" y="0"/>
                  </a:lnTo>
                  <a:close/>
                </a:path>
              </a:pathLst>
            </a:custGeom>
            <a:noFill/>
            <a:ln w="6350" cap="flat">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6" name="Rectangle 1104">
              <a:extLst>
                <a:ext uri="{FF2B5EF4-FFF2-40B4-BE49-F238E27FC236}">
                  <a16:creationId xmlns:a16="http://schemas.microsoft.com/office/drawing/2014/main" id="{09FB7A7A-7593-4361-9A42-C7FA133B6235}"/>
                </a:ext>
              </a:extLst>
            </p:cNvPr>
            <p:cNvSpPr>
              <a:spLocks noChangeArrowheads="1"/>
            </p:cNvSpPr>
            <p:nvPr/>
          </p:nvSpPr>
          <p:spPr bwMode="auto">
            <a:xfrm>
              <a:off x="3572" y="2575"/>
              <a:ext cx="6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 name="Rectangle 1105">
              <a:extLst>
                <a:ext uri="{FF2B5EF4-FFF2-40B4-BE49-F238E27FC236}">
                  <a16:creationId xmlns:a16="http://schemas.microsoft.com/office/drawing/2014/main" id="{616D9514-68F9-4208-A6C4-6F403DBCAD5B}"/>
                </a:ext>
              </a:extLst>
            </p:cNvPr>
            <p:cNvSpPr>
              <a:spLocks noChangeArrowheads="1"/>
            </p:cNvSpPr>
            <p:nvPr/>
          </p:nvSpPr>
          <p:spPr bwMode="auto">
            <a:xfrm>
              <a:off x="3593" y="2575"/>
              <a:ext cx="8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 name="Rectangle 1106">
              <a:extLst>
                <a:ext uri="{FF2B5EF4-FFF2-40B4-BE49-F238E27FC236}">
                  <a16:creationId xmlns:a16="http://schemas.microsoft.com/office/drawing/2014/main" id="{9D90EC97-FC9E-4589-A950-38647EBB56D0}"/>
                </a:ext>
              </a:extLst>
            </p:cNvPr>
            <p:cNvSpPr>
              <a:spLocks noChangeArrowheads="1"/>
            </p:cNvSpPr>
            <p:nvPr/>
          </p:nvSpPr>
          <p:spPr bwMode="auto">
            <a:xfrm>
              <a:off x="3625" y="25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 name="Rectangle 1107">
              <a:extLst>
                <a:ext uri="{FF2B5EF4-FFF2-40B4-BE49-F238E27FC236}">
                  <a16:creationId xmlns:a16="http://schemas.microsoft.com/office/drawing/2014/main" id="{60304C60-DD84-4715-8F56-92205E4A04DD}"/>
                </a:ext>
              </a:extLst>
            </p:cNvPr>
            <p:cNvSpPr>
              <a:spLocks noChangeArrowheads="1"/>
            </p:cNvSpPr>
            <p:nvPr/>
          </p:nvSpPr>
          <p:spPr bwMode="auto">
            <a:xfrm>
              <a:off x="3669" y="257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 name="Rectangle 1108">
              <a:extLst>
                <a:ext uri="{FF2B5EF4-FFF2-40B4-BE49-F238E27FC236}">
                  <a16:creationId xmlns:a16="http://schemas.microsoft.com/office/drawing/2014/main" id="{15D68468-3982-4A2F-A18A-39745B0053EA}"/>
                </a:ext>
              </a:extLst>
            </p:cNvPr>
            <p:cNvSpPr>
              <a:spLocks noChangeArrowheads="1"/>
            </p:cNvSpPr>
            <p:nvPr/>
          </p:nvSpPr>
          <p:spPr bwMode="auto">
            <a:xfrm>
              <a:off x="3688" y="2575"/>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1" name="Rectangle 1109">
              <a:extLst>
                <a:ext uri="{FF2B5EF4-FFF2-40B4-BE49-F238E27FC236}">
                  <a16:creationId xmlns:a16="http://schemas.microsoft.com/office/drawing/2014/main" id="{E05F8F60-3B7B-4A59-9897-F90A3165004B}"/>
                </a:ext>
              </a:extLst>
            </p:cNvPr>
            <p:cNvSpPr>
              <a:spLocks noChangeArrowheads="1"/>
            </p:cNvSpPr>
            <p:nvPr/>
          </p:nvSpPr>
          <p:spPr bwMode="auto">
            <a:xfrm>
              <a:off x="3727" y="2575"/>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2" name="Rectangle 1110">
              <a:extLst>
                <a:ext uri="{FF2B5EF4-FFF2-40B4-BE49-F238E27FC236}">
                  <a16:creationId xmlns:a16="http://schemas.microsoft.com/office/drawing/2014/main" id="{FFF33EB4-7C76-4C19-916B-231D9D0C391A}"/>
                </a:ext>
              </a:extLst>
            </p:cNvPr>
            <p:cNvSpPr>
              <a:spLocks noChangeArrowheads="1"/>
            </p:cNvSpPr>
            <p:nvPr/>
          </p:nvSpPr>
          <p:spPr bwMode="auto">
            <a:xfrm>
              <a:off x="3755" y="257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3" name="Rectangle 1111">
              <a:extLst>
                <a:ext uri="{FF2B5EF4-FFF2-40B4-BE49-F238E27FC236}">
                  <a16:creationId xmlns:a16="http://schemas.microsoft.com/office/drawing/2014/main" id="{C24EB2A2-5010-4C0B-9D84-E901D278EF3F}"/>
                </a:ext>
              </a:extLst>
            </p:cNvPr>
            <p:cNvSpPr>
              <a:spLocks noChangeArrowheads="1"/>
            </p:cNvSpPr>
            <p:nvPr/>
          </p:nvSpPr>
          <p:spPr bwMode="auto">
            <a:xfrm>
              <a:off x="3773" y="25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4" name="Rectangle 1112">
              <a:extLst>
                <a:ext uri="{FF2B5EF4-FFF2-40B4-BE49-F238E27FC236}">
                  <a16:creationId xmlns:a16="http://schemas.microsoft.com/office/drawing/2014/main" id="{FD4241E9-E3F4-4E37-89A4-97F6C6FF2648}"/>
                </a:ext>
              </a:extLst>
            </p:cNvPr>
            <p:cNvSpPr>
              <a:spLocks noChangeArrowheads="1"/>
            </p:cNvSpPr>
            <p:nvPr/>
          </p:nvSpPr>
          <p:spPr bwMode="auto">
            <a:xfrm>
              <a:off x="3818" y="25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5" name="Rectangle 1113">
              <a:extLst>
                <a:ext uri="{FF2B5EF4-FFF2-40B4-BE49-F238E27FC236}">
                  <a16:creationId xmlns:a16="http://schemas.microsoft.com/office/drawing/2014/main" id="{A47555CC-7545-41A1-A252-512FE095734F}"/>
                </a:ext>
              </a:extLst>
            </p:cNvPr>
            <p:cNvSpPr>
              <a:spLocks noChangeArrowheads="1"/>
            </p:cNvSpPr>
            <p:nvPr/>
          </p:nvSpPr>
          <p:spPr bwMode="auto">
            <a:xfrm>
              <a:off x="3861" y="257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6" name="Rectangle 1114">
              <a:extLst>
                <a:ext uri="{FF2B5EF4-FFF2-40B4-BE49-F238E27FC236}">
                  <a16:creationId xmlns:a16="http://schemas.microsoft.com/office/drawing/2014/main" id="{A692F37C-8E20-4E16-8661-C5007DDD1E6B}"/>
                </a:ext>
              </a:extLst>
            </p:cNvPr>
            <p:cNvSpPr>
              <a:spLocks noChangeArrowheads="1"/>
            </p:cNvSpPr>
            <p:nvPr/>
          </p:nvSpPr>
          <p:spPr bwMode="auto">
            <a:xfrm>
              <a:off x="3880" y="2575"/>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7" name="Rectangle 1115">
              <a:extLst>
                <a:ext uri="{FF2B5EF4-FFF2-40B4-BE49-F238E27FC236}">
                  <a16:creationId xmlns:a16="http://schemas.microsoft.com/office/drawing/2014/main" id="{6D8BA5A5-8479-45D3-9CC2-A4E5FA8E81B2}"/>
                </a:ext>
              </a:extLst>
            </p:cNvPr>
            <p:cNvSpPr>
              <a:spLocks noChangeArrowheads="1"/>
            </p:cNvSpPr>
            <p:nvPr/>
          </p:nvSpPr>
          <p:spPr bwMode="auto">
            <a:xfrm>
              <a:off x="3919" y="25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8" name="Rectangle 1116">
              <a:extLst>
                <a:ext uri="{FF2B5EF4-FFF2-40B4-BE49-F238E27FC236}">
                  <a16:creationId xmlns:a16="http://schemas.microsoft.com/office/drawing/2014/main" id="{1E67E05A-A643-49A8-9938-CF0436A938FC}"/>
                </a:ext>
              </a:extLst>
            </p:cNvPr>
            <p:cNvSpPr>
              <a:spLocks noChangeArrowheads="1"/>
            </p:cNvSpPr>
            <p:nvPr/>
          </p:nvSpPr>
          <p:spPr bwMode="auto">
            <a:xfrm>
              <a:off x="3962" y="2575"/>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9" name="Rectangle 1117">
              <a:extLst>
                <a:ext uri="{FF2B5EF4-FFF2-40B4-BE49-F238E27FC236}">
                  <a16:creationId xmlns:a16="http://schemas.microsoft.com/office/drawing/2014/main" id="{097426AC-6646-45CA-AE3B-ED6105FD17CF}"/>
                </a:ext>
              </a:extLst>
            </p:cNvPr>
            <p:cNvSpPr>
              <a:spLocks noChangeArrowheads="1"/>
            </p:cNvSpPr>
            <p:nvPr/>
          </p:nvSpPr>
          <p:spPr bwMode="auto">
            <a:xfrm>
              <a:off x="4005" y="2575"/>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0" name="Rectangle 1118">
              <a:extLst>
                <a:ext uri="{FF2B5EF4-FFF2-40B4-BE49-F238E27FC236}">
                  <a16:creationId xmlns:a16="http://schemas.microsoft.com/office/drawing/2014/main" id="{DBE9947D-7D4C-4EB7-8B3A-006D2001B736}"/>
                </a:ext>
              </a:extLst>
            </p:cNvPr>
            <p:cNvSpPr>
              <a:spLocks noChangeArrowheads="1"/>
            </p:cNvSpPr>
            <p:nvPr/>
          </p:nvSpPr>
          <p:spPr bwMode="auto">
            <a:xfrm>
              <a:off x="3606" y="26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q</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1" name="Rectangle 1119">
              <a:extLst>
                <a:ext uri="{FF2B5EF4-FFF2-40B4-BE49-F238E27FC236}">
                  <a16:creationId xmlns:a16="http://schemas.microsoft.com/office/drawing/2014/main" id="{983F1329-9E9D-4DC7-86EB-BA82FB973255}"/>
                </a:ext>
              </a:extLst>
            </p:cNvPr>
            <p:cNvSpPr>
              <a:spLocks noChangeArrowheads="1"/>
            </p:cNvSpPr>
            <p:nvPr/>
          </p:nvSpPr>
          <p:spPr bwMode="auto">
            <a:xfrm>
              <a:off x="3649" y="26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2" name="Rectangle 1120">
              <a:extLst>
                <a:ext uri="{FF2B5EF4-FFF2-40B4-BE49-F238E27FC236}">
                  <a16:creationId xmlns:a16="http://schemas.microsoft.com/office/drawing/2014/main" id="{31B389B3-F944-4A83-9160-0BCE76900E1A}"/>
                </a:ext>
              </a:extLst>
            </p:cNvPr>
            <p:cNvSpPr>
              <a:spLocks noChangeArrowheads="1"/>
            </p:cNvSpPr>
            <p:nvPr/>
          </p:nvSpPr>
          <p:spPr bwMode="auto">
            <a:xfrm>
              <a:off x="3692" y="2673"/>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3" name="Rectangle 1121">
              <a:extLst>
                <a:ext uri="{FF2B5EF4-FFF2-40B4-BE49-F238E27FC236}">
                  <a16:creationId xmlns:a16="http://schemas.microsoft.com/office/drawing/2014/main" id="{89545AC3-A89B-4E13-9CA9-82097B6EC46D}"/>
                </a:ext>
              </a:extLst>
            </p:cNvPr>
            <p:cNvSpPr>
              <a:spLocks noChangeArrowheads="1"/>
            </p:cNvSpPr>
            <p:nvPr/>
          </p:nvSpPr>
          <p:spPr bwMode="auto">
            <a:xfrm>
              <a:off x="3732" y="2673"/>
              <a:ext cx="7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4" name="Rectangle 1122">
              <a:extLst>
                <a:ext uri="{FF2B5EF4-FFF2-40B4-BE49-F238E27FC236}">
                  <a16:creationId xmlns:a16="http://schemas.microsoft.com/office/drawing/2014/main" id="{3F77269A-1B41-44D6-862A-D0C309306FF7}"/>
                </a:ext>
              </a:extLst>
            </p:cNvPr>
            <p:cNvSpPr>
              <a:spLocks noChangeArrowheads="1"/>
            </p:cNvSpPr>
            <p:nvPr/>
          </p:nvSpPr>
          <p:spPr bwMode="auto">
            <a:xfrm>
              <a:off x="3759" y="2673"/>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5" name="Rectangle 1123">
              <a:extLst>
                <a:ext uri="{FF2B5EF4-FFF2-40B4-BE49-F238E27FC236}">
                  <a16:creationId xmlns:a16="http://schemas.microsoft.com/office/drawing/2014/main" id="{F57444D5-CEB4-433F-997C-D33485D82116}"/>
                </a:ext>
              </a:extLst>
            </p:cNvPr>
            <p:cNvSpPr>
              <a:spLocks noChangeArrowheads="1"/>
            </p:cNvSpPr>
            <p:nvPr/>
          </p:nvSpPr>
          <p:spPr bwMode="auto">
            <a:xfrm>
              <a:off x="3799" y="26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6" name="Rectangle 1124">
              <a:extLst>
                <a:ext uri="{FF2B5EF4-FFF2-40B4-BE49-F238E27FC236}">
                  <a16:creationId xmlns:a16="http://schemas.microsoft.com/office/drawing/2014/main" id="{06639C71-7BCD-4995-8D46-21E574F73F92}"/>
                </a:ext>
              </a:extLst>
            </p:cNvPr>
            <p:cNvSpPr>
              <a:spLocks noChangeArrowheads="1"/>
            </p:cNvSpPr>
            <p:nvPr/>
          </p:nvSpPr>
          <p:spPr bwMode="auto">
            <a:xfrm>
              <a:off x="3841" y="2673"/>
              <a:ext cx="7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7" name="Rectangle 1125">
              <a:extLst>
                <a:ext uri="{FF2B5EF4-FFF2-40B4-BE49-F238E27FC236}">
                  <a16:creationId xmlns:a16="http://schemas.microsoft.com/office/drawing/2014/main" id="{F4A1BD96-ECC9-4E4C-8B63-92CF140A24CF}"/>
                </a:ext>
              </a:extLst>
            </p:cNvPr>
            <p:cNvSpPr>
              <a:spLocks noChangeArrowheads="1"/>
            </p:cNvSpPr>
            <p:nvPr/>
          </p:nvSpPr>
          <p:spPr bwMode="auto">
            <a:xfrm>
              <a:off x="3869" y="26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8" name="Rectangle 1126">
              <a:extLst>
                <a:ext uri="{FF2B5EF4-FFF2-40B4-BE49-F238E27FC236}">
                  <a16:creationId xmlns:a16="http://schemas.microsoft.com/office/drawing/2014/main" id="{53848614-ACF8-4E78-8919-E9D41B0B9478}"/>
                </a:ext>
              </a:extLst>
            </p:cNvPr>
            <p:cNvSpPr>
              <a:spLocks noChangeArrowheads="1"/>
            </p:cNvSpPr>
            <p:nvPr/>
          </p:nvSpPr>
          <p:spPr bwMode="auto">
            <a:xfrm>
              <a:off x="3887" y="2673"/>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29" name="Rectangle 1127">
              <a:extLst>
                <a:ext uri="{FF2B5EF4-FFF2-40B4-BE49-F238E27FC236}">
                  <a16:creationId xmlns:a16="http://schemas.microsoft.com/office/drawing/2014/main" id="{15DA1990-4656-4D3D-8523-39EDC1E9798D}"/>
                </a:ext>
              </a:extLst>
            </p:cNvPr>
            <p:cNvSpPr>
              <a:spLocks noChangeArrowheads="1"/>
            </p:cNvSpPr>
            <p:nvPr/>
          </p:nvSpPr>
          <p:spPr bwMode="auto">
            <a:xfrm>
              <a:off x="3931" y="2673"/>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0" name="Rectangle 1128">
              <a:extLst>
                <a:ext uri="{FF2B5EF4-FFF2-40B4-BE49-F238E27FC236}">
                  <a16:creationId xmlns:a16="http://schemas.microsoft.com/office/drawing/2014/main" id="{D7ED49FD-ED37-4A05-8E1E-1DE20FEBA47A}"/>
                </a:ext>
              </a:extLst>
            </p:cNvPr>
            <p:cNvSpPr>
              <a:spLocks noChangeArrowheads="1"/>
            </p:cNvSpPr>
            <p:nvPr/>
          </p:nvSpPr>
          <p:spPr bwMode="auto">
            <a:xfrm>
              <a:off x="3972" y="2673"/>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1" name="Rectangle 1129">
              <a:extLst>
                <a:ext uri="{FF2B5EF4-FFF2-40B4-BE49-F238E27FC236}">
                  <a16:creationId xmlns:a16="http://schemas.microsoft.com/office/drawing/2014/main" id="{04D8F8AB-37A9-47C1-927C-83E54C84C4B5}"/>
                </a:ext>
              </a:extLst>
            </p:cNvPr>
            <p:cNvSpPr>
              <a:spLocks noChangeArrowheads="1"/>
            </p:cNvSpPr>
            <p:nvPr/>
          </p:nvSpPr>
          <p:spPr bwMode="auto">
            <a:xfrm>
              <a:off x="3637" y="2771"/>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2" name="Rectangle 1130">
              <a:extLst>
                <a:ext uri="{FF2B5EF4-FFF2-40B4-BE49-F238E27FC236}">
                  <a16:creationId xmlns:a16="http://schemas.microsoft.com/office/drawing/2014/main" id="{5091C05D-F3A5-44F7-A0A7-E62DC02EB09F}"/>
                </a:ext>
              </a:extLst>
            </p:cNvPr>
            <p:cNvSpPr>
              <a:spLocks noChangeArrowheads="1"/>
            </p:cNvSpPr>
            <p:nvPr/>
          </p:nvSpPr>
          <p:spPr bwMode="auto">
            <a:xfrm>
              <a:off x="3676" y="27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3" name="Rectangle 1131">
              <a:extLst>
                <a:ext uri="{FF2B5EF4-FFF2-40B4-BE49-F238E27FC236}">
                  <a16:creationId xmlns:a16="http://schemas.microsoft.com/office/drawing/2014/main" id="{FBEC7714-64E6-4504-AE75-854A28461716}"/>
                </a:ext>
              </a:extLst>
            </p:cNvPr>
            <p:cNvSpPr>
              <a:spLocks noChangeArrowheads="1"/>
            </p:cNvSpPr>
            <p:nvPr/>
          </p:nvSpPr>
          <p:spPr bwMode="auto">
            <a:xfrm>
              <a:off x="3719" y="27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i</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4" name="Rectangle 1132">
              <a:extLst>
                <a:ext uri="{FF2B5EF4-FFF2-40B4-BE49-F238E27FC236}">
                  <a16:creationId xmlns:a16="http://schemas.microsoft.com/office/drawing/2014/main" id="{D27CBD8E-3DCC-4531-BDFD-44351C3F583B}"/>
                </a:ext>
              </a:extLst>
            </p:cNvPr>
            <p:cNvSpPr>
              <a:spLocks noChangeArrowheads="1"/>
            </p:cNvSpPr>
            <p:nvPr/>
          </p:nvSpPr>
          <p:spPr bwMode="auto">
            <a:xfrm>
              <a:off x="3738" y="27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5" name="Rectangle 1133">
              <a:extLst>
                <a:ext uri="{FF2B5EF4-FFF2-40B4-BE49-F238E27FC236}">
                  <a16:creationId xmlns:a16="http://schemas.microsoft.com/office/drawing/2014/main" id="{ED07C632-0A5B-4D09-96DB-EB962B34AF09}"/>
                </a:ext>
              </a:extLst>
            </p:cNvPr>
            <p:cNvSpPr>
              <a:spLocks noChangeArrowheads="1"/>
            </p:cNvSpPr>
            <p:nvPr/>
          </p:nvSpPr>
          <p:spPr bwMode="auto">
            <a:xfrm>
              <a:off x="3781" y="2771"/>
              <a:ext cx="88"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6" name="Rectangle 1134">
              <a:extLst>
                <a:ext uri="{FF2B5EF4-FFF2-40B4-BE49-F238E27FC236}">
                  <a16:creationId xmlns:a16="http://schemas.microsoft.com/office/drawing/2014/main" id="{CD0C4CF9-E90B-4612-A561-7606A0D6A2C7}"/>
                </a:ext>
              </a:extLst>
            </p:cNvPr>
            <p:cNvSpPr>
              <a:spLocks noChangeArrowheads="1"/>
            </p:cNvSpPr>
            <p:nvPr/>
          </p:nvSpPr>
          <p:spPr bwMode="auto">
            <a:xfrm>
              <a:off x="3821" y="2771"/>
              <a:ext cx="92"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7" name="Rectangle 1135">
              <a:extLst>
                <a:ext uri="{FF2B5EF4-FFF2-40B4-BE49-F238E27FC236}">
                  <a16:creationId xmlns:a16="http://schemas.microsoft.com/office/drawing/2014/main" id="{A30380A6-1D6A-47C9-B489-0D697F0342DC}"/>
                </a:ext>
              </a:extLst>
            </p:cNvPr>
            <p:cNvSpPr>
              <a:spLocks noChangeArrowheads="1"/>
            </p:cNvSpPr>
            <p:nvPr/>
          </p:nvSpPr>
          <p:spPr bwMode="auto">
            <a:xfrm>
              <a:off x="3865" y="2771"/>
              <a:ext cx="8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8" name="Rectangle 1136">
              <a:extLst>
                <a:ext uri="{FF2B5EF4-FFF2-40B4-BE49-F238E27FC236}">
                  <a16:creationId xmlns:a16="http://schemas.microsoft.com/office/drawing/2014/main" id="{49BAD665-EAE4-4ED9-B98C-F39BB4FCD0FD}"/>
                </a:ext>
              </a:extLst>
            </p:cNvPr>
            <p:cNvSpPr>
              <a:spLocks noChangeArrowheads="1"/>
            </p:cNvSpPr>
            <p:nvPr/>
          </p:nvSpPr>
          <p:spPr bwMode="auto">
            <a:xfrm>
              <a:off x="3899" y="2771"/>
              <a:ext cx="9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9" name="Rectangle 1137">
              <a:extLst>
                <a:ext uri="{FF2B5EF4-FFF2-40B4-BE49-F238E27FC236}">
                  <a16:creationId xmlns:a16="http://schemas.microsoft.com/office/drawing/2014/main" id="{1A4E5DAD-6A52-457B-ACA4-84C7C0CFE760}"/>
                </a:ext>
              </a:extLst>
            </p:cNvPr>
            <p:cNvSpPr>
              <a:spLocks noChangeArrowheads="1"/>
            </p:cNvSpPr>
            <p:nvPr/>
          </p:nvSpPr>
          <p:spPr bwMode="auto">
            <a:xfrm>
              <a:off x="3941" y="2771"/>
              <a:ext cx="6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000000"/>
                  </a:solidFill>
                  <a:effectLst/>
                  <a:latin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0" name="Freeform 1138">
              <a:extLst>
                <a:ext uri="{FF2B5EF4-FFF2-40B4-BE49-F238E27FC236}">
                  <a16:creationId xmlns:a16="http://schemas.microsoft.com/office/drawing/2014/main" id="{7799B15E-49E7-489B-9774-1407A4D1EA4B}"/>
                </a:ext>
              </a:extLst>
            </p:cNvPr>
            <p:cNvSpPr>
              <a:spLocks noEditPoints="1"/>
            </p:cNvSpPr>
            <p:nvPr/>
          </p:nvSpPr>
          <p:spPr bwMode="auto">
            <a:xfrm>
              <a:off x="4713" y="1822"/>
              <a:ext cx="31" cy="242"/>
            </a:xfrm>
            <a:custGeom>
              <a:avLst/>
              <a:gdLst>
                <a:gd name="T0" fmla="*/ 45 w 80"/>
                <a:gd name="T1" fmla="*/ 623 h 623"/>
                <a:gd name="T2" fmla="*/ 45 w 80"/>
                <a:gd name="T3" fmla="*/ 623 h 623"/>
                <a:gd name="T4" fmla="*/ 45 w 80"/>
                <a:gd name="T5" fmla="*/ 67 h 623"/>
                <a:gd name="T6" fmla="*/ 35 w 80"/>
                <a:gd name="T7" fmla="*/ 67 h 623"/>
                <a:gd name="T8" fmla="*/ 35 w 80"/>
                <a:gd name="T9" fmla="*/ 623 h 623"/>
                <a:gd name="T10" fmla="*/ 45 w 80"/>
                <a:gd name="T11" fmla="*/ 623 h 623"/>
                <a:gd name="T12" fmla="*/ 80 w 80"/>
                <a:gd name="T13" fmla="*/ 80 h 623"/>
                <a:gd name="T14" fmla="*/ 80 w 80"/>
                <a:gd name="T15" fmla="*/ 80 h 623"/>
                <a:gd name="T16" fmla="*/ 40 w 80"/>
                <a:gd name="T17" fmla="*/ 0 h 623"/>
                <a:gd name="T18" fmla="*/ 0 w 80"/>
                <a:gd name="T19" fmla="*/ 80 h 623"/>
                <a:gd name="T20" fmla="*/ 80 w 80"/>
                <a:gd name="T21" fmla="*/ 80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623">
                  <a:moveTo>
                    <a:pt x="45" y="623"/>
                  </a:moveTo>
                  <a:lnTo>
                    <a:pt x="45" y="623"/>
                  </a:lnTo>
                  <a:lnTo>
                    <a:pt x="45" y="67"/>
                  </a:lnTo>
                  <a:lnTo>
                    <a:pt x="35" y="67"/>
                  </a:lnTo>
                  <a:lnTo>
                    <a:pt x="35" y="623"/>
                  </a:lnTo>
                  <a:lnTo>
                    <a:pt x="45" y="623"/>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1" name="Freeform 1139">
              <a:extLst>
                <a:ext uri="{FF2B5EF4-FFF2-40B4-BE49-F238E27FC236}">
                  <a16:creationId xmlns:a16="http://schemas.microsoft.com/office/drawing/2014/main" id="{BC6EDCA3-DC64-4DCB-B3A8-DA77FB3D74D4}"/>
                </a:ext>
              </a:extLst>
            </p:cNvPr>
            <p:cNvSpPr>
              <a:spLocks noEditPoints="1"/>
            </p:cNvSpPr>
            <p:nvPr/>
          </p:nvSpPr>
          <p:spPr bwMode="auto">
            <a:xfrm>
              <a:off x="4180" y="2402"/>
              <a:ext cx="248" cy="32"/>
            </a:xfrm>
            <a:custGeom>
              <a:avLst/>
              <a:gdLst>
                <a:gd name="T0" fmla="*/ 0 w 640"/>
                <a:gd name="T1" fmla="*/ 35 h 80"/>
                <a:gd name="T2" fmla="*/ 0 w 640"/>
                <a:gd name="T3" fmla="*/ 35 h 80"/>
                <a:gd name="T4" fmla="*/ 574 w 640"/>
                <a:gd name="T5" fmla="*/ 35 h 80"/>
                <a:gd name="T6" fmla="*/ 574 w 640"/>
                <a:gd name="T7" fmla="*/ 45 h 80"/>
                <a:gd name="T8" fmla="*/ 0 w 640"/>
                <a:gd name="T9" fmla="*/ 45 h 80"/>
                <a:gd name="T10" fmla="*/ 0 w 640"/>
                <a:gd name="T11" fmla="*/ 35 h 80"/>
                <a:gd name="T12" fmla="*/ 560 w 640"/>
                <a:gd name="T13" fmla="*/ 0 h 80"/>
                <a:gd name="T14" fmla="*/ 560 w 640"/>
                <a:gd name="T15" fmla="*/ 0 h 80"/>
                <a:gd name="T16" fmla="*/ 640 w 640"/>
                <a:gd name="T17" fmla="*/ 40 h 80"/>
                <a:gd name="T18" fmla="*/ 560 w 640"/>
                <a:gd name="T19" fmla="*/ 80 h 80"/>
                <a:gd name="T20" fmla="*/ 560 w 640"/>
                <a:gd name="T21"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0" h="80">
                  <a:moveTo>
                    <a:pt x="0" y="35"/>
                  </a:moveTo>
                  <a:lnTo>
                    <a:pt x="0" y="35"/>
                  </a:lnTo>
                  <a:lnTo>
                    <a:pt x="574" y="35"/>
                  </a:lnTo>
                  <a:lnTo>
                    <a:pt x="574" y="45"/>
                  </a:lnTo>
                  <a:lnTo>
                    <a:pt x="0" y="45"/>
                  </a:lnTo>
                  <a:lnTo>
                    <a:pt x="0" y="35"/>
                  </a:lnTo>
                  <a:close/>
                  <a:moveTo>
                    <a:pt x="560" y="0"/>
                  </a:moveTo>
                  <a:lnTo>
                    <a:pt x="560" y="0"/>
                  </a:lnTo>
                  <a:lnTo>
                    <a:pt x="640" y="40"/>
                  </a:lnTo>
                  <a:lnTo>
                    <a:pt x="560" y="80"/>
                  </a:lnTo>
                  <a:lnTo>
                    <a:pt x="560" y="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2" name="Rectangle 1140">
              <a:extLst>
                <a:ext uri="{FF2B5EF4-FFF2-40B4-BE49-F238E27FC236}">
                  <a16:creationId xmlns:a16="http://schemas.microsoft.com/office/drawing/2014/main" id="{19E1F960-F8E8-4379-845C-159A54546E58}"/>
                </a:ext>
              </a:extLst>
            </p:cNvPr>
            <p:cNvSpPr>
              <a:spLocks noChangeArrowheads="1"/>
            </p:cNvSpPr>
            <p:nvPr/>
          </p:nvSpPr>
          <p:spPr bwMode="auto">
            <a:xfrm>
              <a:off x="2676" y="2165"/>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3" name="Rectangle 1141">
              <a:extLst>
                <a:ext uri="{FF2B5EF4-FFF2-40B4-BE49-F238E27FC236}">
                  <a16:creationId xmlns:a16="http://schemas.microsoft.com/office/drawing/2014/main" id="{28023862-E65E-436C-BD2F-9E6105DE7AFC}"/>
                </a:ext>
              </a:extLst>
            </p:cNvPr>
            <p:cNvSpPr>
              <a:spLocks noChangeArrowheads="1"/>
            </p:cNvSpPr>
            <p:nvPr/>
          </p:nvSpPr>
          <p:spPr bwMode="auto">
            <a:xfrm>
              <a:off x="2703" y="2165"/>
              <a:ext cx="63"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4" name="Rectangle 1142">
              <a:extLst>
                <a:ext uri="{FF2B5EF4-FFF2-40B4-BE49-F238E27FC236}">
                  <a16:creationId xmlns:a16="http://schemas.microsoft.com/office/drawing/2014/main" id="{754416E2-E8F5-4A61-9B61-662439B9A7E2}"/>
                </a:ext>
              </a:extLst>
            </p:cNvPr>
            <p:cNvSpPr>
              <a:spLocks noChangeArrowheads="1"/>
            </p:cNvSpPr>
            <p:nvPr/>
          </p:nvSpPr>
          <p:spPr bwMode="auto">
            <a:xfrm>
              <a:off x="2730" y="216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5" name="Rectangle 1143">
              <a:extLst>
                <a:ext uri="{FF2B5EF4-FFF2-40B4-BE49-F238E27FC236}">
                  <a16:creationId xmlns:a16="http://schemas.microsoft.com/office/drawing/2014/main" id="{BF78C903-AC21-4081-AB6E-E483DA09F3D2}"/>
                </a:ext>
              </a:extLst>
            </p:cNvPr>
            <p:cNvSpPr>
              <a:spLocks noChangeArrowheads="1"/>
            </p:cNvSpPr>
            <p:nvPr/>
          </p:nvSpPr>
          <p:spPr bwMode="auto">
            <a:xfrm>
              <a:off x="2780" y="216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6" name="Rectangle 1144">
              <a:extLst>
                <a:ext uri="{FF2B5EF4-FFF2-40B4-BE49-F238E27FC236}">
                  <a16:creationId xmlns:a16="http://schemas.microsoft.com/office/drawing/2014/main" id="{C4A5979F-D509-4D59-981F-52D5D50ABE16}"/>
                </a:ext>
              </a:extLst>
            </p:cNvPr>
            <p:cNvSpPr>
              <a:spLocks noChangeArrowheads="1"/>
            </p:cNvSpPr>
            <p:nvPr/>
          </p:nvSpPr>
          <p:spPr bwMode="auto">
            <a:xfrm>
              <a:off x="2811" y="2165"/>
              <a:ext cx="5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7" name="Rectangle 1145">
              <a:extLst>
                <a:ext uri="{FF2B5EF4-FFF2-40B4-BE49-F238E27FC236}">
                  <a16:creationId xmlns:a16="http://schemas.microsoft.com/office/drawing/2014/main" id="{D85A997F-E8C8-4305-85E2-0ACCBD50DCE6}"/>
                </a:ext>
              </a:extLst>
            </p:cNvPr>
            <p:cNvSpPr>
              <a:spLocks noChangeArrowheads="1"/>
            </p:cNvSpPr>
            <p:nvPr/>
          </p:nvSpPr>
          <p:spPr bwMode="auto">
            <a:xfrm>
              <a:off x="2831" y="216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8" name="Rectangle 1146">
              <a:extLst>
                <a:ext uri="{FF2B5EF4-FFF2-40B4-BE49-F238E27FC236}">
                  <a16:creationId xmlns:a16="http://schemas.microsoft.com/office/drawing/2014/main" id="{0B94573E-4233-4468-9B76-21B9052B9136}"/>
                </a:ext>
              </a:extLst>
            </p:cNvPr>
            <p:cNvSpPr>
              <a:spLocks noChangeArrowheads="1"/>
            </p:cNvSpPr>
            <p:nvPr/>
          </p:nvSpPr>
          <p:spPr bwMode="auto">
            <a:xfrm>
              <a:off x="2863" y="2165"/>
              <a:ext cx="8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49" name="Rectangle 1147">
              <a:extLst>
                <a:ext uri="{FF2B5EF4-FFF2-40B4-BE49-F238E27FC236}">
                  <a16:creationId xmlns:a16="http://schemas.microsoft.com/office/drawing/2014/main" id="{8CAE6C73-2665-4E43-A906-BC379F9E6AC2}"/>
                </a:ext>
              </a:extLst>
            </p:cNvPr>
            <p:cNvSpPr>
              <a:spLocks noChangeArrowheads="1"/>
            </p:cNvSpPr>
            <p:nvPr/>
          </p:nvSpPr>
          <p:spPr bwMode="auto">
            <a:xfrm>
              <a:off x="2912" y="2165"/>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0" name="Rectangle 1148">
              <a:extLst>
                <a:ext uri="{FF2B5EF4-FFF2-40B4-BE49-F238E27FC236}">
                  <a16:creationId xmlns:a16="http://schemas.microsoft.com/office/drawing/2014/main" id="{5F7D7773-F015-423B-94A7-3B8A407F2ED6}"/>
                </a:ext>
              </a:extLst>
            </p:cNvPr>
            <p:cNvSpPr>
              <a:spLocks noChangeArrowheads="1"/>
            </p:cNvSpPr>
            <p:nvPr/>
          </p:nvSpPr>
          <p:spPr bwMode="auto">
            <a:xfrm>
              <a:off x="2936" y="216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1" name="Rectangle 1149">
              <a:extLst>
                <a:ext uri="{FF2B5EF4-FFF2-40B4-BE49-F238E27FC236}">
                  <a16:creationId xmlns:a16="http://schemas.microsoft.com/office/drawing/2014/main" id="{86A83E55-45BB-413D-BC29-B20FAE451587}"/>
                </a:ext>
              </a:extLst>
            </p:cNvPr>
            <p:cNvSpPr>
              <a:spLocks noChangeArrowheads="1"/>
            </p:cNvSpPr>
            <p:nvPr/>
          </p:nvSpPr>
          <p:spPr bwMode="auto">
            <a:xfrm>
              <a:off x="2950" y="2165"/>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2" name="Rectangle 1150">
              <a:extLst>
                <a:ext uri="{FF2B5EF4-FFF2-40B4-BE49-F238E27FC236}">
                  <a16:creationId xmlns:a16="http://schemas.microsoft.com/office/drawing/2014/main" id="{B9C7A49C-75CB-48BC-9597-71F611DDE1FD}"/>
                </a:ext>
              </a:extLst>
            </p:cNvPr>
            <p:cNvSpPr>
              <a:spLocks noChangeArrowheads="1"/>
            </p:cNvSpPr>
            <p:nvPr/>
          </p:nvSpPr>
          <p:spPr bwMode="auto">
            <a:xfrm>
              <a:off x="2982" y="2165"/>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3" name="Rectangle 1151">
              <a:extLst>
                <a:ext uri="{FF2B5EF4-FFF2-40B4-BE49-F238E27FC236}">
                  <a16:creationId xmlns:a16="http://schemas.microsoft.com/office/drawing/2014/main" id="{5FDE344B-1DA1-4C40-BE54-05F27D76E665}"/>
                </a:ext>
              </a:extLst>
            </p:cNvPr>
            <p:cNvSpPr>
              <a:spLocks noChangeArrowheads="1"/>
            </p:cNvSpPr>
            <p:nvPr/>
          </p:nvSpPr>
          <p:spPr bwMode="auto">
            <a:xfrm>
              <a:off x="3003" y="2165"/>
              <a:ext cx="47"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4" name="Rectangle 1152">
              <a:extLst>
                <a:ext uri="{FF2B5EF4-FFF2-40B4-BE49-F238E27FC236}">
                  <a16:creationId xmlns:a16="http://schemas.microsoft.com/office/drawing/2014/main" id="{CC9E09D3-D763-46C4-BE30-7E079341AD26}"/>
                </a:ext>
              </a:extLst>
            </p:cNvPr>
            <p:cNvSpPr>
              <a:spLocks noChangeArrowheads="1"/>
            </p:cNvSpPr>
            <p:nvPr/>
          </p:nvSpPr>
          <p:spPr bwMode="auto">
            <a:xfrm>
              <a:off x="2777" y="224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5" name="Rectangle 1153">
              <a:extLst>
                <a:ext uri="{FF2B5EF4-FFF2-40B4-BE49-F238E27FC236}">
                  <a16:creationId xmlns:a16="http://schemas.microsoft.com/office/drawing/2014/main" id="{0CBBEAEE-E51D-429E-BB8B-2050E9AA343D}"/>
                </a:ext>
              </a:extLst>
            </p:cNvPr>
            <p:cNvSpPr>
              <a:spLocks noChangeArrowheads="1"/>
            </p:cNvSpPr>
            <p:nvPr/>
          </p:nvSpPr>
          <p:spPr bwMode="auto">
            <a:xfrm>
              <a:off x="2806" y="2242"/>
              <a:ext cx="61"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x</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6" name="Rectangle 1154">
              <a:extLst>
                <a:ext uri="{FF2B5EF4-FFF2-40B4-BE49-F238E27FC236}">
                  <a16:creationId xmlns:a16="http://schemas.microsoft.com/office/drawing/2014/main" id="{90AD1F09-5D95-424D-9732-B293CE99965B}"/>
                </a:ext>
              </a:extLst>
            </p:cNvPr>
            <p:cNvSpPr>
              <a:spLocks noChangeArrowheads="1"/>
            </p:cNvSpPr>
            <p:nvPr/>
          </p:nvSpPr>
          <p:spPr bwMode="auto">
            <a:xfrm>
              <a:off x="2833" y="224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p</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7" name="Rectangle 1155">
              <a:extLst>
                <a:ext uri="{FF2B5EF4-FFF2-40B4-BE49-F238E27FC236}">
                  <a16:creationId xmlns:a16="http://schemas.microsoft.com/office/drawing/2014/main" id="{E52FC34E-448E-4387-BD7A-4D7BDF091CE8}"/>
                </a:ext>
              </a:extLst>
            </p:cNvPr>
            <p:cNvSpPr>
              <a:spLocks noChangeArrowheads="1"/>
            </p:cNvSpPr>
            <p:nvPr/>
          </p:nvSpPr>
          <p:spPr bwMode="auto">
            <a:xfrm>
              <a:off x="2865" y="224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8" name="Rectangle 1156">
              <a:extLst>
                <a:ext uri="{FF2B5EF4-FFF2-40B4-BE49-F238E27FC236}">
                  <a16:creationId xmlns:a16="http://schemas.microsoft.com/office/drawing/2014/main" id="{CAF336B3-EC42-4D83-86F8-8CC4646F0059}"/>
                </a:ext>
              </a:extLst>
            </p:cNvPr>
            <p:cNvSpPr>
              <a:spLocks noChangeArrowheads="1"/>
            </p:cNvSpPr>
            <p:nvPr/>
          </p:nvSpPr>
          <p:spPr bwMode="auto">
            <a:xfrm>
              <a:off x="2896" y="2242"/>
              <a:ext cx="58"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9" name="Rectangle 1157">
              <a:extLst>
                <a:ext uri="{FF2B5EF4-FFF2-40B4-BE49-F238E27FC236}">
                  <a16:creationId xmlns:a16="http://schemas.microsoft.com/office/drawing/2014/main" id="{4F5B270B-6AC5-471C-A04E-853AE71606DE}"/>
                </a:ext>
              </a:extLst>
            </p:cNvPr>
            <p:cNvSpPr>
              <a:spLocks noChangeArrowheads="1"/>
            </p:cNvSpPr>
            <p:nvPr/>
          </p:nvSpPr>
          <p:spPr bwMode="auto">
            <a:xfrm>
              <a:off x="2920" y="2242"/>
              <a:ext cx="6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u</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0" name="Rectangle 1158">
              <a:extLst>
                <a:ext uri="{FF2B5EF4-FFF2-40B4-BE49-F238E27FC236}">
                  <a16:creationId xmlns:a16="http://schemas.microsoft.com/office/drawing/2014/main" id="{EB42C30B-3C65-46D2-BBD7-4FAE0F308E1A}"/>
                </a:ext>
              </a:extLst>
            </p:cNvPr>
            <p:cNvSpPr>
              <a:spLocks noChangeArrowheads="1"/>
            </p:cNvSpPr>
            <p:nvPr/>
          </p:nvSpPr>
          <p:spPr bwMode="auto">
            <a:xfrm>
              <a:off x="2952" y="2242"/>
              <a:ext cx="56"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1" name="Rectangle 1159">
              <a:extLst>
                <a:ext uri="{FF2B5EF4-FFF2-40B4-BE49-F238E27FC236}">
                  <a16:creationId xmlns:a16="http://schemas.microsoft.com/office/drawing/2014/main" id="{40CCB377-4CC8-4274-B3B7-1411D18AF54F}"/>
                </a:ext>
              </a:extLst>
            </p:cNvPr>
            <p:cNvSpPr>
              <a:spLocks noChangeArrowheads="1"/>
            </p:cNvSpPr>
            <p:nvPr/>
          </p:nvSpPr>
          <p:spPr bwMode="auto">
            <a:xfrm>
              <a:off x="2973" y="2242"/>
              <a:ext cx="64" cy="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1" u="none" strike="noStrike" cap="none" normalizeH="0" baseline="0">
                  <a:ln>
                    <a:noFill/>
                  </a:ln>
                  <a:solidFill>
                    <a:srgbClr val="000000"/>
                  </a:solidFill>
                  <a:effectLst/>
                  <a:latin typeface="Calibri Italic" panose="020F05020202040A0204" pitchFamily="34" charset="0"/>
                </a:rPr>
                <a: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62" name="Freeform 1160">
              <a:extLst>
                <a:ext uri="{FF2B5EF4-FFF2-40B4-BE49-F238E27FC236}">
                  <a16:creationId xmlns:a16="http://schemas.microsoft.com/office/drawing/2014/main" id="{D6A20ACB-1174-4042-B029-AAA01C0A9FB8}"/>
                </a:ext>
              </a:extLst>
            </p:cNvPr>
            <p:cNvSpPr>
              <a:spLocks noEditPoints="1"/>
            </p:cNvSpPr>
            <p:nvPr/>
          </p:nvSpPr>
          <p:spPr bwMode="auto">
            <a:xfrm>
              <a:off x="4713" y="1382"/>
              <a:ext cx="31" cy="131"/>
            </a:xfrm>
            <a:custGeom>
              <a:avLst/>
              <a:gdLst>
                <a:gd name="T0" fmla="*/ 45 w 80"/>
                <a:gd name="T1" fmla="*/ 338 h 338"/>
                <a:gd name="T2" fmla="*/ 45 w 80"/>
                <a:gd name="T3" fmla="*/ 338 h 338"/>
                <a:gd name="T4" fmla="*/ 45 w 80"/>
                <a:gd name="T5" fmla="*/ 67 h 338"/>
                <a:gd name="T6" fmla="*/ 35 w 80"/>
                <a:gd name="T7" fmla="*/ 67 h 338"/>
                <a:gd name="T8" fmla="*/ 35 w 80"/>
                <a:gd name="T9" fmla="*/ 338 h 338"/>
                <a:gd name="T10" fmla="*/ 45 w 80"/>
                <a:gd name="T11" fmla="*/ 338 h 338"/>
                <a:gd name="T12" fmla="*/ 80 w 80"/>
                <a:gd name="T13" fmla="*/ 80 h 338"/>
                <a:gd name="T14" fmla="*/ 80 w 80"/>
                <a:gd name="T15" fmla="*/ 80 h 338"/>
                <a:gd name="T16" fmla="*/ 40 w 80"/>
                <a:gd name="T17" fmla="*/ 0 h 338"/>
                <a:gd name="T18" fmla="*/ 0 w 80"/>
                <a:gd name="T19" fmla="*/ 80 h 338"/>
                <a:gd name="T20" fmla="*/ 80 w 80"/>
                <a:gd name="T21" fmla="*/ 8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338">
                  <a:moveTo>
                    <a:pt x="45" y="338"/>
                  </a:moveTo>
                  <a:lnTo>
                    <a:pt x="45" y="338"/>
                  </a:lnTo>
                  <a:lnTo>
                    <a:pt x="45" y="67"/>
                  </a:lnTo>
                  <a:lnTo>
                    <a:pt x="35" y="67"/>
                  </a:lnTo>
                  <a:lnTo>
                    <a:pt x="35" y="338"/>
                  </a:lnTo>
                  <a:lnTo>
                    <a:pt x="45" y="338"/>
                  </a:lnTo>
                  <a:close/>
                  <a:moveTo>
                    <a:pt x="80" y="80"/>
                  </a:moveTo>
                  <a:lnTo>
                    <a:pt x="80" y="80"/>
                  </a:lnTo>
                  <a:lnTo>
                    <a:pt x="40" y="0"/>
                  </a:lnTo>
                  <a:lnTo>
                    <a:pt x="0" y="80"/>
                  </a:lnTo>
                  <a:lnTo>
                    <a:pt x="80" y="80"/>
                  </a:lnTo>
                  <a:close/>
                </a:path>
              </a:pathLst>
            </a:custGeom>
            <a:solidFill>
              <a:srgbClr val="000000"/>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63" name="TextBox 1162">
            <a:extLst>
              <a:ext uri="{FF2B5EF4-FFF2-40B4-BE49-F238E27FC236}">
                <a16:creationId xmlns:a16="http://schemas.microsoft.com/office/drawing/2014/main" id="{48605F1C-2248-487C-AE38-C808BFE6CA72}"/>
              </a:ext>
            </a:extLst>
          </p:cNvPr>
          <p:cNvSpPr txBox="1">
            <a:spLocks/>
          </p:cNvSpPr>
          <p:nvPr/>
        </p:nvSpPr>
        <p:spPr>
          <a:xfrm>
            <a:off x="888735" y="3977570"/>
            <a:ext cx="1372662" cy="493460"/>
          </a:xfrm>
          <a:prstGeom prst="rect">
            <a:avLst/>
          </a:prstGeom>
          <a:solidFill>
            <a:srgbClr val="FFF2CC"/>
          </a:solidFill>
          <a:ln>
            <a:solidFill>
              <a:srgbClr val="020202"/>
            </a:solidFill>
          </a:ln>
        </p:spPr>
        <p:txBody>
          <a:bodyPr wrap="square" rtlCol="0">
            <a:noAutofit/>
          </a:bodyPr>
          <a:lstStyle/>
          <a:p>
            <a:pPr algn="ctr"/>
            <a:r>
              <a:rPr lang="en-US" sz="1000" dirty="0">
                <a:solidFill>
                  <a:srgbClr val="020202"/>
                </a:solidFill>
                <a:latin typeface="+mj-lt"/>
                <a:cs typeface="Open Sans"/>
              </a:rPr>
              <a:t>Identify support needs when exposure or symptoms reported</a:t>
            </a:r>
          </a:p>
        </p:txBody>
      </p:sp>
    </p:spTree>
    <p:extLst>
      <p:ext uri="{BB962C8B-B14F-4D97-AF65-F5344CB8AC3E}">
        <p14:creationId xmlns:p14="http://schemas.microsoft.com/office/powerpoint/2010/main" val="905965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8A7F85-71EB-AE63-1471-2A36DAB01E81}"/>
              </a:ext>
            </a:extLst>
          </p:cNvPr>
          <p:cNvSpPr>
            <a:spLocks noGrp="1"/>
          </p:cNvSpPr>
          <p:nvPr>
            <p:ph idx="1"/>
          </p:nvPr>
        </p:nvSpPr>
        <p:spPr/>
        <p:txBody>
          <a:bodyPr>
            <a:normAutofit fontScale="62500" lnSpcReduction="20000"/>
          </a:bodyPr>
          <a:lstStyle/>
          <a:p>
            <a:pPr>
              <a:lnSpc>
                <a:spcPct val="120000"/>
              </a:lnSpc>
            </a:pPr>
            <a:r>
              <a:rPr lang="en-US" sz="3200" dirty="0">
                <a:latin typeface="Helvetica" pitchFamily="2" charset="0"/>
              </a:rPr>
              <a:t>Longitudinal</a:t>
            </a:r>
          </a:p>
          <a:p>
            <a:pPr>
              <a:lnSpc>
                <a:spcPct val="120000"/>
              </a:lnSpc>
            </a:pPr>
            <a:r>
              <a:rPr lang="en-US" sz="3200" dirty="0">
                <a:latin typeface="Helvetica" pitchFamily="2" charset="0"/>
              </a:rPr>
              <a:t>Multiple “agents”</a:t>
            </a:r>
          </a:p>
          <a:p>
            <a:pPr lvl="1">
              <a:lnSpc>
                <a:spcPct val="120000"/>
              </a:lnSpc>
            </a:pPr>
            <a:r>
              <a:rPr lang="en-US" sz="3400" dirty="0"/>
              <a:t>People</a:t>
            </a:r>
          </a:p>
          <a:p>
            <a:pPr lvl="1">
              <a:lnSpc>
                <a:spcPct val="120000"/>
              </a:lnSpc>
            </a:pPr>
            <a:r>
              <a:rPr lang="en-US" sz="3400" dirty="0"/>
              <a:t>Hospitals</a:t>
            </a:r>
          </a:p>
          <a:p>
            <a:pPr lvl="1">
              <a:lnSpc>
                <a:spcPct val="120000"/>
              </a:lnSpc>
            </a:pPr>
            <a:r>
              <a:rPr lang="en-US" sz="3400" dirty="0"/>
              <a:t>Schools</a:t>
            </a:r>
          </a:p>
          <a:p>
            <a:pPr lvl="1">
              <a:lnSpc>
                <a:spcPct val="120000"/>
              </a:lnSpc>
            </a:pPr>
            <a:r>
              <a:rPr lang="en-US" sz="3400" dirty="0"/>
              <a:t>Governments</a:t>
            </a:r>
            <a:endParaRPr lang="en-US" sz="3000" dirty="0">
              <a:latin typeface="Helvetica" pitchFamily="2" charset="0"/>
            </a:endParaRPr>
          </a:p>
          <a:p>
            <a:pPr>
              <a:lnSpc>
                <a:spcPct val="120000"/>
              </a:lnSpc>
            </a:pPr>
            <a:r>
              <a:rPr lang="en-US" sz="3200" dirty="0"/>
              <a:t>Agents “act”</a:t>
            </a:r>
          </a:p>
          <a:p>
            <a:pPr>
              <a:lnSpc>
                <a:spcPct val="120000"/>
              </a:lnSpc>
            </a:pPr>
            <a:r>
              <a:rPr lang="en-US" sz="3200" dirty="0"/>
              <a:t>Agents “interact”</a:t>
            </a:r>
          </a:p>
        </p:txBody>
      </p:sp>
      <p:sp>
        <p:nvSpPr>
          <p:cNvPr id="3" name="Title 2">
            <a:extLst>
              <a:ext uri="{FF2B5EF4-FFF2-40B4-BE49-F238E27FC236}">
                <a16:creationId xmlns:a16="http://schemas.microsoft.com/office/drawing/2014/main" id="{EB3E5226-6446-7F69-9A52-399588F92976}"/>
              </a:ext>
            </a:extLst>
          </p:cNvPr>
          <p:cNvSpPr>
            <a:spLocks noGrp="1"/>
          </p:cNvSpPr>
          <p:nvPr>
            <p:ph type="title"/>
          </p:nvPr>
        </p:nvSpPr>
        <p:spPr/>
        <p:txBody>
          <a:bodyPr/>
          <a:lstStyle/>
          <a:p>
            <a:r>
              <a:rPr lang="en-US" dirty="0"/>
              <a:t>What are agent-based models?</a:t>
            </a:r>
          </a:p>
        </p:txBody>
      </p:sp>
      <p:pic>
        <p:nvPicPr>
          <p:cNvPr id="1026" name="Picture 2" descr="undefined">
            <a:extLst>
              <a:ext uri="{FF2B5EF4-FFF2-40B4-BE49-F238E27FC236}">
                <a16:creationId xmlns:a16="http://schemas.microsoft.com/office/drawing/2014/main" id="{16AC216E-0F44-3955-1906-5BC4B5028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903" y="779420"/>
            <a:ext cx="32512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4726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4227D9-5620-64A5-2AAF-31D276897C12}"/>
              </a:ext>
            </a:extLst>
          </p:cNvPr>
          <p:cNvSpPr>
            <a:spLocks noGrp="1"/>
          </p:cNvSpPr>
          <p:nvPr>
            <p:ph idx="1"/>
          </p:nvPr>
        </p:nvSpPr>
        <p:spPr/>
        <p:txBody>
          <a:bodyPr>
            <a:normAutofit/>
          </a:bodyPr>
          <a:lstStyle/>
          <a:p>
            <a:r>
              <a:rPr lang="en-US" dirty="0">
                <a:latin typeface="Helvetica" pitchFamily="2" charset="0"/>
              </a:rPr>
              <a:t>Physical</a:t>
            </a:r>
            <a:endParaRPr lang="en-US" dirty="0">
              <a:effectLst/>
              <a:latin typeface="Helvetica" pitchFamily="2" charset="0"/>
            </a:endParaRPr>
          </a:p>
          <a:p>
            <a:pPr lvl="1"/>
            <a:r>
              <a:rPr lang="en-US" dirty="0">
                <a:effectLst/>
                <a:latin typeface="Helvetica" pitchFamily="2" charset="0"/>
              </a:rPr>
              <a:t>Pathogen transmission</a:t>
            </a:r>
          </a:p>
          <a:p>
            <a:pPr lvl="1"/>
            <a:r>
              <a:rPr lang="en-US" dirty="0">
                <a:latin typeface="Helvetica" pitchFamily="2" charset="0"/>
              </a:rPr>
              <a:t>Violence</a:t>
            </a:r>
          </a:p>
          <a:p>
            <a:pPr lvl="1"/>
            <a:r>
              <a:rPr lang="en-US" dirty="0">
                <a:latin typeface="Helvetica" pitchFamily="2" charset="0"/>
              </a:rPr>
              <a:t>Cooperation</a:t>
            </a:r>
          </a:p>
          <a:p>
            <a:r>
              <a:rPr lang="en-US" dirty="0">
                <a:effectLst/>
                <a:latin typeface="Helvetica" pitchFamily="2" charset="0"/>
              </a:rPr>
              <a:t>Social</a:t>
            </a:r>
          </a:p>
          <a:p>
            <a:pPr lvl="1"/>
            <a:r>
              <a:rPr lang="en-US" dirty="0">
                <a:latin typeface="Helvetica" pitchFamily="2" charset="0"/>
              </a:rPr>
              <a:t>Sharing information</a:t>
            </a:r>
          </a:p>
          <a:p>
            <a:pPr lvl="1"/>
            <a:r>
              <a:rPr lang="en-US" dirty="0">
                <a:latin typeface="Helvetica" pitchFamily="2" charset="0"/>
              </a:rPr>
              <a:t>Socializing</a:t>
            </a:r>
          </a:p>
          <a:p>
            <a:pPr lvl="1"/>
            <a:r>
              <a:rPr lang="en-US" dirty="0">
                <a:latin typeface="Helvetica" pitchFamily="2" charset="0"/>
              </a:rPr>
              <a:t>Encouraging or inhibiting others’ behaviors</a:t>
            </a:r>
          </a:p>
          <a:p>
            <a:pPr lvl="2"/>
            <a:r>
              <a:rPr lang="en-US" dirty="0">
                <a:latin typeface="Helvetica" pitchFamily="2" charset="0"/>
              </a:rPr>
              <a:t>A</a:t>
            </a:r>
            <a:r>
              <a:rPr lang="en-US" dirty="0">
                <a:effectLst/>
                <a:latin typeface="Helvetica" pitchFamily="2" charset="0"/>
              </a:rPr>
              <a:t>lcohol, tobacco, other drug use</a:t>
            </a:r>
          </a:p>
        </p:txBody>
      </p:sp>
      <p:sp>
        <p:nvSpPr>
          <p:cNvPr id="3" name="Title 2">
            <a:extLst>
              <a:ext uri="{FF2B5EF4-FFF2-40B4-BE49-F238E27FC236}">
                <a16:creationId xmlns:a16="http://schemas.microsoft.com/office/drawing/2014/main" id="{E53F9C6C-C99C-042E-02F9-9071C000501B}"/>
              </a:ext>
            </a:extLst>
          </p:cNvPr>
          <p:cNvSpPr>
            <a:spLocks noGrp="1"/>
          </p:cNvSpPr>
          <p:nvPr>
            <p:ph type="title"/>
          </p:nvPr>
        </p:nvSpPr>
        <p:spPr/>
        <p:txBody>
          <a:bodyPr/>
          <a:lstStyle/>
          <a:p>
            <a:r>
              <a:rPr lang="en-US" dirty="0"/>
              <a:t>Types of interactions</a:t>
            </a:r>
          </a:p>
        </p:txBody>
      </p:sp>
    </p:spTree>
    <p:extLst>
      <p:ext uri="{BB962C8B-B14F-4D97-AF65-F5344CB8AC3E}">
        <p14:creationId xmlns:p14="http://schemas.microsoft.com/office/powerpoint/2010/main" val="2670497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4894E1-60F5-1521-61C8-0BB7F827F5E0}"/>
              </a:ext>
            </a:extLst>
          </p:cNvPr>
          <p:cNvSpPr>
            <a:spLocks noGrp="1"/>
          </p:cNvSpPr>
          <p:nvPr>
            <p:ph idx="1"/>
          </p:nvPr>
        </p:nvSpPr>
        <p:spPr/>
        <p:txBody>
          <a:bodyPr/>
          <a:lstStyle/>
          <a:p>
            <a:r>
              <a:rPr lang="en-US" dirty="0"/>
              <a:t>ABMs evolve according to rules specifying how agents behave, relate with each other, and interact with the simulated environment</a:t>
            </a:r>
          </a:p>
          <a:p>
            <a:endParaRPr lang="en-US" dirty="0"/>
          </a:p>
          <a:p>
            <a:r>
              <a:rPr lang="en-US" dirty="0"/>
              <a:t>Models with simple rules governing agent behavior can result in complex, unanticipated population-level outcomes</a:t>
            </a:r>
          </a:p>
          <a:p>
            <a:endParaRPr lang="en-US" dirty="0"/>
          </a:p>
        </p:txBody>
      </p:sp>
      <p:sp>
        <p:nvSpPr>
          <p:cNvPr id="3" name="Title 2">
            <a:extLst>
              <a:ext uri="{FF2B5EF4-FFF2-40B4-BE49-F238E27FC236}">
                <a16:creationId xmlns:a16="http://schemas.microsoft.com/office/drawing/2014/main" id="{C7419F81-3BCE-665F-8297-C87D146D0B43}"/>
              </a:ext>
            </a:extLst>
          </p:cNvPr>
          <p:cNvSpPr>
            <a:spLocks noGrp="1"/>
          </p:cNvSpPr>
          <p:nvPr>
            <p:ph type="title"/>
          </p:nvPr>
        </p:nvSpPr>
        <p:spPr/>
        <p:txBody>
          <a:bodyPr/>
          <a:lstStyle/>
          <a:p>
            <a:r>
              <a:rPr lang="en-US" dirty="0"/>
              <a:t>Emergent behaviors</a:t>
            </a:r>
          </a:p>
        </p:txBody>
      </p:sp>
    </p:spTree>
    <p:extLst>
      <p:ext uri="{BB962C8B-B14F-4D97-AF65-F5344CB8AC3E}">
        <p14:creationId xmlns:p14="http://schemas.microsoft.com/office/powerpoint/2010/main" val="1706702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DB67FA-6C61-299A-CC83-4B15C4474F30}"/>
              </a:ext>
            </a:extLst>
          </p:cNvPr>
          <p:cNvSpPr>
            <a:spLocks noGrp="1"/>
          </p:cNvSpPr>
          <p:nvPr>
            <p:ph idx="1"/>
          </p:nvPr>
        </p:nvSpPr>
        <p:spPr/>
        <p:txBody>
          <a:bodyPr>
            <a:normAutofit/>
          </a:bodyPr>
          <a:lstStyle/>
          <a:p>
            <a:r>
              <a:rPr lang="en-US" dirty="0">
                <a:effectLst/>
                <a:latin typeface="Helvetica" pitchFamily="2" charset="0"/>
              </a:rPr>
              <a:t>Purpose of the Model</a:t>
            </a:r>
          </a:p>
          <a:p>
            <a:pPr lvl="1"/>
            <a:r>
              <a:rPr lang="en-US" dirty="0">
                <a:effectLst/>
                <a:latin typeface="Helvetica" pitchFamily="2" charset="0"/>
              </a:rPr>
              <a:t>Observational</a:t>
            </a:r>
          </a:p>
          <a:p>
            <a:pPr lvl="2"/>
            <a:r>
              <a:rPr lang="en-US" dirty="0">
                <a:effectLst/>
                <a:latin typeface="Helvetica" pitchFamily="2" charset="0"/>
              </a:rPr>
              <a:t>Understanding causal mechanisms</a:t>
            </a:r>
          </a:p>
          <a:p>
            <a:pPr lvl="2"/>
            <a:r>
              <a:rPr lang="en-US" dirty="0">
                <a:effectLst/>
                <a:latin typeface="Helvetica" pitchFamily="2" charset="0"/>
              </a:rPr>
              <a:t>Forecasting disease burden</a:t>
            </a:r>
          </a:p>
          <a:p>
            <a:pPr lvl="1"/>
            <a:r>
              <a:rPr lang="en-US" dirty="0">
                <a:effectLst/>
                <a:latin typeface="Helvetica" pitchFamily="2" charset="0"/>
              </a:rPr>
              <a:t>Interventional</a:t>
            </a:r>
          </a:p>
          <a:p>
            <a:pPr lvl="2"/>
            <a:r>
              <a:rPr lang="en-US" dirty="0">
                <a:effectLst/>
                <a:latin typeface="Helvetica" pitchFamily="2" charset="0"/>
              </a:rPr>
              <a:t>Evaluating the impact an intervention or policy</a:t>
            </a:r>
          </a:p>
          <a:p>
            <a:r>
              <a:rPr lang="en-US" dirty="0">
                <a:effectLst/>
                <a:latin typeface="Helvetica" pitchFamily="2" charset="0"/>
              </a:rPr>
              <a:t>Use of Data</a:t>
            </a:r>
          </a:p>
          <a:p>
            <a:pPr lvl="1"/>
            <a:r>
              <a:rPr lang="en-US" dirty="0">
                <a:effectLst/>
                <a:latin typeface="Helvetica" pitchFamily="2" charset="0"/>
              </a:rPr>
              <a:t>Stylized: generate hypotheses</a:t>
            </a:r>
          </a:p>
          <a:p>
            <a:pPr lvl="1"/>
            <a:r>
              <a:rPr lang="en-US" dirty="0">
                <a:effectLst/>
                <a:latin typeface="Helvetica" pitchFamily="2" charset="0"/>
              </a:rPr>
              <a:t>Empirical: test hypotheses</a:t>
            </a:r>
          </a:p>
          <a:p>
            <a:endParaRPr lang="en-US" dirty="0">
              <a:solidFill>
                <a:srgbClr val="8A8A8A"/>
              </a:solidFill>
              <a:effectLst/>
              <a:latin typeface="Helvetica" pitchFamily="2" charset="0"/>
            </a:endParaRPr>
          </a:p>
          <a:p>
            <a:endParaRPr lang="en-US" dirty="0"/>
          </a:p>
        </p:txBody>
      </p:sp>
      <p:sp>
        <p:nvSpPr>
          <p:cNvPr id="3" name="Title 2">
            <a:extLst>
              <a:ext uri="{FF2B5EF4-FFF2-40B4-BE49-F238E27FC236}">
                <a16:creationId xmlns:a16="http://schemas.microsoft.com/office/drawing/2014/main" id="{3C882EC6-5CD1-BB58-91A4-A351E1F7B7C7}"/>
              </a:ext>
            </a:extLst>
          </p:cNvPr>
          <p:cNvSpPr>
            <a:spLocks noGrp="1"/>
          </p:cNvSpPr>
          <p:nvPr>
            <p:ph type="title"/>
          </p:nvPr>
        </p:nvSpPr>
        <p:spPr/>
        <p:txBody>
          <a:bodyPr/>
          <a:lstStyle/>
          <a:p>
            <a:r>
              <a:rPr lang="en-US" dirty="0"/>
              <a:t>Uses of agent-based models</a:t>
            </a:r>
          </a:p>
        </p:txBody>
      </p:sp>
    </p:spTree>
    <p:extLst>
      <p:ext uri="{BB962C8B-B14F-4D97-AF65-F5344CB8AC3E}">
        <p14:creationId xmlns:p14="http://schemas.microsoft.com/office/powerpoint/2010/main" val="2147745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18B2AE-959B-49FB-B08C-C80A5E3CB087}"/>
              </a:ext>
            </a:extLst>
          </p:cNvPr>
          <p:cNvSpPr>
            <a:spLocks noGrp="1"/>
          </p:cNvSpPr>
          <p:nvPr>
            <p:ph idx="1"/>
          </p:nvPr>
        </p:nvSpPr>
        <p:spPr>
          <a:xfrm>
            <a:off x="33637" y="661752"/>
            <a:ext cx="4362249" cy="3948946"/>
          </a:xfrm>
        </p:spPr>
        <p:txBody>
          <a:bodyPr>
            <a:normAutofit fontScale="77500" lnSpcReduction="20000"/>
          </a:bodyPr>
          <a:lstStyle/>
          <a:p>
            <a:r>
              <a:rPr lang="en-US" dirty="0"/>
              <a:t>Agents:</a:t>
            </a:r>
          </a:p>
          <a:p>
            <a:pPr lvl="1"/>
            <a:r>
              <a:rPr lang="en-US" dirty="0"/>
              <a:t>Students</a:t>
            </a:r>
          </a:p>
          <a:p>
            <a:pPr lvl="1"/>
            <a:r>
              <a:rPr lang="en-US" dirty="0"/>
              <a:t>Parents</a:t>
            </a:r>
          </a:p>
          <a:p>
            <a:pPr lvl="1"/>
            <a:r>
              <a:rPr lang="en-US" dirty="0"/>
              <a:t>Teachers*</a:t>
            </a:r>
          </a:p>
          <a:p>
            <a:endParaRPr lang="en-US" dirty="0"/>
          </a:p>
          <a:p>
            <a:r>
              <a:rPr lang="en-US" dirty="0"/>
              <a:t>Behaviors: </a:t>
            </a:r>
          </a:p>
          <a:p>
            <a:pPr lvl="1"/>
            <a:r>
              <a:rPr lang="en-US" dirty="0"/>
              <a:t>move between school, work, home</a:t>
            </a:r>
          </a:p>
          <a:p>
            <a:pPr lvl="1"/>
            <a:r>
              <a:rPr lang="en-US" dirty="0"/>
              <a:t>experience symptoms</a:t>
            </a:r>
          </a:p>
          <a:p>
            <a:pPr lvl="1"/>
            <a:r>
              <a:rPr lang="en-US" dirty="0"/>
              <a:t>get tested</a:t>
            </a:r>
          </a:p>
          <a:p>
            <a:pPr lvl="1"/>
            <a:r>
              <a:rPr lang="en-US" dirty="0"/>
              <a:t>enter, exit quarantine</a:t>
            </a:r>
          </a:p>
          <a:p>
            <a:endParaRPr lang="en-US" dirty="0"/>
          </a:p>
          <a:p>
            <a:r>
              <a:rPr lang="en-US" dirty="0"/>
              <a:t>Individuals in proximity to each other can interact, i.e., infect each other</a:t>
            </a:r>
          </a:p>
          <a:p>
            <a:endParaRPr lang="en-US" dirty="0"/>
          </a:p>
          <a:p>
            <a:r>
              <a:rPr lang="en-US" dirty="0"/>
              <a:t>Measure outcomes: infection rates, instruction days missed</a:t>
            </a:r>
          </a:p>
          <a:p>
            <a:endParaRPr lang="en-US" dirty="0"/>
          </a:p>
        </p:txBody>
      </p:sp>
      <p:sp>
        <p:nvSpPr>
          <p:cNvPr id="3" name="Title 2">
            <a:extLst>
              <a:ext uri="{FF2B5EF4-FFF2-40B4-BE49-F238E27FC236}">
                <a16:creationId xmlns:a16="http://schemas.microsoft.com/office/drawing/2014/main" id="{444B0FA7-00FD-4077-8B51-08BAE67ED75B}"/>
              </a:ext>
            </a:extLst>
          </p:cNvPr>
          <p:cNvSpPr>
            <a:spLocks noGrp="1"/>
          </p:cNvSpPr>
          <p:nvPr>
            <p:ph type="title"/>
          </p:nvPr>
        </p:nvSpPr>
        <p:spPr>
          <a:xfrm>
            <a:off x="645830" y="-19179"/>
            <a:ext cx="3324190" cy="680932"/>
          </a:xfrm>
        </p:spPr>
        <p:txBody>
          <a:bodyPr/>
          <a:lstStyle/>
          <a:p>
            <a:r>
              <a:rPr lang="en-US" dirty="0"/>
              <a:t>Our Model</a:t>
            </a:r>
          </a:p>
        </p:txBody>
      </p:sp>
      <p:sp>
        <p:nvSpPr>
          <p:cNvPr id="5" name="TextBox 4">
            <a:extLst>
              <a:ext uri="{FF2B5EF4-FFF2-40B4-BE49-F238E27FC236}">
                <a16:creationId xmlns:a16="http://schemas.microsoft.com/office/drawing/2014/main" id="{359F2519-826E-4A90-B77A-C18615BBFC4D}"/>
              </a:ext>
            </a:extLst>
          </p:cNvPr>
          <p:cNvSpPr txBox="1"/>
          <p:nvPr/>
        </p:nvSpPr>
        <p:spPr>
          <a:xfrm>
            <a:off x="5522926" y="965051"/>
            <a:ext cx="798201"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Student</a:t>
            </a:r>
            <a:endParaRPr lang="en-US" sz="1200" b="1" dirty="0">
              <a:solidFill>
                <a:srgbClr val="020202"/>
              </a:solidFill>
              <a:latin typeface="Open Sans"/>
              <a:cs typeface="Open Sans"/>
            </a:endParaRPr>
          </a:p>
        </p:txBody>
      </p:sp>
      <p:sp>
        <p:nvSpPr>
          <p:cNvPr id="14" name="TextBox 13">
            <a:extLst>
              <a:ext uri="{FF2B5EF4-FFF2-40B4-BE49-F238E27FC236}">
                <a16:creationId xmlns:a16="http://schemas.microsoft.com/office/drawing/2014/main" id="{0912FF86-A1F4-4DD6-83CD-01C4E34EFB8A}"/>
              </a:ext>
            </a:extLst>
          </p:cNvPr>
          <p:cNvSpPr txBox="1"/>
          <p:nvPr/>
        </p:nvSpPr>
        <p:spPr>
          <a:xfrm>
            <a:off x="5188157" y="597936"/>
            <a:ext cx="669537"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Parent</a:t>
            </a:r>
            <a:endParaRPr lang="en-US" sz="1200" b="1" dirty="0">
              <a:solidFill>
                <a:srgbClr val="020202"/>
              </a:solidFill>
              <a:latin typeface="Open Sans"/>
              <a:cs typeface="Open Sans"/>
            </a:endParaRPr>
          </a:p>
        </p:txBody>
      </p:sp>
      <p:sp>
        <p:nvSpPr>
          <p:cNvPr id="15" name="TextBox 14">
            <a:extLst>
              <a:ext uri="{FF2B5EF4-FFF2-40B4-BE49-F238E27FC236}">
                <a16:creationId xmlns:a16="http://schemas.microsoft.com/office/drawing/2014/main" id="{2494A8EE-148B-4DFB-8E54-DB426ED46E93}"/>
              </a:ext>
            </a:extLst>
          </p:cNvPr>
          <p:cNvSpPr txBox="1"/>
          <p:nvPr/>
        </p:nvSpPr>
        <p:spPr>
          <a:xfrm>
            <a:off x="6063479" y="597936"/>
            <a:ext cx="669537"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Parent</a:t>
            </a:r>
            <a:endParaRPr lang="en-US" sz="1200" b="1" dirty="0">
              <a:solidFill>
                <a:srgbClr val="020202"/>
              </a:solidFill>
              <a:latin typeface="Open Sans"/>
              <a:cs typeface="Open Sans"/>
            </a:endParaRPr>
          </a:p>
        </p:txBody>
      </p:sp>
      <p:cxnSp>
        <p:nvCxnSpPr>
          <p:cNvPr id="28" name="Straight Arrow Connector 27">
            <a:extLst>
              <a:ext uri="{FF2B5EF4-FFF2-40B4-BE49-F238E27FC236}">
                <a16:creationId xmlns:a16="http://schemas.microsoft.com/office/drawing/2014/main" id="{867FB60B-A0A8-4F1F-BC95-832EBF1CFE04}"/>
              </a:ext>
            </a:extLst>
          </p:cNvPr>
          <p:cNvCxnSpPr>
            <a:cxnSpLocks/>
            <a:stCxn id="14" idx="2"/>
            <a:endCxn id="5" idx="0"/>
          </p:cNvCxnSpPr>
          <p:nvPr/>
        </p:nvCxnSpPr>
        <p:spPr>
          <a:xfrm>
            <a:off x="5522926" y="821102"/>
            <a:ext cx="399101" cy="143949"/>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B7F4434-60A0-4512-B9F9-289C81BE9AFC}"/>
              </a:ext>
            </a:extLst>
          </p:cNvPr>
          <p:cNvCxnSpPr>
            <a:cxnSpLocks/>
            <a:stCxn id="15" idx="2"/>
            <a:endCxn id="5" idx="0"/>
          </p:cNvCxnSpPr>
          <p:nvPr/>
        </p:nvCxnSpPr>
        <p:spPr>
          <a:xfrm flipH="1">
            <a:off x="5922027" y="821102"/>
            <a:ext cx="476221" cy="143949"/>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0D79B0A-A854-44A8-8ED2-90AE88FA6B98}"/>
              </a:ext>
            </a:extLst>
          </p:cNvPr>
          <p:cNvCxnSpPr>
            <a:cxnSpLocks/>
            <a:stCxn id="14" idx="3"/>
            <a:endCxn id="15" idx="1"/>
          </p:cNvCxnSpPr>
          <p:nvPr/>
        </p:nvCxnSpPr>
        <p:spPr>
          <a:xfrm>
            <a:off x="5857694" y="709519"/>
            <a:ext cx="205785" cy="0"/>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A9EB54B0-5EE4-45F4-A9D0-27DFA6B7674A}"/>
              </a:ext>
            </a:extLst>
          </p:cNvPr>
          <p:cNvSpPr txBox="1"/>
          <p:nvPr/>
        </p:nvSpPr>
        <p:spPr>
          <a:xfrm>
            <a:off x="7564006" y="965051"/>
            <a:ext cx="760232"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Student</a:t>
            </a:r>
            <a:endParaRPr lang="en-US" sz="1200" b="1" dirty="0">
              <a:solidFill>
                <a:srgbClr val="020202"/>
              </a:solidFill>
              <a:latin typeface="Open Sans"/>
              <a:cs typeface="Open Sans"/>
            </a:endParaRPr>
          </a:p>
        </p:txBody>
      </p:sp>
      <p:sp>
        <p:nvSpPr>
          <p:cNvPr id="57" name="TextBox 56">
            <a:extLst>
              <a:ext uri="{FF2B5EF4-FFF2-40B4-BE49-F238E27FC236}">
                <a16:creationId xmlns:a16="http://schemas.microsoft.com/office/drawing/2014/main" id="{73837F7B-9535-49DC-98A9-9107D886B683}"/>
              </a:ext>
            </a:extLst>
          </p:cNvPr>
          <p:cNvSpPr txBox="1"/>
          <p:nvPr/>
        </p:nvSpPr>
        <p:spPr>
          <a:xfrm>
            <a:off x="7166646" y="597936"/>
            <a:ext cx="669537"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Parent</a:t>
            </a:r>
            <a:endParaRPr lang="en-US" sz="1200" b="1" dirty="0">
              <a:solidFill>
                <a:srgbClr val="020202"/>
              </a:solidFill>
              <a:latin typeface="Open Sans"/>
              <a:cs typeface="Open Sans"/>
            </a:endParaRPr>
          </a:p>
        </p:txBody>
      </p:sp>
      <p:sp>
        <p:nvSpPr>
          <p:cNvPr id="58" name="TextBox 57">
            <a:extLst>
              <a:ext uri="{FF2B5EF4-FFF2-40B4-BE49-F238E27FC236}">
                <a16:creationId xmlns:a16="http://schemas.microsoft.com/office/drawing/2014/main" id="{F994A82D-2297-4E69-A160-98CCB5B0ED83}"/>
              </a:ext>
            </a:extLst>
          </p:cNvPr>
          <p:cNvSpPr txBox="1"/>
          <p:nvPr/>
        </p:nvSpPr>
        <p:spPr>
          <a:xfrm>
            <a:off x="8041968" y="597936"/>
            <a:ext cx="669537"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Parent</a:t>
            </a:r>
            <a:endParaRPr lang="en-US" sz="1200" b="1" dirty="0">
              <a:solidFill>
                <a:srgbClr val="020202"/>
              </a:solidFill>
              <a:latin typeface="Open Sans"/>
              <a:cs typeface="Open Sans"/>
            </a:endParaRPr>
          </a:p>
        </p:txBody>
      </p:sp>
      <p:cxnSp>
        <p:nvCxnSpPr>
          <p:cNvPr id="59" name="Straight Arrow Connector 58">
            <a:extLst>
              <a:ext uri="{FF2B5EF4-FFF2-40B4-BE49-F238E27FC236}">
                <a16:creationId xmlns:a16="http://schemas.microsoft.com/office/drawing/2014/main" id="{10988805-D5A9-4121-AAA4-41ED6A4D590E}"/>
              </a:ext>
            </a:extLst>
          </p:cNvPr>
          <p:cNvCxnSpPr>
            <a:cxnSpLocks/>
            <a:stCxn id="57" idx="2"/>
            <a:endCxn id="55" idx="0"/>
          </p:cNvCxnSpPr>
          <p:nvPr/>
        </p:nvCxnSpPr>
        <p:spPr>
          <a:xfrm>
            <a:off x="7501415" y="821102"/>
            <a:ext cx="442707" cy="143949"/>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35DF917-EC49-4EC5-9D18-685D90E0524E}"/>
              </a:ext>
            </a:extLst>
          </p:cNvPr>
          <p:cNvCxnSpPr>
            <a:cxnSpLocks/>
            <a:stCxn id="58" idx="2"/>
            <a:endCxn id="55" idx="0"/>
          </p:cNvCxnSpPr>
          <p:nvPr/>
        </p:nvCxnSpPr>
        <p:spPr>
          <a:xfrm flipH="1">
            <a:off x="7944122" y="821102"/>
            <a:ext cx="432615" cy="143949"/>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0A910E25-9126-4F58-AD23-A4AE4A14F73F}"/>
              </a:ext>
            </a:extLst>
          </p:cNvPr>
          <p:cNvCxnSpPr>
            <a:cxnSpLocks/>
            <a:stCxn id="57" idx="3"/>
            <a:endCxn id="58" idx="1"/>
          </p:cNvCxnSpPr>
          <p:nvPr/>
        </p:nvCxnSpPr>
        <p:spPr>
          <a:xfrm>
            <a:off x="7836183" y="709519"/>
            <a:ext cx="205785" cy="0"/>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9BFBAC4B-15DE-488C-9575-0564FE426293}"/>
              </a:ext>
            </a:extLst>
          </p:cNvPr>
          <p:cNvCxnSpPr>
            <a:cxnSpLocks/>
            <a:stCxn id="5" idx="3"/>
            <a:endCxn id="55" idx="1"/>
          </p:cNvCxnSpPr>
          <p:nvPr/>
        </p:nvCxnSpPr>
        <p:spPr>
          <a:xfrm>
            <a:off x="6321127" y="1076634"/>
            <a:ext cx="1242879" cy="0"/>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90F704C7-0380-4F4D-973C-60C2DEB7BB97}"/>
              </a:ext>
            </a:extLst>
          </p:cNvPr>
          <p:cNvSpPr txBox="1"/>
          <p:nvPr/>
        </p:nvSpPr>
        <p:spPr>
          <a:xfrm>
            <a:off x="5911946" y="1471702"/>
            <a:ext cx="760232"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Teacher</a:t>
            </a:r>
            <a:endParaRPr lang="en-US" sz="1200" b="1" dirty="0">
              <a:solidFill>
                <a:srgbClr val="020202"/>
              </a:solidFill>
              <a:latin typeface="Open Sans"/>
              <a:cs typeface="Open Sans"/>
            </a:endParaRPr>
          </a:p>
        </p:txBody>
      </p:sp>
      <p:cxnSp>
        <p:nvCxnSpPr>
          <p:cNvPr id="67" name="Straight Arrow Connector 66">
            <a:extLst>
              <a:ext uri="{FF2B5EF4-FFF2-40B4-BE49-F238E27FC236}">
                <a16:creationId xmlns:a16="http://schemas.microsoft.com/office/drawing/2014/main" id="{3A5681FA-6672-4EC7-84A9-355FEC8CA97A}"/>
              </a:ext>
            </a:extLst>
          </p:cNvPr>
          <p:cNvCxnSpPr>
            <a:cxnSpLocks/>
            <a:stCxn id="5" idx="2"/>
            <a:endCxn id="65" idx="0"/>
          </p:cNvCxnSpPr>
          <p:nvPr/>
        </p:nvCxnSpPr>
        <p:spPr>
          <a:xfrm>
            <a:off x="5922027" y="1188217"/>
            <a:ext cx="370035" cy="283485"/>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9C4FA8F6-C1E7-4BF4-B349-85DAEF206332}"/>
              </a:ext>
            </a:extLst>
          </p:cNvPr>
          <p:cNvCxnSpPr>
            <a:cxnSpLocks/>
            <a:stCxn id="55" idx="2"/>
            <a:endCxn id="84" idx="0"/>
          </p:cNvCxnSpPr>
          <p:nvPr/>
        </p:nvCxnSpPr>
        <p:spPr>
          <a:xfrm flipH="1">
            <a:off x="7722768" y="1188217"/>
            <a:ext cx="221354" cy="284607"/>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A9389067-9F23-459F-9564-EE890050383B}"/>
              </a:ext>
            </a:extLst>
          </p:cNvPr>
          <p:cNvSpPr txBox="1"/>
          <p:nvPr/>
        </p:nvSpPr>
        <p:spPr>
          <a:xfrm>
            <a:off x="7799606" y="1921968"/>
            <a:ext cx="1006065" cy="223166"/>
          </a:xfrm>
          <a:prstGeom prst="roundRect">
            <a:avLst/>
          </a:prstGeom>
          <a:solidFill>
            <a:srgbClr val="FFFF00"/>
          </a:solidFill>
          <a:ln w="12700">
            <a:solidFill>
              <a:srgbClr val="020202"/>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ln w="9525">
                  <a:noFill/>
                </a:ln>
                <a:solidFill>
                  <a:srgbClr val="020202"/>
                </a:solidFill>
                <a:latin typeface="Open Sans"/>
                <a:cs typeface="Open Sans"/>
              </a:rPr>
              <a:t>Susceptible</a:t>
            </a:r>
            <a:endParaRPr lang="en-US" sz="1400" b="1" dirty="0">
              <a:ln w="9525">
                <a:noFill/>
              </a:ln>
              <a:solidFill>
                <a:srgbClr val="020202"/>
              </a:solidFill>
              <a:latin typeface="Open Sans"/>
              <a:cs typeface="Open Sans"/>
            </a:endParaRPr>
          </a:p>
        </p:txBody>
      </p:sp>
      <p:cxnSp>
        <p:nvCxnSpPr>
          <p:cNvPr id="74" name="Straight Arrow Connector 73">
            <a:extLst>
              <a:ext uri="{FF2B5EF4-FFF2-40B4-BE49-F238E27FC236}">
                <a16:creationId xmlns:a16="http://schemas.microsoft.com/office/drawing/2014/main" id="{642FE612-E8B9-4B69-9585-0909403985C2}"/>
              </a:ext>
            </a:extLst>
          </p:cNvPr>
          <p:cNvCxnSpPr>
            <a:cxnSpLocks/>
            <a:stCxn id="72" idx="2"/>
            <a:endCxn id="111" idx="0"/>
          </p:cNvCxnSpPr>
          <p:nvPr/>
        </p:nvCxnSpPr>
        <p:spPr>
          <a:xfrm flipH="1">
            <a:off x="8302350" y="2145134"/>
            <a:ext cx="289" cy="303299"/>
          </a:xfrm>
          <a:prstGeom prst="straightConnector1">
            <a:avLst/>
          </a:prstGeom>
          <a:ln w="12700">
            <a:solidFill>
              <a:srgbClr val="020202"/>
            </a:solidFill>
            <a:tailEnd type="triangle"/>
          </a:ln>
          <a:effectLst/>
        </p:spPr>
        <p:style>
          <a:lnRef idx="2">
            <a:schemeClr val="accent1"/>
          </a:lnRef>
          <a:fillRef idx="0">
            <a:schemeClr val="accent1"/>
          </a:fillRef>
          <a:effectRef idx="1">
            <a:schemeClr val="accent1"/>
          </a:effectRef>
          <a:fontRef idx="minor">
            <a:schemeClr val="tx1"/>
          </a:fontRef>
        </p:style>
      </p:cxnSp>
      <p:sp>
        <p:nvSpPr>
          <p:cNvPr id="111" name="TextBox 110">
            <a:extLst>
              <a:ext uri="{FF2B5EF4-FFF2-40B4-BE49-F238E27FC236}">
                <a16:creationId xmlns:a16="http://schemas.microsoft.com/office/drawing/2014/main" id="{A5FA2D49-BBE9-48BE-A239-39C65ECAB841}"/>
              </a:ext>
            </a:extLst>
          </p:cNvPr>
          <p:cNvSpPr txBox="1"/>
          <p:nvPr/>
        </p:nvSpPr>
        <p:spPr>
          <a:xfrm>
            <a:off x="7836183" y="2448433"/>
            <a:ext cx="932334" cy="223166"/>
          </a:xfrm>
          <a:prstGeom prst="roundRect">
            <a:avLst/>
          </a:prstGeom>
          <a:solidFill>
            <a:srgbClr val="FFC000"/>
          </a:solidFill>
          <a:ln w="12700">
            <a:solidFill>
              <a:srgbClr val="020202"/>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ln w="9525">
                  <a:noFill/>
                </a:ln>
                <a:solidFill>
                  <a:srgbClr val="020202"/>
                </a:solidFill>
                <a:latin typeface="Open Sans"/>
                <a:cs typeface="Open Sans"/>
              </a:rPr>
              <a:t>Exposed</a:t>
            </a:r>
            <a:endParaRPr lang="en-US" sz="1400" b="1" dirty="0">
              <a:ln w="9525">
                <a:noFill/>
              </a:ln>
              <a:solidFill>
                <a:srgbClr val="020202"/>
              </a:solidFill>
              <a:latin typeface="Open Sans"/>
              <a:cs typeface="Open Sans"/>
            </a:endParaRPr>
          </a:p>
        </p:txBody>
      </p:sp>
      <p:cxnSp>
        <p:nvCxnSpPr>
          <p:cNvPr id="112" name="Straight Arrow Connector 111">
            <a:extLst>
              <a:ext uri="{FF2B5EF4-FFF2-40B4-BE49-F238E27FC236}">
                <a16:creationId xmlns:a16="http://schemas.microsoft.com/office/drawing/2014/main" id="{9DD01307-C0BB-483C-B7A2-B6B6844602B5}"/>
              </a:ext>
            </a:extLst>
          </p:cNvPr>
          <p:cNvCxnSpPr>
            <a:cxnSpLocks/>
            <a:stCxn id="111" idx="2"/>
            <a:endCxn id="117" idx="0"/>
          </p:cNvCxnSpPr>
          <p:nvPr/>
        </p:nvCxnSpPr>
        <p:spPr>
          <a:xfrm>
            <a:off x="8302350" y="2671599"/>
            <a:ext cx="0" cy="255343"/>
          </a:xfrm>
          <a:prstGeom prst="straightConnector1">
            <a:avLst/>
          </a:prstGeom>
          <a:ln w="12700">
            <a:solidFill>
              <a:srgbClr val="020202"/>
            </a:solidFill>
            <a:tailEnd type="triangl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AE3F425C-B84B-40D5-81EF-C1FC3983945D}"/>
              </a:ext>
            </a:extLst>
          </p:cNvPr>
          <p:cNvSpPr txBox="1"/>
          <p:nvPr/>
        </p:nvSpPr>
        <p:spPr>
          <a:xfrm>
            <a:off x="7836183" y="2926942"/>
            <a:ext cx="932334" cy="223166"/>
          </a:xfrm>
          <a:prstGeom prst="roundRect">
            <a:avLst/>
          </a:prstGeom>
          <a:solidFill>
            <a:srgbClr val="FF0000"/>
          </a:solidFill>
          <a:ln w="12700">
            <a:solidFill>
              <a:srgbClr val="020202"/>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ln w="9525">
                  <a:noFill/>
                </a:ln>
                <a:solidFill>
                  <a:srgbClr val="020202"/>
                </a:solidFill>
                <a:latin typeface="Open Sans"/>
                <a:cs typeface="Open Sans"/>
              </a:rPr>
              <a:t>Infectious</a:t>
            </a:r>
            <a:endParaRPr lang="en-US" sz="1400" b="1" dirty="0">
              <a:ln w="9525">
                <a:noFill/>
              </a:ln>
              <a:solidFill>
                <a:srgbClr val="020202"/>
              </a:solidFill>
              <a:latin typeface="Open Sans"/>
              <a:cs typeface="Open Sans"/>
            </a:endParaRPr>
          </a:p>
        </p:txBody>
      </p:sp>
      <p:cxnSp>
        <p:nvCxnSpPr>
          <p:cNvPr id="118" name="Straight Arrow Connector 117">
            <a:extLst>
              <a:ext uri="{FF2B5EF4-FFF2-40B4-BE49-F238E27FC236}">
                <a16:creationId xmlns:a16="http://schemas.microsoft.com/office/drawing/2014/main" id="{D0F5FDE7-AD3E-476E-9AEF-C8BEF8E93B86}"/>
              </a:ext>
            </a:extLst>
          </p:cNvPr>
          <p:cNvCxnSpPr>
            <a:cxnSpLocks/>
            <a:stCxn id="117" idx="2"/>
            <a:endCxn id="143" idx="0"/>
          </p:cNvCxnSpPr>
          <p:nvPr/>
        </p:nvCxnSpPr>
        <p:spPr>
          <a:xfrm>
            <a:off x="8302350" y="3150108"/>
            <a:ext cx="0" cy="253779"/>
          </a:xfrm>
          <a:prstGeom prst="straightConnector1">
            <a:avLst/>
          </a:prstGeom>
          <a:ln w="12700">
            <a:solidFill>
              <a:srgbClr val="020202"/>
            </a:solidFill>
            <a:tailEnd type="triangle"/>
          </a:ln>
          <a:effectLst/>
        </p:spPr>
        <p:style>
          <a:lnRef idx="2">
            <a:schemeClr val="accent1"/>
          </a:lnRef>
          <a:fillRef idx="0">
            <a:schemeClr val="accent1"/>
          </a:fillRef>
          <a:effectRef idx="1">
            <a:schemeClr val="accent1"/>
          </a:effectRef>
          <a:fontRef idx="minor">
            <a:schemeClr val="tx1"/>
          </a:fontRef>
        </p:style>
      </p:cxnSp>
      <p:sp>
        <p:nvSpPr>
          <p:cNvPr id="143" name="TextBox 142">
            <a:extLst>
              <a:ext uri="{FF2B5EF4-FFF2-40B4-BE49-F238E27FC236}">
                <a16:creationId xmlns:a16="http://schemas.microsoft.com/office/drawing/2014/main" id="{72398AE7-7BF4-43A5-9E45-45623D169692}"/>
              </a:ext>
            </a:extLst>
          </p:cNvPr>
          <p:cNvSpPr txBox="1"/>
          <p:nvPr/>
        </p:nvSpPr>
        <p:spPr>
          <a:xfrm>
            <a:off x="7836183" y="3403887"/>
            <a:ext cx="932334" cy="223166"/>
          </a:xfrm>
          <a:prstGeom prst="roundRect">
            <a:avLst/>
          </a:prstGeom>
          <a:solidFill>
            <a:srgbClr val="00B050"/>
          </a:solidFill>
          <a:ln w="12700">
            <a:solidFill>
              <a:srgbClr val="020202"/>
            </a:solidFill>
          </a:ln>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ln w="9525">
                  <a:noFill/>
                </a:ln>
                <a:solidFill>
                  <a:srgbClr val="020202"/>
                </a:solidFill>
                <a:latin typeface="Open Sans"/>
                <a:cs typeface="Open Sans"/>
              </a:rPr>
              <a:t>Recovered</a:t>
            </a:r>
            <a:endParaRPr lang="en-US" sz="1400" b="1" dirty="0">
              <a:ln w="9525">
                <a:noFill/>
              </a:ln>
              <a:solidFill>
                <a:srgbClr val="020202"/>
              </a:solidFill>
              <a:latin typeface="Open Sans"/>
              <a:cs typeface="Open Sans"/>
            </a:endParaRPr>
          </a:p>
        </p:txBody>
      </p:sp>
      <p:sp>
        <p:nvSpPr>
          <p:cNvPr id="148" name="TextBox 147">
            <a:extLst>
              <a:ext uri="{FF2B5EF4-FFF2-40B4-BE49-F238E27FC236}">
                <a16:creationId xmlns:a16="http://schemas.microsoft.com/office/drawing/2014/main" id="{84CFDE6C-6E39-4B3C-83A1-BF6F02AE878D}"/>
              </a:ext>
            </a:extLst>
          </p:cNvPr>
          <p:cNvSpPr txBox="1"/>
          <p:nvPr/>
        </p:nvSpPr>
        <p:spPr>
          <a:xfrm>
            <a:off x="5642344" y="2095704"/>
            <a:ext cx="1590207" cy="402132"/>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Symptoms or exposure reported</a:t>
            </a:r>
            <a:endParaRPr lang="en-US" sz="1400" b="1" dirty="0">
              <a:solidFill>
                <a:srgbClr val="020202"/>
              </a:solidFill>
              <a:latin typeface="Open Sans"/>
              <a:cs typeface="Open Sans"/>
            </a:endParaRPr>
          </a:p>
        </p:txBody>
      </p:sp>
      <p:sp>
        <p:nvSpPr>
          <p:cNvPr id="152" name="TextBox 151">
            <a:extLst>
              <a:ext uri="{FF2B5EF4-FFF2-40B4-BE49-F238E27FC236}">
                <a16:creationId xmlns:a16="http://schemas.microsoft.com/office/drawing/2014/main" id="{233EC89C-B970-43F0-B3F2-C4D4426123B2}"/>
              </a:ext>
            </a:extLst>
          </p:cNvPr>
          <p:cNvSpPr txBox="1"/>
          <p:nvPr/>
        </p:nvSpPr>
        <p:spPr>
          <a:xfrm>
            <a:off x="5649963" y="3231587"/>
            <a:ext cx="1590207" cy="255343"/>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Follow-up call</a:t>
            </a:r>
            <a:endParaRPr lang="en-US" sz="1400" b="1" dirty="0">
              <a:solidFill>
                <a:srgbClr val="020202"/>
              </a:solidFill>
              <a:latin typeface="Open Sans"/>
              <a:cs typeface="Open Sans"/>
            </a:endParaRPr>
          </a:p>
        </p:txBody>
      </p:sp>
      <p:cxnSp>
        <p:nvCxnSpPr>
          <p:cNvPr id="162" name="Straight Arrow Connector 161">
            <a:extLst>
              <a:ext uri="{FF2B5EF4-FFF2-40B4-BE49-F238E27FC236}">
                <a16:creationId xmlns:a16="http://schemas.microsoft.com/office/drawing/2014/main" id="{1B9CDB4A-405A-4141-9FFB-18F07273E550}"/>
              </a:ext>
            </a:extLst>
          </p:cNvPr>
          <p:cNvCxnSpPr>
            <a:cxnSpLocks/>
            <a:stCxn id="148" idx="2"/>
            <a:endCxn id="174" idx="0"/>
          </p:cNvCxnSpPr>
          <p:nvPr/>
        </p:nvCxnSpPr>
        <p:spPr>
          <a:xfrm flipH="1">
            <a:off x="6434616" y="2497836"/>
            <a:ext cx="2832" cy="148045"/>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66" name="TextBox 165">
            <a:extLst>
              <a:ext uri="{FF2B5EF4-FFF2-40B4-BE49-F238E27FC236}">
                <a16:creationId xmlns:a16="http://schemas.microsoft.com/office/drawing/2014/main" id="{57C0EA55-9E33-4506-84C9-1CA65E8BAF35}"/>
              </a:ext>
            </a:extLst>
          </p:cNvPr>
          <p:cNvSpPr txBox="1"/>
          <p:nvPr/>
        </p:nvSpPr>
        <p:spPr>
          <a:xfrm>
            <a:off x="4989008" y="3758509"/>
            <a:ext cx="1368222" cy="419940"/>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Diagnostic testing</a:t>
            </a:r>
            <a:endParaRPr lang="en-US" sz="1400" b="1" dirty="0">
              <a:solidFill>
                <a:srgbClr val="020202"/>
              </a:solidFill>
              <a:latin typeface="Open Sans"/>
              <a:cs typeface="Open Sans"/>
            </a:endParaRPr>
          </a:p>
        </p:txBody>
      </p:sp>
      <p:cxnSp>
        <p:nvCxnSpPr>
          <p:cNvPr id="167" name="Straight Arrow Connector 166">
            <a:extLst>
              <a:ext uri="{FF2B5EF4-FFF2-40B4-BE49-F238E27FC236}">
                <a16:creationId xmlns:a16="http://schemas.microsoft.com/office/drawing/2014/main" id="{1FFED0CD-EDEE-4B4D-B579-7344DF4AE792}"/>
              </a:ext>
            </a:extLst>
          </p:cNvPr>
          <p:cNvCxnSpPr>
            <a:cxnSpLocks/>
            <a:stCxn id="152" idx="2"/>
            <a:endCxn id="166" idx="0"/>
          </p:cNvCxnSpPr>
          <p:nvPr/>
        </p:nvCxnSpPr>
        <p:spPr>
          <a:xfrm flipH="1">
            <a:off x="5673119" y="3486930"/>
            <a:ext cx="771948" cy="271579"/>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74" name="TextBox 173">
            <a:extLst>
              <a:ext uri="{FF2B5EF4-FFF2-40B4-BE49-F238E27FC236}">
                <a16:creationId xmlns:a16="http://schemas.microsoft.com/office/drawing/2014/main" id="{1A98CA12-CA9F-439B-9360-3411CF0D8C15}"/>
              </a:ext>
            </a:extLst>
          </p:cNvPr>
          <p:cNvSpPr txBox="1"/>
          <p:nvPr/>
        </p:nvSpPr>
        <p:spPr>
          <a:xfrm>
            <a:off x="5639513" y="2645881"/>
            <a:ext cx="1590206" cy="399849"/>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Temporary quarantine</a:t>
            </a:r>
            <a:endParaRPr lang="en-US" sz="1400" b="1" dirty="0">
              <a:solidFill>
                <a:srgbClr val="020202"/>
              </a:solidFill>
              <a:latin typeface="Open Sans"/>
              <a:cs typeface="Open Sans"/>
            </a:endParaRPr>
          </a:p>
        </p:txBody>
      </p:sp>
      <p:cxnSp>
        <p:nvCxnSpPr>
          <p:cNvPr id="179" name="Straight Arrow Connector 178">
            <a:extLst>
              <a:ext uri="{FF2B5EF4-FFF2-40B4-BE49-F238E27FC236}">
                <a16:creationId xmlns:a16="http://schemas.microsoft.com/office/drawing/2014/main" id="{4AC4DE9B-706D-4DCB-BACB-9D83EC9FB998}"/>
              </a:ext>
            </a:extLst>
          </p:cNvPr>
          <p:cNvCxnSpPr>
            <a:cxnSpLocks/>
            <a:stCxn id="174" idx="2"/>
            <a:endCxn id="152" idx="0"/>
          </p:cNvCxnSpPr>
          <p:nvPr/>
        </p:nvCxnSpPr>
        <p:spPr>
          <a:xfrm>
            <a:off x="6434616" y="3045730"/>
            <a:ext cx="10451" cy="185857"/>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83" name="TextBox 182">
            <a:extLst>
              <a:ext uri="{FF2B5EF4-FFF2-40B4-BE49-F238E27FC236}">
                <a16:creationId xmlns:a16="http://schemas.microsoft.com/office/drawing/2014/main" id="{CA6F94B3-3838-4720-A98D-AD3304150A55}"/>
              </a:ext>
            </a:extLst>
          </p:cNvPr>
          <p:cNvSpPr txBox="1"/>
          <p:nvPr/>
        </p:nvSpPr>
        <p:spPr>
          <a:xfrm>
            <a:off x="4583856" y="4310896"/>
            <a:ext cx="985365" cy="597908"/>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Negative: return to school</a:t>
            </a:r>
            <a:endParaRPr lang="en-US" sz="1400" b="1" dirty="0">
              <a:solidFill>
                <a:srgbClr val="020202"/>
              </a:solidFill>
              <a:latin typeface="Open Sans"/>
              <a:cs typeface="Open Sans"/>
            </a:endParaRPr>
          </a:p>
        </p:txBody>
      </p:sp>
      <p:cxnSp>
        <p:nvCxnSpPr>
          <p:cNvPr id="184" name="Straight Arrow Connector 183">
            <a:extLst>
              <a:ext uri="{FF2B5EF4-FFF2-40B4-BE49-F238E27FC236}">
                <a16:creationId xmlns:a16="http://schemas.microsoft.com/office/drawing/2014/main" id="{10F8285A-5EFF-4C44-9048-71909F884081}"/>
              </a:ext>
            </a:extLst>
          </p:cNvPr>
          <p:cNvCxnSpPr>
            <a:cxnSpLocks/>
            <a:stCxn id="166" idx="2"/>
            <a:endCxn id="183" idx="0"/>
          </p:cNvCxnSpPr>
          <p:nvPr/>
        </p:nvCxnSpPr>
        <p:spPr>
          <a:xfrm flipH="1">
            <a:off x="5076539" y="4178449"/>
            <a:ext cx="596580" cy="132447"/>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196" name="TextBox 195">
            <a:extLst>
              <a:ext uri="{FF2B5EF4-FFF2-40B4-BE49-F238E27FC236}">
                <a16:creationId xmlns:a16="http://schemas.microsoft.com/office/drawing/2014/main" id="{56791E19-D6D3-4306-9607-406FC5743655}"/>
              </a:ext>
            </a:extLst>
          </p:cNvPr>
          <p:cNvSpPr txBox="1"/>
          <p:nvPr/>
        </p:nvSpPr>
        <p:spPr>
          <a:xfrm>
            <a:off x="5639513" y="4310895"/>
            <a:ext cx="1015330" cy="597909"/>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Positive: extend quarantine</a:t>
            </a:r>
            <a:endParaRPr lang="en-US" sz="1400" b="1" dirty="0">
              <a:solidFill>
                <a:srgbClr val="020202"/>
              </a:solidFill>
              <a:latin typeface="Open Sans"/>
              <a:cs typeface="Open Sans"/>
            </a:endParaRPr>
          </a:p>
        </p:txBody>
      </p:sp>
      <p:cxnSp>
        <p:nvCxnSpPr>
          <p:cNvPr id="197" name="Straight Arrow Connector 196">
            <a:extLst>
              <a:ext uri="{FF2B5EF4-FFF2-40B4-BE49-F238E27FC236}">
                <a16:creationId xmlns:a16="http://schemas.microsoft.com/office/drawing/2014/main" id="{659393CF-146D-40B3-8544-D5816AE09576}"/>
              </a:ext>
            </a:extLst>
          </p:cNvPr>
          <p:cNvCxnSpPr>
            <a:cxnSpLocks/>
            <a:stCxn id="166" idx="2"/>
            <a:endCxn id="196" idx="0"/>
          </p:cNvCxnSpPr>
          <p:nvPr/>
        </p:nvCxnSpPr>
        <p:spPr>
          <a:xfrm>
            <a:off x="5673119" y="4178449"/>
            <a:ext cx="474059" cy="132446"/>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10" name="TextBox 209">
            <a:extLst>
              <a:ext uri="{FF2B5EF4-FFF2-40B4-BE49-F238E27FC236}">
                <a16:creationId xmlns:a16="http://schemas.microsoft.com/office/drawing/2014/main" id="{E7F49E6C-5DB6-4298-9411-44D3EC787DFB}"/>
              </a:ext>
            </a:extLst>
          </p:cNvPr>
          <p:cNvSpPr txBox="1"/>
          <p:nvPr/>
        </p:nvSpPr>
        <p:spPr>
          <a:xfrm>
            <a:off x="6521210" y="3750036"/>
            <a:ext cx="1301008" cy="414330"/>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Safety education</a:t>
            </a:r>
            <a:endParaRPr lang="en-US" sz="1400" b="1" dirty="0">
              <a:solidFill>
                <a:srgbClr val="020202"/>
              </a:solidFill>
              <a:latin typeface="Open Sans"/>
              <a:cs typeface="Open Sans"/>
            </a:endParaRPr>
          </a:p>
        </p:txBody>
      </p:sp>
      <p:cxnSp>
        <p:nvCxnSpPr>
          <p:cNvPr id="211" name="Straight Arrow Connector 210">
            <a:extLst>
              <a:ext uri="{FF2B5EF4-FFF2-40B4-BE49-F238E27FC236}">
                <a16:creationId xmlns:a16="http://schemas.microsoft.com/office/drawing/2014/main" id="{794B287A-652B-4DA8-82D0-788426CFDDCB}"/>
              </a:ext>
            </a:extLst>
          </p:cNvPr>
          <p:cNvCxnSpPr>
            <a:cxnSpLocks/>
            <a:stCxn id="152" idx="2"/>
            <a:endCxn id="210" idx="0"/>
          </p:cNvCxnSpPr>
          <p:nvPr/>
        </p:nvCxnSpPr>
        <p:spPr>
          <a:xfrm>
            <a:off x="6445067" y="3486930"/>
            <a:ext cx="726647" cy="263106"/>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45" name="Straight Arrow Connector 244">
            <a:extLst>
              <a:ext uri="{FF2B5EF4-FFF2-40B4-BE49-F238E27FC236}">
                <a16:creationId xmlns:a16="http://schemas.microsoft.com/office/drawing/2014/main" id="{791257D7-94C2-4A3F-9FC9-292A744A8D91}"/>
              </a:ext>
            </a:extLst>
          </p:cNvPr>
          <p:cNvCxnSpPr>
            <a:cxnSpLocks/>
            <a:stCxn id="210" idx="2"/>
            <a:endCxn id="246" idx="0"/>
          </p:cNvCxnSpPr>
          <p:nvPr/>
        </p:nvCxnSpPr>
        <p:spPr>
          <a:xfrm>
            <a:off x="7171714" y="4164366"/>
            <a:ext cx="302006" cy="139728"/>
          </a:xfrm>
          <a:prstGeom prst="straightConnector1">
            <a:avLst/>
          </a:prstGeom>
          <a:ln>
            <a:solidFill>
              <a:schemeClr val="bg1">
                <a:lumMod val="75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246" name="TextBox 245">
            <a:extLst>
              <a:ext uri="{FF2B5EF4-FFF2-40B4-BE49-F238E27FC236}">
                <a16:creationId xmlns:a16="http://schemas.microsoft.com/office/drawing/2014/main" id="{AEB699AA-D435-4D86-A31E-8065B0511104}"/>
              </a:ext>
            </a:extLst>
          </p:cNvPr>
          <p:cNvSpPr txBox="1"/>
          <p:nvPr/>
        </p:nvSpPr>
        <p:spPr>
          <a:xfrm>
            <a:off x="6725135" y="4304094"/>
            <a:ext cx="1497169" cy="5955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50" b="1" dirty="0">
                <a:solidFill>
                  <a:srgbClr val="020202"/>
                </a:solidFill>
                <a:latin typeface="Open Sans"/>
                <a:cs typeface="Open Sans"/>
              </a:rPr>
              <a:t>Reduce risk, increase reporting accuracy</a:t>
            </a:r>
            <a:endParaRPr lang="en-US" sz="1400" b="1" dirty="0">
              <a:solidFill>
                <a:srgbClr val="020202"/>
              </a:solidFill>
              <a:latin typeface="Open Sans"/>
              <a:cs typeface="Open Sans"/>
            </a:endParaRPr>
          </a:p>
        </p:txBody>
      </p:sp>
      <p:sp>
        <p:nvSpPr>
          <p:cNvPr id="43" name="TextBox 42">
            <a:extLst>
              <a:ext uri="{FF2B5EF4-FFF2-40B4-BE49-F238E27FC236}">
                <a16:creationId xmlns:a16="http://schemas.microsoft.com/office/drawing/2014/main" id="{E64EB593-E74B-46D2-83E3-74508929A324}"/>
              </a:ext>
            </a:extLst>
          </p:cNvPr>
          <p:cNvSpPr txBox="1"/>
          <p:nvPr/>
        </p:nvSpPr>
        <p:spPr>
          <a:xfrm>
            <a:off x="5560896" y="30630"/>
            <a:ext cx="2630604" cy="391175"/>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Exogenous risks (social, errands, work)</a:t>
            </a:r>
            <a:endParaRPr lang="en-US" sz="1200" b="1" dirty="0">
              <a:solidFill>
                <a:srgbClr val="020202"/>
              </a:solidFill>
              <a:latin typeface="Open Sans"/>
              <a:cs typeface="Open Sans"/>
            </a:endParaRPr>
          </a:p>
        </p:txBody>
      </p:sp>
      <p:cxnSp>
        <p:nvCxnSpPr>
          <p:cNvPr id="7" name="Straight Arrow Connector 6">
            <a:extLst>
              <a:ext uri="{FF2B5EF4-FFF2-40B4-BE49-F238E27FC236}">
                <a16:creationId xmlns:a16="http://schemas.microsoft.com/office/drawing/2014/main" id="{B0E6E7A5-AB85-4C89-90B4-84AA9B72BEDF}"/>
              </a:ext>
            </a:extLst>
          </p:cNvPr>
          <p:cNvCxnSpPr>
            <a:cxnSpLocks/>
            <a:stCxn id="43" idx="2"/>
            <a:endCxn id="14" idx="0"/>
          </p:cNvCxnSpPr>
          <p:nvPr/>
        </p:nvCxnSpPr>
        <p:spPr>
          <a:xfrm flipH="1">
            <a:off x="5522926" y="421805"/>
            <a:ext cx="1353272" cy="176131"/>
          </a:xfrm>
          <a:prstGeom prst="straightConnector1">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19367C36-C2DA-4D04-87BE-394B11F2E90D}"/>
              </a:ext>
            </a:extLst>
          </p:cNvPr>
          <p:cNvCxnSpPr>
            <a:cxnSpLocks/>
            <a:stCxn id="43" idx="2"/>
            <a:endCxn id="15" idx="0"/>
          </p:cNvCxnSpPr>
          <p:nvPr/>
        </p:nvCxnSpPr>
        <p:spPr>
          <a:xfrm flipH="1">
            <a:off x="6398248" y="421805"/>
            <a:ext cx="477950" cy="176131"/>
          </a:xfrm>
          <a:prstGeom prst="straightConnector1">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5C7737B-B83F-4D9B-843E-BCE6FE0F14AA}"/>
              </a:ext>
            </a:extLst>
          </p:cNvPr>
          <p:cNvCxnSpPr>
            <a:cxnSpLocks/>
            <a:stCxn id="43" idx="2"/>
            <a:endCxn id="57" idx="0"/>
          </p:cNvCxnSpPr>
          <p:nvPr/>
        </p:nvCxnSpPr>
        <p:spPr>
          <a:xfrm>
            <a:off x="6876198" y="421805"/>
            <a:ext cx="625217" cy="176131"/>
          </a:xfrm>
          <a:prstGeom prst="straightConnector1">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CE4803-B9B5-44E7-A243-B97791C2BC1D}"/>
              </a:ext>
            </a:extLst>
          </p:cNvPr>
          <p:cNvCxnSpPr>
            <a:cxnSpLocks/>
            <a:stCxn id="43" idx="2"/>
            <a:endCxn id="58" idx="0"/>
          </p:cNvCxnSpPr>
          <p:nvPr/>
        </p:nvCxnSpPr>
        <p:spPr>
          <a:xfrm>
            <a:off x="6876198" y="421805"/>
            <a:ext cx="1500539" cy="176131"/>
          </a:xfrm>
          <a:prstGeom prst="straightConnector1">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4" name="Connector: Curved 63">
            <a:extLst>
              <a:ext uri="{FF2B5EF4-FFF2-40B4-BE49-F238E27FC236}">
                <a16:creationId xmlns:a16="http://schemas.microsoft.com/office/drawing/2014/main" id="{CF520109-B4A3-4287-8138-C23E1389103A}"/>
              </a:ext>
            </a:extLst>
          </p:cNvPr>
          <p:cNvCxnSpPr>
            <a:cxnSpLocks/>
            <a:stCxn id="43" idx="3"/>
            <a:endCxn id="55" idx="3"/>
          </p:cNvCxnSpPr>
          <p:nvPr/>
        </p:nvCxnSpPr>
        <p:spPr>
          <a:xfrm>
            <a:off x="8191500" y="226218"/>
            <a:ext cx="132738" cy="850416"/>
          </a:xfrm>
          <a:prstGeom prst="curvedConnector3">
            <a:avLst>
              <a:gd name="adj1" fmla="val 530547"/>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1" name="Connector: Curved 70">
            <a:extLst>
              <a:ext uri="{FF2B5EF4-FFF2-40B4-BE49-F238E27FC236}">
                <a16:creationId xmlns:a16="http://schemas.microsoft.com/office/drawing/2014/main" id="{C6F4DBC4-E3E8-4442-A131-FDFDFB24DA61}"/>
              </a:ext>
            </a:extLst>
          </p:cNvPr>
          <p:cNvCxnSpPr>
            <a:cxnSpLocks/>
            <a:stCxn id="43" idx="1"/>
            <a:endCxn id="65" idx="1"/>
          </p:cNvCxnSpPr>
          <p:nvPr/>
        </p:nvCxnSpPr>
        <p:spPr>
          <a:xfrm rot="10800000" flipH="1" flipV="1">
            <a:off x="5560896" y="226217"/>
            <a:ext cx="351050" cy="1357067"/>
          </a:xfrm>
          <a:prstGeom prst="curvedConnector3">
            <a:avLst>
              <a:gd name="adj1" fmla="val -206210"/>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TextBox 83">
            <a:extLst>
              <a:ext uri="{FF2B5EF4-FFF2-40B4-BE49-F238E27FC236}">
                <a16:creationId xmlns:a16="http://schemas.microsoft.com/office/drawing/2014/main" id="{C178E0D0-C316-426F-869C-ABCF95B28569}"/>
              </a:ext>
            </a:extLst>
          </p:cNvPr>
          <p:cNvSpPr txBox="1"/>
          <p:nvPr/>
        </p:nvSpPr>
        <p:spPr>
          <a:xfrm>
            <a:off x="7342652" y="1472824"/>
            <a:ext cx="760232" cy="223166"/>
          </a:xfrm>
          <a:prstGeom prst="roundRect">
            <a:avLst/>
          </a:prstGeom>
          <a:ln w="19050"/>
          <a:effectLst/>
        </p:spPr>
        <p:style>
          <a:lnRef idx="2">
            <a:schemeClr val="accent1"/>
          </a:lnRef>
          <a:fillRef idx="1">
            <a:schemeClr val="lt1"/>
          </a:fillRef>
          <a:effectRef idx="0">
            <a:schemeClr val="accent1"/>
          </a:effectRef>
          <a:fontRef idx="minor">
            <a:schemeClr val="dk1"/>
          </a:fontRef>
        </p:style>
        <p:txBody>
          <a:bodyPr wrap="square" rtlCol="0">
            <a:noAutofit/>
          </a:bodyPr>
          <a:lstStyle/>
          <a:p>
            <a:pPr algn="ctr"/>
            <a:r>
              <a:rPr lang="en-US" sz="1000" b="1" dirty="0">
                <a:solidFill>
                  <a:srgbClr val="020202"/>
                </a:solidFill>
                <a:latin typeface="Open Sans"/>
                <a:cs typeface="Open Sans"/>
              </a:rPr>
              <a:t>Teacher</a:t>
            </a:r>
            <a:endParaRPr lang="en-US" sz="1200" b="1" dirty="0">
              <a:solidFill>
                <a:srgbClr val="020202"/>
              </a:solidFill>
              <a:latin typeface="Open Sans"/>
              <a:cs typeface="Open Sans"/>
            </a:endParaRPr>
          </a:p>
        </p:txBody>
      </p:sp>
      <p:cxnSp>
        <p:nvCxnSpPr>
          <p:cNvPr id="87" name="Straight Arrow Connector 86">
            <a:extLst>
              <a:ext uri="{FF2B5EF4-FFF2-40B4-BE49-F238E27FC236}">
                <a16:creationId xmlns:a16="http://schemas.microsoft.com/office/drawing/2014/main" id="{9A3F81F4-B153-4CF4-953B-5692E584FB3E}"/>
              </a:ext>
            </a:extLst>
          </p:cNvPr>
          <p:cNvCxnSpPr>
            <a:cxnSpLocks/>
            <a:stCxn id="65" idx="3"/>
            <a:endCxn id="84" idx="1"/>
          </p:cNvCxnSpPr>
          <p:nvPr/>
        </p:nvCxnSpPr>
        <p:spPr>
          <a:xfrm>
            <a:off x="6672178" y="1583285"/>
            <a:ext cx="670474" cy="1122"/>
          </a:xfrm>
          <a:prstGeom prst="straightConnector1">
            <a:avLst/>
          </a:prstGeom>
          <a:ln w="19050">
            <a:solidFill>
              <a:schemeClr val="tx1">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92" name="Connector: Curved 191">
            <a:extLst>
              <a:ext uri="{FF2B5EF4-FFF2-40B4-BE49-F238E27FC236}">
                <a16:creationId xmlns:a16="http://schemas.microsoft.com/office/drawing/2014/main" id="{41F6EC01-A01D-4A97-903D-BA931AC420D7}"/>
              </a:ext>
            </a:extLst>
          </p:cNvPr>
          <p:cNvCxnSpPr>
            <a:cxnSpLocks/>
            <a:stCxn id="43" idx="1"/>
            <a:endCxn id="5" idx="1"/>
          </p:cNvCxnSpPr>
          <p:nvPr/>
        </p:nvCxnSpPr>
        <p:spPr>
          <a:xfrm rot="10800000" flipV="1">
            <a:off x="5522926" y="226218"/>
            <a:ext cx="37970" cy="850416"/>
          </a:xfrm>
          <a:prstGeom prst="curvedConnector3">
            <a:avLst>
              <a:gd name="adj1" fmla="val 1364314"/>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12" name="Connector: Curved 211">
            <a:extLst>
              <a:ext uri="{FF2B5EF4-FFF2-40B4-BE49-F238E27FC236}">
                <a16:creationId xmlns:a16="http://schemas.microsoft.com/office/drawing/2014/main" id="{149C312E-7A76-40A9-BD42-43738F9779D8}"/>
              </a:ext>
            </a:extLst>
          </p:cNvPr>
          <p:cNvCxnSpPr>
            <a:cxnSpLocks/>
            <a:stCxn id="43" idx="3"/>
            <a:endCxn id="84" idx="3"/>
          </p:cNvCxnSpPr>
          <p:nvPr/>
        </p:nvCxnSpPr>
        <p:spPr>
          <a:xfrm flipH="1">
            <a:off x="8102884" y="226218"/>
            <a:ext cx="88616" cy="1358189"/>
          </a:xfrm>
          <a:prstGeom prst="curvedConnector3">
            <a:avLst>
              <a:gd name="adj1" fmla="val -945879"/>
            </a:avLst>
          </a:prstGeom>
          <a:ln>
            <a:solidFill>
              <a:schemeClr val="tx1">
                <a:lumMod val="60000"/>
                <a:lumOff val="40000"/>
              </a:schemeClr>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629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76883E-4D07-6B6F-B769-02C2A6697953}"/>
              </a:ext>
            </a:extLst>
          </p:cNvPr>
          <p:cNvSpPr>
            <a:spLocks noGrp="1"/>
          </p:cNvSpPr>
          <p:nvPr>
            <p:ph idx="1"/>
          </p:nvPr>
        </p:nvSpPr>
        <p:spPr/>
        <p:txBody>
          <a:bodyPr>
            <a:normAutofit fontScale="92500" lnSpcReduction="20000"/>
          </a:bodyPr>
          <a:lstStyle/>
          <a:p>
            <a:r>
              <a:rPr lang="en-US" dirty="0"/>
              <a:t>Initial conditions: past, current infections; vaccination; baseline testing</a:t>
            </a:r>
          </a:p>
          <a:p>
            <a:endParaRPr lang="en-US" dirty="0"/>
          </a:p>
          <a:p>
            <a:r>
              <a:rPr lang="en-US" dirty="0"/>
              <a:t>Daily event sequence</a:t>
            </a:r>
            <a:br>
              <a:rPr lang="en-US" dirty="0"/>
            </a:br>
            <a:endParaRPr lang="en-US" dirty="0"/>
          </a:p>
          <a:p>
            <a:pPr lvl="1"/>
            <a:r>
              <a:rPr lang="en-US" dirty="0"/>
              <a:t>COVID test results</a:t>
            </a:r>
          </a:p>
          <a:p>
            <a:pPr lvl="1"/>
            <a:r>
              <a:rPr lang="en-US" dirty="0"/>
              <a:t>Students, parents self-report symptoms, exposures</a:t>
            </a:r>
          </a:p>
          <a:p>
            <a:pPr lvl="1"/>
            <a:r>
              <a:rPr lang="en-US" dirty="0"/>
              <a:t>Students get tested</a:t>
            </a:r>
          </a:p>
          <a:p>
            <a:pPr lvl="1"/>
            <a:r>
              <a:rPr lang="en-US" dirty="0"/>
              <a:t>On-campus transmissions</a:t>
            </a:r>
          </a:p>
          <a:p>
            <a:pPr lvl="1"/>
            <a:r>
              <a:rPr lang="en-US" dirty="0"/>
              <a:t>Exogenous exposures</a:t>
            </a:r>
          </a:p>
          <a:p>
            <a:pPr lvl="1"/>
            <a:r>
              <a:rPr lang="en-US" dirty="0"/>
              <a:t>Household transmissions</a:t>
            </a:r>
          </a:p>
          <a:p>
            <a:pPr lvl="1"/>
            <a:r>
              <a:rPr lang="en-US" dirty="0"/>
              <a:t>Educational outreach</a:t>
            </a:r>
          </a:p>
          <a:p>
            <a:pPr lvl="1"/>
            <a:r>
              <a:rPr lang="en-US" dirty="0"/>
              <a:t>Follow-up testing scheduled</a:t>
            </a:r>
          </a:p>
          <a:p>
            <a:pPr marL="591120" lvl="1" indent="0">
              <a:buNone/>
            </a:pPr>
            <a:endParaRPr lang="en-US" dirty="0"/>
          </a:p>
        </p:txBody>
      </p:sp>
      <p:sp>
        <p:nvSpPr>
          <p:cNvPr id="3" name="Title 2">
            <a:extLst>
              <a:ext uri="{FF2B5EF4-FFF2-40B4-BE49-F238E27FC236}">
                <a16:creationId xmlns:a16="http://schemas.microsoft.com/office/drawing/2014/main" id="{63B7DF71-FC29-AA41-8A4F-24C7081FF889}"/>
              </a:ext>
            </a:extLst>
          </p:cNvPr>
          <p:cNvSpPr>
            <a:spLocks noGrp="1"/>
          </p:cNvSpPr>
          <p:nvPr>
            <p:ph type="title"/>
          </p:nvPr>
        </p:nvSpPr>
        <p:spPr/>
        <p:txBody>
          <a:bodyPr/>
          <a:lstStyle/>
          <a:p>
            <a:r>
              <a:rPr lang="en-US" dirty="0"/>
              <a:t>Implementation Details</a:t>
            </a:r>
          </a:p>
        </p:txBody>
      </p:sp>
    </p:spTree>
    <p:extLst>
      <p:ext uri="{BB962C8B-B14F-4D97-AF65-F5344CB8AC3E}">
        <p14:creationId xmlns:p14="http://schemas.microsoft.com/office/powerpoint/2010/main" val="2830930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D2DFE202-9F35-CA47-8A2E-2576E321EAA3}"/>
              </a:ext>
            </a:extLst>
          </p:cNvPr>
          <p:cNvPicPr>
            <a:picLocks noChangeAspect="1"/>
          </p:cNvPicPr>
          <p:nvPr/>
        </p:nvPicPr>
        <p:blipFill rotWithShape="1">
          <a:blip r:embed="rId3"/>
          <a:srcRect r="2735" b="39729"/>
          <a:stretch/>
        </p:blipFill>
        <p:spPr>
          <a:xfrm>
            <a:off x="2700730" y="2700620"/>
            <a:ext cx="2342950" cy="2178076"/>
          </a:xfrm>
          <a:prstGeom prst="rect">
            <a:avLst/>
          </a:prstGeom>
          <a:ln w="28575">
            <a:solidFill>
              <a:srgbClr val="002060"/>
            </a:solidFill>
          </a:ln>
        </p:spPr>
      </p:pic>
      <p:pic>
        <p:nvPicPr>
          <p:cNvPr id="27" name="Picture 26">
            <a:extLst>
              <a:ext uri="{FF2B5EF4-FFF2-40B4-BE49-F238E27FC236}">
                <a16:creationId xmlns:a16="http://schemas.microsoft.com/office/drawing/2014/main" id="{A2DE4280-8542-564A-8381-DC7FE74DE4AB}"/>
              </a:ext>
            </a:extLst>
          </p:cNvPr>
          <p:cNvPicPr>
            <a:picLocks noChangeAspect="1"/>
          </p:cNvPicPr>
          <p:nvPr/>
        </p:nvPicPr>
        <p:blipFill rotWithShape="1">
          <a:blip r:embed="rId4"/>
          <a:srcRect t="1940" r="2735" b="56178"/>
          <a:stretch/>
        </p:blipFill>
        <p:spPr>
          <a:xfrm>
            <a:off x="5160689" y="2700620"/>
            <a:ext cx="2342950" cy="913809"/>
          </a:xfrm>
          <a:prstGeom prst="rect">
            <a:avLst/>
          </a:prstGeom>
          <a:ln w="28575">
            <a:solidFill>
              <a:srgbClr val="002060"/>
            </a:solidFill>
          </a:ln>
        </p:spPr>
      </p:pic>
      <p:pic>
        <p:nvPicPr>
          <p:cNvPr id="32" name="Picture 31">
            <a:extLst>
              <a:ext uri="{FF2B5EF4-FFF2-40B4-BE49-F238E27FC236}">
                <a16:creationId xmlns:a16="http://schemas.microsoft.com/office/drawing/2014/main" id="{BC4A99FE-300F-724E-B33B-983AEE13196B}"/>
              </a:ext>
            </a:extLst>
          </p:cNvPr>
          <p:cNvPicPr>
            <a:picLocks noChangeAspect="1"/>
          </p:cNvPicPr>
          <p:nvPr/>
        </p:nvPicPr>
        <p:blipFill rotWithShape="1">
          <a:blip r:embed="rId4"/>
          <a:srcRect t="51922" r="2735"/>
          <a:stretch/>
        </p:blipFill>
        <p:spPr>
          <a:xfrm>
            <a:off x="5153291" y="3743300"/>
            <a:ext cx="2342950" cy="1135396"/>
          </a:xfrm>
          <a:prstGeom prst="rect">
            <a:avLst/>
          </a:prstGeom>
          <a:ln w="28575">
            <a:solidFill>
              <a:srgbClr val="002060"/>
            </a:solidFill>
          </a:ln>
        </p:spPr>
      </p:pic>
      <p:sp>
        <p:nvSpPr>
          <p:cNvPr id="23" name="Title 2">
            <a:extLst>
              <a:ext uri="{FF2B5EF4-FFF2-40B4-BE49-F238E27FC236}">
                <a16:creationId xmlns:a16="http://schemas.microsoft.com/office/drawing/2014/main" id="{F12D4E8F-F476-4164-8025-6681EABD7C4D}"/>
              </a:ext>
            </a:extLst>
          </p:cNvPr>
          <p:cNvSpPr>
            <a:spLocks noGrp="1"/>
          </p:cNvSpPr>
          <p:nvPr>
            <p:ph type="title"/>
          </p:nvPr>
        </p:nvSpPr>
        <p:spPr>
          <a:xfrm>
            <a:off x="645830" y="-19180"/>
            <a:ext cx="7886700" cy="772449"/>
          </a:xfrm>
        </p:spPr>
        <p:txBody>
          <a:bodyPr/>
          <a:lstStyle/>
          <a:p>
            <a:r>
              <a:rPr lang="en-US" dirty="0"/>
              <a:t>User Interface: Specifying Assumptions</a:t>
            </a:r>
          </a:p>
        </p:txBody>
      </p:sp>
      <p:sp>
        <p:nvSpPr>
          <p:cNvPr id="71" name="Rectangle 189">
            <a:extLst>
              <a:ext uri="{FF2B5EF4-FFF2-40B4-BE49-F238E27FC236}">
                <a16:creationId xmlns:a16="http://schemas.microsoft.com/office/drawing/2014/main" id="{8BCCF5B7-4E0D-4B49-BD4F-207350A5024E}"/>
              </a:ext>
            </a:extLst>
          </p:cNvPr>
          <p:cNvSpPr>
            <a:spLocks noChangeArrowheads="1"/>
          </p:cNvSpPr>
          <p:nvPr/>
        </p:nvSpPr>
        <p:spPr bwMode="auto">
          <a:xfrm>
            <a:off x="7555622" y="777083"/>
            <a:ext cx="1588378" cy="1098650"/>
          </a:xfrm>
          <a:prstGeom prst="rect">
            <a:avLst/>
          </a:prstGeom>
          <a:solidFill>
            <a:schemeClr val="bg1"/>
          </a:solidFill>
          <a:ln w="12700">
            <a:noFill/>
            <a:miter lim="800000"/>
            <a:headEnd/>
            <a:tailEnd/>
          </a:ln>
        </p:spPr>
        <p:txBody>
          <a:bodyPr lIns="112259" tIns="112259" rIns="112259" bIns="112259" numCol="2"/>
          <a:lstStyle>
            <a:lvl1pPr marL="549275" indent="-457200" eaLnBrk="0" hangingPunct="0">
              <a:spcBef>
                <a:spcPct val="20000"/>
              </a:spcBef>
              <a:buFont typeface="Arial" panose="020B0604020202020204" pitchFamily="34" charset="0"/>
              <a:buChar char="•"/>
              <a:defRPr sz="15400">
                <a:solidFill>
                  <a:schemeClr val="tx1"/>
                </a:solidFill>
                <a:latin typeface="Calibri" panose="020F0502020204030204" pitchFamily="34" charset="0"/>
                <a:ea typeface="MS PGothic" panose="020B0600070205080204" pitchFamily="34" charset="-128"/>
              </a:defRPr>
            </a:lvl1pPr>
            <a:lvl2pPr marL="742950" indent="-285750" eaLnBrk="0" hangingPunct="0">
              <a:spcBef>
                <a:spcPct val="20000"/>
              </a:spcBef>
              <a:buFont typeface="Arial" panose="020B0604020202020204" pitchFamily="34" charset="0"/>
              <a:buChar char="–"/>
              <a:defRPr sz="13400">
                <a:solidFill>
                  <a:schemeClr val="tx1"/>
                </a:solidFill>
                <a:latin typeface="Calibri" panose="020F0502020204030204" pitchFamily="34" charset="0"/>
                <a:ea typeface="MS PGothic" panose="020B0600070205080204" pitchFamily="34" charset="-128"/>
              </a:defRPr>
            </a:lvl2pPr>
            <a:lvl3pPr marL="1143000" indent="-228600" eaLnBrk="0" hangingPunct="0">
              <a:spcBef>
                <a:spcPct val="20000"/>
              </a:spcBef>
              <a:buFont typeface="Arial" panose="020B0604020202020204" pitchFamily="34" charset="0"/>
              <a:buChar char="•"/>
              <a:defRPr sz="11500">
                <a:solidFill>
                  <a:schemeClr val="tx1"/>
                </a:solidFill>
                <a:latin typeface="Calibri" panose="020F0502020204030204" pitchFamily="34" charset="0"/>
                <a:ea typeface="MS PGothic" panose="020B0600070205080204" pitchFamily="34" charset="-128"/>
              </a:defRPr>
            </a:lvl3pPr>
            <a:lvl4pPr marL="1600200" indent="-228600" eaLnBrk="0" hangingPunct="0">
              <a:spcBef>
                <a:spcPct val="20000"/>
              </a:spcBef>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4pPr>
            <a:lvl5pPr marL="2057400" indent="-228600" eaLnBrk="0" hangingPunct="0">
              <a:spcBef>
                <a:spcPct val="20000"/>
              </a:spcBef>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5pPr>
            <a:lvl6pPr marL="2514600" indent="-228600" defTabSz="2193925" eaLnBrk="0" fontAlgn="base" hangingPunct="0">
              <a:spcBef>
                <a:spcPct val="20000"/>
              </a:spcBef>
              <a:spcAft>
                <a:spcPct val="0"/>
              </a:spcAft>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6pPr>
            <a:lvl7pPr marL="2971800" indent="-228600" defTabSz="2193925" eaLnBrk="0" fontAlgn="base" hangingPunct="0">
              <a:spcBef>
                <a:spcPct val="20000"/>
              </a:spcBef>
              <a:spcAft>
                <a:spcPct val="0"/>
              </a:spcAft>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7pPr>
            <a:lvl8pPr marL="3429000" indent="-228600" defTabSz="2193925" eaLnBrk="0" fontAlgn="base" hangingPunct="0">
              <a:spcBef>
                <a:spcPct val="20000"/>
              </a:spcBef>
              <a:spcAft>
                <a:spcPct val="0"/>
              </a:spcAft>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8pPr>
            <a:lvl9pPr marL="3886200" indent="-228600" defTabSz="2193925" eaLnBrk="0" fontAlgn="base" hangingPunct="0">
              <a:spcBef>
                <a:spcPct val="20000"/>
              </a:spcBef>
              <a:spcAft>
                <a:spcPct val="0"/>
              </a:spcAft>
              <a:buFont typeface="Arial" panose="020B0604020202020204" pitchFamily="34" charset="0"/>
              <a:buChar char="»"/>
              <a:defRPr sz="9600">
                <a:solidFill>
                  <a:schemeClr val="tx1"/>
                </a:solidFill>
                <a:latin typeface="Calibri" panose="020F0502020204030204" pitchFamily="34" charset="0"/>
                <a:ea typeface="MS PGothic" panose="020B0600070205080204" pitchFamily="34" charset="-128"/>
              </a:defRPr>
            </a:lvl9pPr>
          </a:lstStyle>
          <a:p>
            <a:pPr marL="55034" indent="0" defTabSz="1307830" fontAlgn="base">
              <a:spcBef>
                <a:spcPts val="0"/>
              </a:spcBef>
              <a:spcAft>
                <a:spcPct val="0"/>
              </a:spcAft>
              <a:buNone/>
              <a:defRPr/>
            </a:pPr>
            <a:endParaRPr lang="en-US" sz="1375" dirty="0">
              <a:solidFill>
                <a:srgbClr val="000000">
                  <a:lumMod val="85000"/>
                  <a:lumOff val="15000"/>
                </a:srgbClr>
              </a:solidFill>
              <a:latin typeface="Verdana" panose="020B0604030504040204" pitchFamily="34" charset="0"/>
              <a:ea typeface="Verdana" panose="020B0604030504040204" pitchFamily="34" charset="0"/>
              <a:cs typeface="Verdana" panose="020B0604030504040204" pitchFamily="34" charset="0"/>
            </a:endParaRPr>
          </a:p>
        </p:txBody>
      </p:sp>
      <p:sp>
        <p:nvSpPr>
          <p:cNvPr id="72" name="Frame 71">
            <a:extLst>
              <a:ext uri="{FF2B5EF4-FFF2-40B4-BE49-F238E27FC236}">
                <a16:creationId xmlns:a16="http://schemas.microsoft.com/office/drawing/2014/main" id="{BD1D4CA3-B442-4DBB-95E6-D912EBCF1EAB}"/>
              </a:ext>
            </a:extLst>
          </p:cNvPr>
          <p:cNvSpPr/>
          <p:nvPr/>
        </p:nvSpPr>
        <p:spPr>
          <a:xfrm>
            <a:off x="7659962" y="886799"/>
            <a:ext cx="358373" cy="221667"/>
          </a:xfrm>
          <a:prstGeom prst="frame">
            <a:avLst/>
          </a:prstGeom>
          <a:solidFill>
            <a:srgbClr val="C00000"/>
          </a:solidFill>
          <a:ln w="6350">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3" name="Frame 72">
            <a:extLst>
              <a:ext uri="{FF2B5EF4-FFF2-40B4-BE49-F238E27FC236}">
                <a16:creationId xmlns:a16="http://schemas.microsoft.com/office/drawing/2014/main" id="{6D99817F-9AEB-472B-842D-66AD49D96091}"/>
              </a:ext>
            </a:extLst>
          </p:cNvPr>
          <p:cNvSpPr/>
          <p:nvPr/>
        </p:nvSpPr>
        <p:spPr>
          <a:xfrm>
            <a:off x="7659962" y="1213941"/>
            <a:ext cx="358373" cy="221667"/>
          </a:xfrm>
          <a:prstGeom prst="frame">
            <a:avLst/>
          </a:prstGeom>
          <a:solidFill>
            <a:srgbClr val="008F00"/>
          </a:solidFill>
          <a:ln w="6350">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4" name="Frame 73">
            <a:extLst>
              <a:ext uri="{FF2B5EF4-FFF2-40B4-BE49-F238E27FC236}">
                <a16:creationId xmlns:a16="http://schemas.microsoft.com/office/drawing/2014/main" id="{6467E274-247E-4E9C-9A18-EF16E25E6AB5}"/>
              </a:ext>
            </a:extLst>
          </p:cNvPr>
          <p:cNvSpPr/>
          <p:nvPr/>
        </p:nvSpPr>
        <p:spPr>
          <a:xfrm>
            <a:off x="7660474" y="1540108"/>
            <a:ext cx="358373" cy="221667"/>
          </a:xfrm>
          <a:prstGeom prst="frame">
            <a:avLst/>
          </a:prstGeom>
          <a:solidFill>
            <a:srgbClr val="FFC000"/>
          </a:solidFill>
          <a:ln w="6350">
            <a:solidFill>
              <a:srgbClr val="FFC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5" name="Rectangle 74">
            <a:extLst>
              <a:ext uri="{FF2B5EF4-FFF2-40B4-BE49-F238E27FC236}">
                <a16:creationId xmlns:a16="http://schemas.microsoft.com/office/drawing/2014/main" id="{0E53A2E0-59ED-4CD3-B811-910B03DD457A}"/>
              </a:ext>
            </a:extLst>
          </p:cNvPr>
          <p:cNvSpPr/>
          <p:nvPr/>
        </p:nvSpPr>
        <p:spPr>
          <a:xfrm>
            <a:off x="7950373" y="837952"/>
            <a:ext cx="1282723" cy="276999"/>
          </a:xfrm>
          <a:prstGeom prst="rect">
            <a:avLst/>
          </a:prstGeom>
        </p:spPr>
        <p:txBody>
          <a:bodyPr wrap="none">
            <a:spAutoFit/>
          </a:bodyPr>
          <a:lstStyle/>
          <a:p>
            <a:r>
              <a:rPr lang="en-US" sz="1200" dirty="0">
                <a:latin typeface="Arial" panose="020B0604020202020204" pitchFamily="34" charset="0"/>
                <a:cs typeface="Arial" panose="020B0604020202020204" pitchFamily="34" charset="0"/>
              </a:rPr>
              <a:t>Local conditions</a:t>
            </a:r>
            <a:endParaRPr lang="en-US" sz="1200" dirty="0"/>
          </a:p>
        </p:txBody>
      </p:sp>
      <p:sp>
        <p:nvSpPr>
          <p:cNvPr id="76" name="Rectangle 75">
            <a:extLst>
              <a:ext uri="{FF2B5EF4-FFF2-40B4-BE49-F238E27FC236}">
                <a16:creationId xmlns:a16="http://schemas.microsoft.com/office/drawing/2014/main" id="{F01A15FD-DA73-4D96-A219-83F5D3FA14A1}"/>
              </a:ext>
            </a:extLst>
          </p:cNvPr>
          <p:cNvSpPr/>
          <p:nvPr/>
        </p:nvSpPr>
        <p:spPr>
          <a:xfrm>
            <a:off x="7987405" y="1175820"/>
            <a:ext cx="999318" cy="276999"/>
          </a:xfrm>
          <a:prstGeom prst="rect">
            <a:avLst/>
          </a:prstGeom>
        </p:spPr>
        <p:txBody>
          <a:bodyPr wrap="none">
            <a:spAutoFit/>
          </a:bodyPr>
          <a:lstStyle/>
          <a:p>
            <a:r>
              <a:rPr lang="en-US" sz="1200" dirty="0">
                <a:latin typeface="Arial" panose="020B0604020202020204" pitchFamily="34" charset="0"/>
                <a:cs typeface="Arial" panose="020B0604020202020204" pitchFamily="34" charset="0"/>
              </a:rPr>
              <a:t>Virus dynamics</a:t>
            </a:r>
            <a:endParaRPr lang="en-US" sz="1200" dirty="0"/>
          </a:p>
        </p:txBody>
      </p:sp>
      <p:sp>
        <p:nvSpPr>
          <p:cNvPr id="77" name="Rectangle 76">
            <a:extLst>
              <a:ext uri="{FF2B5EF4-FFF2-40B4-BE49-F238E27FC236}">
                <a16:creationId xmlns:a16="http://schemas.microsoft.com/office/drawing/2014/main" id="{39B90EC2-E605-4480-978B-BA6948670AC3}"/>
              </a:ext>
            </a:extLst>
          </p:cNvPr>
          <p:cNvSpPr/>
          <p:nvPr/>
        </p:nvSpPr>
        <p:spPr>
          <a:xfrm>
            <a:off x="7976537" y="1528656"/>
            <a:ext cx="1124603" cy="276999"/>
          </a:xfrm>
          <a:prstGeom prst="rect">
            <a:avLst/>
          </a:prstGeom>
        </p:spPr>
        <p:txBody>
          <a:bodyPr wrap="none">
            <a:spAutoFit/>
          </a:bodyPr>
          <a:lstStyle/>
          <a:p>
            <a:r>
              <a:rPr lang="en-US" sz="1200" dirty="0">
                <a:latin typeface="Arial" panose="020B0604020202020204" pitchFamily="34" charset="0"/>
                <a:cs typeface="Arial" panose="020B0604020202020204" pitchFamily="34" charset="0"/>
              </a:rPr>
              <a:t>Test accuracy</a:t>
            </a:r>
            <a:endParaRPr lang="en-US" sz="1200" dirty="0"/>
          </a:p>
        </p:txBody>
      </p:sp>
      <p:sp>
        <p:nvSpPr>
          <p:cNvPr id="81" name="Rectangle 80">
            <a:extLst>
              <a:ext uri="{FF2B5EF4-FFF2-40B4-BE49-F238E27FC236}">
                <a16:creationId xmlns:a16="http://schemas.microsoft.com/office/drawing/2014/main" id="{A28FAAC8-2217-44DD-A0AA-A0E2AB40909A}"/>
              </a:ext>
            </a:extLst>
          </p:cNvPr>
          <p:cNvSpPr/>
          <p:nvPr/>
        </p:nvSpPr>
        <p:spPr>
          <a:xfrm>
            <a:off x="7984157" y="1867598"/>
            <a:ext cx="849913" cy="461665"/>
          </a:xfrm>
          <a:prstGeom prst="rect">
            <a:avLst/>
          </a:prstGeom>
        </p:spPr>
        <p:txBody>
          <a:bodyPr wrap="none">
            <a:spAutoFit/>
          </a:bodyPr>
          <a:lstStyle/>
          <a:p>
            <a:r>
              <a:rPr lang="en-US" sz="1200" dirty="0">
                <a:latin typeface="Arial" panose="020B0604020202020204" pitchFamily="34" charset="0"/>
                <a:cs typeface="Arial" panose="020B0604020202020204" pitchFamily="34" charset="0"/>
              </a:rPr>
              <a:t>Mitigation</a:t>
            </a:r>
          </a:p>
          <a:p>
            <a:r>
              <a:rPr lang="en-US" sz="1200" dirty="0">
                <a:latin typeface="Arial" panose="020B0604020202020204" pitchFamily="34" charset="0"/>
                <a:cs typeface="Arial" panose="020B0604020202020204" pitchFamily="34" charset="0"/>
              </a:rPr>
              <a:t>policies</a:t>
            </a:r>
            <a:endParaRPr lang="en-US" sz="1200" dirty="0"/>
          </a:p>
        </p:txBody>
      </p:sp>
      <p:sp>
        <p:nvSpPr>
          <p:cNvPr id="82" name="Frame 81">
            <a:extLst>
              <a:ext uri="{FF2B5EF4-FFF2-40B4-BE49-F238E27FC236}">
                <a16:creationId xmlns:a16="http://schemas.microsoft.com/office/drawing/2014/main" id="{2ED0DF27-C29F-408A-A01D-D58BBB4DD707}"/>
              </a:ext>
            </a:extLst>
          </p:cNvPr>
          <p:cNvSpPr/>
          <p:nvPr/>
        </p:nvSpPr>
        <p:spPr>
          <a:xfrm>
            <a:off x="7660474" y="1906555"/>
            <a:ext cx="358373" cy="221667"/>
          </a:xfrm>
          <a:prstGeom prst="frame">
            <a:avLst/>
          </a:prstGeom>
          <a:solidFill>
            <a:srgbClr val="002060"/>
          </a:solidFill>
          <a:ln w="6350">
            <a:solidFill>
              <a:srgbClr val="00206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C000"/>
                </a:solidFill>
              </a:ln>
              <a:solidFill>
                <a:schemeClr val="tx1"/>
              </a:solidFill>
            </a:endParaRPr>
          </a:p>
        </p:txBody>
      </p:sp>
      <p:pic>
        <p:nvPicPr>
          <p:cNvPr id="6" name="Picture 5">
            <a:extLst>
              <a:ext uri="{FF2B5EF4-FFF2-40B4-BE49-F238E27FC236}">
                <a16:creationId xmlns:a16="http://schemas.microsoft.com/office/drawing/2014/main" id="{3426993A-75EB-4ABD-83E2-5E3794435C32}"/>
              </a:ext>
            </a:extLst>
          </p:cNvPr>
          <p:cNvPicPr>
            <a:picLocks noChangeAspect="1"/>
          </p:cNvPicPr>
          <p:nvPr/>
        </p:nvPicPr>
        <p:blipFill>
          <a:blip r:embed="rId5"/>
          <a:stretch>
            <a:fillRect/>
          </a:stretch>
        </p:blipFill>
        <p:spPr>
          <a:xfrm>
            <a:off x="5160689" y="753268"/>
            <a:ext cx="2335552" cy="1818481"/>
          </a:xfrm>
          <a:prstGeom prst="rect">
            <a:avLst/>
          </a:prstGeom>
          <a:ln w="28575">
            <a:solidFill>
              <a:srgbClr val="FFC000"/>
            </a:solidFill>
          </a:ln>
        </p:spPr>
      </p:pic>
      <p:pic>
        <p:nvPicPr>
          <p:cNvPr id="12" name="Picture 11">
            <a:extLst>
              <a:ext uri="{FF2B5EF4-FFF2-40B4-BE49-F238E27FC236}">
                <a16:creationId xmlns:a16="http://schemas.microsoft.com/office/drawing/2014/main" id="{FD5D6885-1C08-49B0-B3D7-2ACCF667CDEC}"/>
              </a:ext>
            </a:extLst>
          </p:cNvPr>
          <p:cNvPicPr>
            <a:picLocks noChangeAspect="1"/>
          </p:cNvPicPr>
          <p:nvPr/>
        </p:nvPicPr>
        <p:blipFill>
          <a:blip r:embed="rId6"/>
          <a:stretch>
            <a:fillRect/>
          </a:stretch>
        </p:blipFill>
        <p:spPr>
          <a:xfrm>
            <a:off x="2717608" y="758388"/>
            <a:ext cx="2309195" cy="1785105"/>
          </a:xfrm>
          <a:prstGeom prst="rect">
            <a:avLst/>
          </a:prstGeom>
          <a:ln w="38100">
            <a:solidFill>
              <a:srgbClr val="00B050"/>
            </a:solidFill>
          </a:ln>
        </p:spPr>
      </p:pic>
      <p:pic>
        <p:nvPicPr>
          <p:cNvPr id="14" name="Picture 13">
            <a:extLst>
              <a:ext uri="{FF2B5EF4-FFF2-40B4-BE49-F238E27FC236}">
                <a16:creationId xmlns:a16="http://schemas.microsoft.com/office/drawing/2014/main" id="{85013646-0180-4A28-8169-03E7C2259EBF}"/>
              </a:ext>
            </a:extLst>
          </p:cNvPr>
          <p:cNvPicPr>
            <a:picLocks noChangeAspect="1"/>
          </p:cNvPicPr>
          <p:nvPr/>
        </p:nvPicPr>
        <p:blipFill>
          <a:blip r:embed="rId7"/>
          <a:stretch>
            <a:fillRect/>
          </a:stretch>
        </p:blipFill>
        <p:spPr>
          <a:xfrm>
            <a:off x="181118" y="4121234"/>
            <a:ext cx="2361324" cy="754880"/>
          </a:xfrm>
          <a:prstGeom prst="rect">
            <a:avLst/>
          </a:prstGeom>
          <a:ln w="28575">
            <a:solidFill>
              <a:srgbClr val="002060"/>
            </a:solidFill>
          </a:ln>
        </p:spPr>
      </p:pic>
      <p:pic>
        <p:nvPicPr>
          <p:cNvPr id="37" name="Picture 36">
            <a:extLst>
              <a:ext uri="{FF2B5EF4-FFF2-40B4-BE49-F238E27FC236}">
                <a16:creationId xmlns:a16="http://schemas.microsoft.com/office/drawing/2014/main" id="{E766E92D-9405-4C3D-85F9-67BCEF0C0D26}"/>
              </a:ext>
            </a:extLst>
          </p:cNvPr>
          <p:cNvPicPr>
            <a:picLocks noChangeAspect="1"/>
          </p:cNvPicPr>
          <p:nvPr/>
        </p:nvPicPr>
        <p:blipFill>
          <a:blip r:embed="rId8"/>
          <a:stretch>
            <a:fillRect/>
          </a:stretch>
        </p:blipFill>
        <p:spPr>
          <a:xfrm>
            <a:off x="190358" y="2428810"/>
            <a:ext cx="2352084" cy="754880"/>
          </a:xfrm>
          <a:prstGeom prst="rect">
            <a:avLst/>
          </a:prstGeom>
          <a:ln w="28575">
            <a:solidFill>
              <a:srgbClr val="C00000"/>
            </a:solidFill>
          </a:ln>
        </p:spPr>
      </p:pic>
      <p:pic>
        <p:nvPicPr>
          <p:cNvPr id="41" name="Picture 40">
            <a:extLst>
              <a:ext uri="{FF2B5EF4-FFF2-40B4-BE49-F238E27FC236}">
                <a16:creationId xmlns:a16="http://schemas.microsoft.com/office/drawing/2014/main" id="{A6CFB9A1-5F4F-4970-AFF1-8CDE64388722}"/>
              </a:ext>
            </a:extLst>
          </p:cNvPr>
          <p:cNvPicPr>
            <a:picLocks noChangeAspect="1"/>
          </p:cNvPicPr>
          <p:nvPr/>
        </p:nvPicPr>
        <p:blipFill>
          <a:blip r:embed="rId9"/>
          <a:stretch>
            <a:fillRect/>
          </a:stretch>
        </p:blipFill>
        <p:spPr>
          <a:xfrm>
            <a:off x="187345" y="754261"/>
            <a:ext cx="2355097" cy="1575002"/>
          </a:xfrm>
          <a:prstGeom prst="rect">
            <a:avLst/>
          </a:prstGeom>
          <a:ln w="28575">
            <a:solidFill>
              <a:srgbClr val="C00000"/>
            </a:solidFill>
          </a:ln>
        </p:spPr>
      </p:pic>
      <p:pic>
        <p:nvPicPr>
          <p:cNvPr id="43" name="Picture 42">
            <a:extLst>
              <a:ext uri="{FF2B5EF4-FFF2-40B4-BE49-F238E27FC236}">
                <a16:creationId xmlns:a16="http://schemas.microsoft.com/office/drawing/2014/main" id="{B0FA6116-F786-448E-BA59-FADD3584B6A1}"/>
              </a:ext>
            </a:extLst>
          </p:cNvPr>
          <p:cNvPicPr>
            <a:picLocks noChangeAspect="1"/>
          </p:cNvPicPr>
          <p:nvPr/>
        </p:nvPicPr>
        <p:blipFill>
          <a:blip r:embed="rId10"/>
          <a:stretch>
            <a:fillRect/>
          </a:stretch>
        </p:blipFill>
        <p:spPr>
          <a:xfrm>
            <a:off x="187345" y="3277906"/>
            <a:ext cx="2355097" cy="760212"/>
          </a:xfrm>
          <a:prstGeom prst="rect">
            <a:avLst/>
          </a:prstGeom>
          <a:ln w="28575">
            <a:solidFill>
              <a:srgbClr val="00B050"/>
            </a:solidFill>
          </a:ln>
        </p:spPr>
      </p:pic>
      <p:pic>
        <p:nvPicPr>
          <p:cNvPr id="2" name="Picture 1" descr="https://agent-based-models.shinyapps.io/RegionalCOVIDSchoolSimulation/">
            <a:extLst>
              <a:ext uri="{FF2B5EF4-FFF2-40B4-BE49-F238E27FC236}">
                <a16:creationId xmlns:a16="http://schemas.microsoft.com/office/drawing/2014/main" id="{E244A5C4-DE00-3F12-2695-7CE4C207415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890870" y="3860073"/>
            <a:ext cx="1036486" cy="1036486"/>
          </a:xfrm>
          <a:prstGeom prst="rect">
            <a:avLst/>
          </a:prstGeom>
        </p:spPr>
      </p:pic>
      <p:sp>
        <p:nvSpPr>
          <p:cNvPr id="4" name="TextBox 3">
            <a:extLst>
              <a:ext uri="{FF2B5EF4-FFF2-40B4-BE49-F238E27FC236}">
                <a16:creationId xmlns:a16="http://schemas.microsoft.com/office/drawing/2014/main" id="{2DFB2862-6AF9-4BC7-C61A-FBD40C587BC0}"/>
              </a:ext>
            </a:extLst>
          </p:cNvPr>
          <p:cNvSpPr txBox="1"/>
          <p:nvPr/>
        </p:nvSpPr>
        <p:spPr>
          <a:xfrm>
            <a:off x="7575892" y="3587550"/>
            <a:ext cx="1647759" cy="307777"/>
          </a:xfrm>
          <a:prstGeom prst="rect">
            <a:avLst/>
          </a:prstGeom>
          <a:noFill/>
        </p:spPr>
        <p:txBody>
          <a:bodyPr wrap="square">
            <a:spAutoFit/>
          </a:bodyPr>
          <a:lstStyle/>
          <a:p>
            <a:pPr algn="ctr"/>
            <a:r>
              <a:rPr lang="en-US" sz="1400" dirty="0" err="1">
                <a:solidFill>
                  <a:srgbClr val="0070C0"/>
                </a:solidFill>
              </a:rPr>
              <a:t>bit.ly</a:t>
            </a:r>
            <a:r>
              <a:rPr lang="en-US" sz="1400" dirty="0">
                <a:solidFill>
                  <a:srgbClr val="0070C0"/>
                </a:solidFill>
              </a:rPr>
              <a:t>/</a:t>
            </a:r>
            <a:r>
              <a:rPr lang="en-US" sz="1400" dirty="0" err="1">
                <a:solidFill>
                  <a:srgbClr val="0070C0"/>
                </a:solidFill>
              </a:rPr>
              <a:t>em-abm</a:t>
            </a:r>
            <a:endParaRPr lang="en-US" sz="1400" dirty="0">
              <a:solidFill>
                <a:srgbClr val="0070C0"/>
              </a:solidFill>
            </a:endParaRPr>
          </a:p>
        </p:txBody>
      </p:sp>
    </p:spTree>
    <p:extLst>
      <p:ext uri="{BB962C8B-B14F-4D97-AF65-F5344CB8AC3E}">
        <p14:creationId xmlns:p14="http://schemas.microsoft.com/office/powerpoint/2010/main" val="333311278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a:extLst>
              <a:ext uri="{FF2B5EF4-FFF2-40B4-BE49-F238E27FC236}">
                <a16:creationId xmlns:a16="http://schemas.microsoft.com/office/drawing/2014/main" id="{9AC9477D-9F84-4BF1-A05D-A6802ABA31E0}"/>
              </a:ext>
            </a:extLst>
          </p:cNvPr>
          <p:cNvPicPr>
            <a:picLocks noGrp="1" noChangeAspect="1"/>
          </p:cNvPicPr>
          <p:nvPr>
            <p:ph idx="1"/>
          </p:nvPr>
        </p:nvPicPr>
        <p:blipFill>
          <a:blip r:embed="rId3"/>
          <a:stretch>
            <a:fillRect/>
          </a:stretch>
        </p:blipFill>
        <p:spPr>
          <a:xfrm>
            <a:off x="645830" y="626533"/>
            <a:ext cx="8118633" cy="4303266"/>
          </a:xfrm>
        </p:spPr>
      </p:pic>
      <p:sp>
        <p:nvSpPr>
          <p:cNvPr id="2" name="Title 1">
            <a:extLst>
              <a:ext uri="{FF2B5EF4-FFF2-40B4-BE49-F238E27FC236}">
                <a16:creationId xmlns:a16="http://schemas.microsoft.com/office/drawing/2014/main" id="{B66C9DAB-70FE-4065-9FD8-6C12029CBFB0}"/>
              </a:ext>
            </a:extLst>
          </p:cNvPr>
          <p:cNvSpPr>
            <a:spLocks noGrp="1"/>
          </p:cNvSpPr>
          <p:nvPr>
            <p:ph type="title"/>
          </p:nvPr>
        </p:nvSpPr>
        <p:spPr>
          <a:xfrm>
            <a:off x="645830" y="-146546"/>
            <a:ext cx="7886700" cy="993775"/>
          </a:xfrm>
        </p:spPr>
        <p:txBody>
          <a:bodyPr/>
          <a:lstStyle/>
          <a:p>
            <a:r>
              <a:rPr lang="en-US" dirty="0"/>
              <a:t>User Interface: Visualizing Outcome Trajectories</a:t>
            </a:r>
          </a:p>
        </p:txBody>
      </p:sp>
    </p:spTree>
    <p:extLst>
      <p:ext uri="{BB962C8B-B14F-4D97-AF65-F5344CB8AC3E}">
        <p14:creationId xmlns:p14="http://schemas.microsoft.com/office/powerpoint/2010/main" val="1709229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12354B-6D86-4DDA-B642-318CF4C25504}"/>
              </a:ext>
            </a:extLst>
          </p:cNvPr>
          <p:cNvSpPr>
            <a:spLocks noGrp="1"/>
          </p:cNvSpPr>
          <p:nvPr>
            <p:ph type="title"/>
          </p:nvPr>
        </p:nvSpPr>
        <p:spPr/>
        <p:txBody>
          <a:bodyPr/>
          <a:lstStyle/>
          <a:p>
            <a:r>
              <a:rPr lang="en-US" dirty="0"/>
              <a:t>Adult Vaccination</a:t>
            </a:r>
          </a:p>
        </p:txBody>
      </p:sp>
      <p:graphicFrame>
        <p:nvGraphicFramePr>
          <p:cNvPr id="7" name="Table 6">
            <a:extLst>
              <a:ext uri="{FF2B5EF4-FFF2-40B4-BE49-F238E27FC236}">
                <a16:creationId xmlns:a16="http://schemas.microsoft.com/office/drawing/2014/main" id="{8F02441B-4A50-43FF-B3FB-2F28AACB7157}"/>
              </a:ext>
            </a:extLst>
          </p:cNvPr>
          <p:cNvGraphicFramePr>
            <a:graphicFrameLocks noGrp="1"/>
          </p:cNvGraphicFramePr>
          <p:nvPr>
            <p:extLst>
              <p:ext uri="{D42A27DB-BD31-4B8C-83A1-F6EECF244321}">
                <p14:modId xmlns:p14="http://schemas.microsoft.com/office/powerpoint/2010/main" val="137295001"/>
              </p:ext>
            </p:extLst>
          </p:nvPr>
        </p:nvGraphicFramePr>
        <p:xfrm>
          <a:off x="365760" y="1288255"/>
          <a:ext cx="8228330" cy="2016062"/>
        </p:xfrm>
        <a:graphic>
          <a:graphicData uri="http://schemas.openxmlformats.org/drawingml/2006/table">
            <a:tbl>
              <a:tblPr firstRow="1" firstCol="1" bandRow="1"/>
              <a:tblGrid>
                <a:gridCol w="1156970">
                  <a:extLst>
                    <a:ext uri="{9D8B030D-6E8A-4147-A177-3AD203B41FA5}">
                      <a16:colId xmlns:a16="http://schemas.microsoft.com/office/drawing/2014/main" val="3513498786"/>
                    </a:ext>
                  </a:extLst>
                </a:gridCol>
                <a:gridCol w="1612265">
                  <a:extLst>
                    <a:ext uri="{9D8B030D-6E8A-4147-A177-3AD203B41FA5}">
                      <a16:colId xmlns:a16="http://schemas.microsoft.com/office/drawing/2014/main" val="3296674609"/>
                    </a:ext>
                  </a:extLst>
                </a:gridCol>
                <a:gridCol w="1434465">
                  <a:extLst>
                    <a:ext uri="{9D8B030D-6E8A-4147-A177-3AD203B41FA5}">
                      <a16:colId xmlns:a16="http://schemas.microsoft.com/office/drawing/2014/main" val="681401831"/>
                    </a:ext>
                  </a:extLst>
                </a:gridCol>
                <a:gridCol w="1154007">
                  <a:extLst>
                    <a:ext uri="{9D8B030D-6E8A-4147-A177-3AD203B41FA5}">
                      <a16:colId xmlns:a16="http://schemas.microsoft.com/office/drawing/2014/main" val="219542545"/>
                    </a:ext>
                  </a:extLst>
                </a:gridCol>
                <a:gridCol w="1312333">
                  <a:extLst>
                    <a:ext uri="{9D8B030D-6E8A-4147-A177-3AD203B41FA5}">
                      <a16:colId xmlns:a16="http://schemas.microsoft.com/office/drawing/2014/main" val="3550455913"/>
                    </a:ext>
                  </a:extLst>
                </a:gridCol>
                <a:gridCol w="1558290">
                  <a:extLst>
                    <a:ext uri="{9D8B030D-6E8A-4147-A177-3AD203B41FA5}">
                      <a16:colId xmlns:a16="http://schemas.microsoft.com/office/drawing/2014/main" val="1974362986"/>
                    </a:ext>
                  </a:extLst>
                </a:gridCol>
              </a:tblGrid>
              <a:tr h="857250">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Percentage of household adults vaccinated</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enrolled students infected since baseline (cumulative)*</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enrolled students infected from school (cumulative)*</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schooldays quarantined per student (cumulative)*</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schools with no on-campus transmissions so far**</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schools with no detected infection clusters so far**</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1319568"/>
                  </a:ext>
                </a:extLst>
              </a:tr>
              <a:tr h="289703">
                <a:tc>
                  <a:txBody>
                    <a:bodyPr/>
                    <a:lstStyle/>
                    <a:p>
                      <a:pPr marL="0" marR="0" algn="just">
                        <a:lnSpc>
                          <a:spcPct val="200000"/>
                        </a:lnSpc>
                        <a:spcBef>
                          <a:spcPts val="0"/>
                        </a:spcBef>
                        <a:spcAft>
                          <a:spcPts val="1000"/>
                        </a:spcAft>
                      </a:pPr>
                      <a:r>
                        <a:rPr lang="en-US" sz="1100"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0% (</a:t>
                      </a:r>
                      <a:r>
                        <a:rPr lang="en-US" sz="1100" i="1"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default</a:t>
                      </a:r>
                      <a:r>
                        <a:rPr lang="en-US" sz="1100"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a:t>
                      </a: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4.50 (2.62, 6.67)</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0.05 (0.00, 0.24)</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1.21 (0.91, 1.53)</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80.2% (79.4, 81.0)</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99.0% (98.7, 99.1)</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828389077"/>
                  </a:ext>
                </a:extLst>
              </a:tr>
              <a:tr h="289703">
                <a:tc>
                  <a:txBody>
                    <a:bodyPr/>
                    <a:lstStyle/>
                    <a:p>
                      <a:pPr marL="0" marR="0" algn="just">
                        <a:lnSpc>
                          <a:spcPct val="200000"/>
                        </a:lnSpc>
                        <a:spcBef>
                          <a:spcPts val="0"/>
                        </a:spcBef>
                        <a:spcAft>
                          <a:spcPts val="1000"/>
                        </a:spcAft>
                      </a:pPr>
                      <a:r>
                        <a:rPr lang="en-US" sz="1100"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25%</a:t>
                      </a: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4.15 (2.38, 6.19)</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0.06 (0.00, 0.48)</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1.06 (0.79, 1.35)</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79.5% (78.7, 80.3)</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98.9% (98.6, 99.1)</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23221373"/>
                  </a:ext>
                </a:extLst>
              </a:tr>
              <a:tr h="289703">
                <a:tc>
                  <a:txBody>
                    <a:bodyPr/>
                    <a:lstStyle/>
                    <a:p>
                      <a:pPr marL="0" marR="0" algn="just">
                        <a:lnSpc>
                          <a:spcPct val="200000"/>
                        </a:lnSpc>
                        <a:spcBef>
                          <a:spcPts val="0"/>
                        </a:spcBef>
                        <a:spcAft>
                          <a:spcPts val="1000"/>
                        </a:spcAft>
                      </a:pPr>
                      <a:r>
                        <a:rPr lang="en-US" sz="1100"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50%</a:t>
                      </a: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3.86 (2.14, 5.95)</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0.05 (0.00, 0.48)</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0.92 (0.69, 1.19)</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80.0% (79.3, 80.8)</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98.7% (98.5, 98.9)</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5209206"/>
                  </a:ext>
                </a:extLst>
              </a:tr>
              <a:tr h="289703">
                <a:tc>
                  <a:txBody>
                    <a:bodyPr/>
                    <a:lstStyle/>
                    <a:p>
                      <a:pPr marL="0" marR="0" algn="just">
                        <a:lnSpc>
                          <a:spcPct val="200000"/>
                        </a:lnSpc>
                        <a:spcBef>
                          <a:spcPts val="0"/>
                        </a:spcBef>
                        <a:spcAft>
                          <a:spcPts val="1000"/>
                        </a:spcAft>
                      </a:pPr>
                      <a:r>
                        <a:rPr lang="en-US" sz="1100" dirty="0">
                          <a:solidFill>
                            <a:srgbClr val="020202"/>
                          </a:solidFill>
                          <a:effectLst/>
                          <a:latin typeface="Cambria" panose="02040503050406030204" pitchFamily="18" charset="0"/>
                          <a:ea typeface="Cambria" panose="02040503050406030204" pitchFamily="18" charset="0"/>
                          <a:cs typeface="Cambria" panose="02040503050406030204" pitchFamily="18" charset="0"/>
                        </a:rPr>
                        <a:t>75%</a:t>
                      </a: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3.58 (1.91, 5.48)</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0.06 (0.00, 0.48)</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ctr">
                        <a:lnSpc>
                          <a:spcPct val="115000"/>
                        </a:lnSpc>
                        <a:spcBef>
                          <a:spcPts val="600"/>
                        </a:spcBef>
                        <a:spcAft>
                          <a:spcPts val="0"/>
                        </a:spcAft>
                      </a:pPr>
                      <a:r>
                        <a:rPr lang="en-US" sz="120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0.79 (0.59, 1.03)</a:t>
                      </a:r>
                      <a:endParaRPr lang="en-US" sz="120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78.8% (78.0, 79.6)</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ctr">
                        <a:lnSpc>
                          <a:spcPct val="115000"/>
                        </a:lnSpc>
                        <a:spcBef>
                          <a:spcPts val="600"/>
                        </a:spcBef>
                        <a:spcAft>
                          <a:spcPts val="0"/>
                        </a:spcAft>
                      </a:pPr>
                      <a:r>
                        <a:rPr lang="en-US" sz="1200" dirty="0">
                          <a:solidFill>
                            <a:srgbClr val="020202"/>
                          </a:solidFill>
                          <a:effectLst/>
                          <a:latin typeface="Times New Roman" panose="02020603050405020304" pitchFamily="18" charset="0"/>
                          <a:ea typeface="Calibri" panose="020F0502020204030204" pitchFamily="34" charset="0"/>
                          <a:cs typeface="Times New Roman" panose="02020603050405020304" pitchFamily="18" charset="0"/>
                        </a:rPr>
                        <a:t>99.0% (98.7, 99.1)</a:t>
                      </a:r>
                      <a:endParaRPr lang="en-US" sz="1200" dirty="0">
                        <a:solidFill>
                          <a:srgbClr val="02020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extLst>
                  <a:ext uri="{0D108BD9-81ED-4DB2-BD59-A6C34878D82A}">
                    <a16:rowId xmlns:a16="http://schemas.microsoft.com/office/drawing/2014/main" val="909231047"/>
                  </a:ext>
                </a:extLst>
              </a:tr>
            </a:tbl>
          </a:graphicData>
        </a:graphic>
      </p:graphicFrame>
      <p:sp>
        <p:nvSpPr>
          <p:cNvPr id="4" name="TextBox 3">
            <a:extLst>
              <a:ext uri="{FF2B5EF4-FFF2-40B4-BE49-F238E27FC236}">
                <a16:creationId xmlns:a16="http://schemas.microsoft.com/office/drawing/2014/main" id="{57E4532A-E08E-6AB6-B20B-C9D97C46B143}"/>
              </a:ext>
            </a:extLst>
          </p:cNvPr>
          <p:cNvSpPr txBox="1"/>
          <p:nvPr/>
        </p:nvSpPr>
        <p:spPr>
          <a:xfrm>
            <a:off x="290230" y="3681343"/>
            <a:ext cx="8132410" cy="754053"/>
          </a:xfrm>
          <a:prstGeom prst="rect">
            <a:avLst/>
          </a:prstGeom>
          <a:noFill/>
        </p:spPr>
        <p:txBody>
          <a:bodyPr wrap="square">
            <a:spAutoFit/>
          </a:bodyPr>
          <a:lstStyle/>
          <a:p>
            <a:pPr marL="0" marR="0">
              <a:spcBef>
                <a:spcPts val="600"/>
              </a:spcBef>
              <a:spcAft>
                <a:spcPts val="1200"/>
              </a:spcAft>
            </a:pPr>
            <a:r>
              <a:rPr lang="en-US" sz="1400" dirty="0">
                <a:effectLst/>
                <a:latin typeface="Times New Roman" panose="02020603050405020304" pitchFamily="18" charset="0"/>
                <a:ea typeface="Calibri" panose="020F0502020204030204" pitchFamily="34" charset="0"/>
                <a:cs typeface="Arial" panose="020B0604020202020204" pitchFamily="34" charset="0"/>
              </a:rPr>
              <a:t>* 2.5% and 97.5% percentiles (across 10,000 simulated schools) are provided for student-level outcomes</a:t>
            </a:r>
          </a:p>
          <a:p>
            <a:pPr marL="0" marR="0">
              <a:spcBef>
                <a:spcPts val="600"/>
              </a:spcBef>
              <a:spcAft>
                <a:spcPts val="1200"/>
              </a:spcAft>
            </a:pPr>
            <a:r>
              <a:rPr lang="en-US" sz="1400" dirty="0">
                <a:effectLst/>
                <a:latin typeface="Times New Roman" panose="02020603050405020304" pitchFamily="18" charset="0"/>
                <a:ea typeface="Calibri" panose="020F0502020204030204" pitchFamily="34" charset="0"/>
                <a:cs typeface="Arial" panose="020B0604020202020204" pitchFamily="34" charset="0"/>
              </a:rPr>
              <a:t>** 95% exact binomial confidence intervals are provided for school-level outcomes</a:t>
            </a:r>
          </a:p>
        </p:txBody>
      </p:sp>
    </p:spTree>
    <p:extLst>
      <p:ext uri="{BB962C8B-B14F-4D97-AF65-F5344CB8AC3E}">
        <p14:creationId xmlns:p14="http://schemas.microsoft.com/office/powerpoint/2010/main" val="1879465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BC8582E-8846-1AE9-29B7-804F183FE0ED}"/>
              </a:ext>
            </a:extLst>
          </p:cNvPr>
          <p:cNvPicPr>
            <a:picLocks noGrp="1" noChangeAspect="1"/>
          </p:cNvPicPr>
          <p:nvPr>
            <p:ph idx="1"/>
          </p:nvPr>
        </p:nvPicPr>
        <p:blipFill>
          <a:blip r:embed="rId3"/>
          <a:stretch>
            <a:fillRect/>
          </a:stretch>
        </p:blipFill>
        <p:spPr>
          <a:xfrm>
            <a:off x="1433869" y="842963"/>
            <a:ext cx="5669663" cy="3990631"/>
          </a:xfrm>
        </p:spPr>
      </p:pic>
      <p:sp>
        <p:nvSpPr>
          <p:cNvPr id="3" name="Title 2">
            <a:extLst>
              <a:ext uri="{FF2B5EF4-FFF2-40B4-BE49-F238E27FC236}">
                <a16:creationId xmlns:a16="http://schemas.microsoft.com/office/drawing/2014/main" id="{AB9684E0-6229-53C7-0A7D-87234551A9A0}"/>
              </a:ext>
            </a:extLst>
          </p:cNvPr>
          <p:cNvSpPr>
            <a:spLocks noGrp="1"/>
          </p:cNvSpPr>
          <p:nvPr>
            <p:ph type="title"/>
          </p:nvPr>
        </p:nvSpPr>
        <p:spPr/>
        <p:txBody>
          <a:bodyPr/>
          <a:lstStyle/>
          <a:p>
            <a:r>
              <a:rPr lang="en-US" dirty="0"/>
              <a:t>Cluster Computing</a:t>
            </a:r>
          </a:p>
        </p:txBody>
      </p:sp>
    </p:spTree>
    <p:extLst>
      <p:ext uri="{BB962C8B-B14F-4D97-AF65-F5344CB8AC3E}">
        <p14:creationId xmlns:p14="http://schemas.microsoft.com/office/powerpoint/2010/main" val="3075356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B19DAF-3394-FF7C-17D3-6197B3BC4879}"/>
              </a:ext>
            </a:extLst>
          </p:cNvPr>
          <p:cNvSpPr>
            <a:spLocks noGrp="1"/>
          </p:cNvSpPr>
          <p:nvPr>
            <p:ph type="title"/>
          </p:nvPr>
        </p:nvSpPr>
        <p:spPr/>
        <p:txBody>
          <a:bodyPr/>
          <a:lstStyle/>
          <a:p>
            <a:r>
              <a:rPr lang="en-US" dirty="0"/>
              <a:t>Simulation Sample Size</a:t>
            </a:r>
          </a:p>
        </p:txBody>
      </p:sp>
      <p:pic>
        <p:nvPicPr>
          <p:cNvPr id="2050" name="Picture 2">
            <a:extLst>
              <a:ext uri="{FF2B5EF4-FFF2-40B4-BE49-F238E27FC236}">
                <a16:creationId xmlns:a16="http://schemas.microsoft.com/office/drawing/2014/main" id="{81546B8F-A6CC-A2C3-8F2A-4F386896D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 y="776817"/>
            <a:ext cx="4273550" cy="42735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DB55F01B-BA6E-8550-7D37-35ADA81A1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2066" y="776817"/>
            <a:ext cx="4366683" cy="4366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409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78771F-D8E3-4C67-9FFD-C9AC5FE993CB}"/>
              </a:ext>
            </a:extLst>
          </p:cNvPr>
          <p:cNvSpPr>
            <a:spLocks noGrp="1"/>
          </p:cNvSpPr>
          <p:nvPr>
            <p:ph type="title"/>
          </p:nvPr>
        </p:nvSpPr>
        <p:spPr/>
        <p:txBody>
          <a:bodyPr/>
          <a:lstStyle/>
          <a:p>
            <a:r>
              <a:rPr lang="en-US" dirty="0"/>
              <a:t>Class Size</a:t>
            </a:r>
          </a:p>
        </p:txBody>
      </p:sp>
      <p:graphicFrame>
        <p:nvGraphicFramePr>
          <p:cNvPr id="5" name="Table 4">
            <a:extLst>
              <a:ext uri="{FF2B5EF4-FFF2-40B4-BE49-F238E27FC236}">
                <a16:creationId xmlns:a16="http://schemas.microsoft.com/office/drawing/2014/main" id="{591B1BCB-D7C6-46F3-A41C-6BABED383B54}"/>
              </a:ext>
            </a:extLst>
          </p:cNvPr>
          <p:cNvGraphicFramePr>
            <a:graphicFrameLocks noGrp="1"/>
          </p:cNvGraphicFramePr>
          <p:nvPr>
            <p:extLst>
              <p:ext uri="{D42A27DB-BD31-4B8C-83A1-F6EECF244321}">
                <p14:modId xmlns:p14="http://schemas.microsoft.com/office/powerpoint/2010/main" val="433088521"/>
              </p:ext>
            </p:extLst>
          </p:nvPr>
        </p:nvGraphicFramePr>
        <p:xfrm>
          <a:off x="377507" y="1455895"/>
          <a:ext cx="8204835" cy="1890332"/>
        </p:xfrm>
        <a:graphic>
          <a:graphicData uri="http://schemas.openxmlformats.org/drawingml/2006/table">
            <a:tbl>
              <a:tblPr firstRow="1" firstCol="1" bandRow="1"/>
              <a:tblGrid>
                <a:gridCol w="1191895">
                  <a:extLst>
                    <a:ext uri="{9D8B030D-6E8A-4147-A177-3AD203B41FA5}">
                      <a16:colId xmlns:a16="http://schemas.microsoft.com/office/drawing/2014/main" val="3491222791"/>
                    </a:ext>
                  </a:extLst>
                </a:gridCol>
                <a:gridCol w="1383030">
                  <a:extLst>
                    <a:ext uri="{9D8B030D-6E8A-4147-A177-3AD203B41FA5}">
                      <a16:colId xmlns:a16="http://schemas.microsoft.com/office/drawing/2014/main" val="160401104"/>
                    </a:ext>
                  </a:extLst>
                </a:gridCol>
                <a:gridCol w="1383030">
                  <a:extLst>
                    <a:ext uri="{9D8B030D-6E8A-4147-A177-3AD203B41FA5}">
                      <a16:colId xmlns:a16="http://schemas.microsoft.com/office/drawing/2014/main" val="3995367382"/>
                    </a:ext>
                  </a:extLst>
                </a:gridCol>
                <a:gridCol w="1369695">
                  <a:extLst>
                    <a:ext uri="{9D8B030D-6E8A-4147-A177-3AD203B41FA5}">
                      <a16:colId xmlns:a16="http://schemas.microsoft.com/office/drawing/2014/main" val="1646248352"/>
                    </a:ext>
                  </a:extLst>
                </a:gridCol>
                <a:gridCol w="1520190">
                  <a:extLst>
                    <a:ext uri="{9D8B030D-6E8A-4147-A177-3AD203B41FA5}">
                      <a16:colId xmlns:a16="http://schemas.microsoft.com/office/drawing/2014/main" val="1820767378"/>
                    </a:ext>
                  </a:extLst>
                </a:gridCol>
                <a:gridCol w="1356995">
                  <a:extLst>
                    <a:ext uri="{9D8B030D-6E8A-4147-A177-3AD203B41FA5}">
                      <a16:colId xmlns:a16="http://schemas.microsoft.com/office/drawing/2014/main" val="3964152532"/>
                    </a:ext>
                  </a:extLst>
                </a:gridCol>
              </a:tblGrid>
              <a:tr h="685800">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Number of students per class</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enrolled students infected since baseline (cumulative)</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enrolled students infected from school (cumulative)</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schooldays quarantined per student (cumulative)</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schools with no on-campus transmissions so far</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of schools with no detected infection clusters so far</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649434"/>
                  </a:ext>
                </a:extLst>
              </a:tr>
              <a:tr h="289703">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10</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4.48 (2.62, 6.43)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0.04 (0.00, 0.24)</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1.21 (0.91, 1.53)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84.2% (83.5, 84.9)</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99.3% (99.1, 99.5)</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29233099"/>
                  </a:ext>
                </a:extLst>
              </a:tr>
              <a:tr h="289703">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15 (default)</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4.50 (2.62, 6.67)</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0.05 (0.00, 0.24)</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1.21 (0.91, 1.53)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80.2% (79.4, 81.0)</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99.0% (98.7, 99.1)</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089194179"/>
                  </a:ext>
                </a:extLst>
              </a:tr>
              <a:tr h="289703">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20</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4.51 (2.62, 6.67)</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0.06 (0.00, 0.48)</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1.21 (0.92, 1.56)</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76.9% (76.1, 77.7)</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98.0% (97.7, 98.3)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201419044"/>
                  </a:ext>
                </a:extLst>
              </a:tr>
              <a:tr h="289703">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30</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4.53 (2.62, 6.67)</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just">
                        <a:spcBef>
                          <a:spcPts val="600"/>
                        </a:spcBef>
                        <a:spcAft>
                          <a:spcPts val="1000"/>
                        </a:spcAft>
                      </a:pPr>
                      <a:r>
                        <a:rPr lang="en-US" sz="120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0.09 (0.00, 0.48)</a:t>
                      </a:r>
                      <a:endParaRPr lang="en-US" sz="120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1.24 (0.92, 1.83)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69.3% (68.4, 70.3)</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tc>
                  <a:txBody>
                    <a:bodyPr/>
                    <a:lstStyle/>
                    <a:p>
                      <a:pPr marL="0" marR="0" algn="just">
                        <a:spcBef>
                          <a:spcPts val="600"/>
                        </a:spcBef>
                        <a:spcAft>
                          <a:spcPts val="1000"/>
                        </a:spcAft>
                      </a:pPr>
                      <a:r>
                        <a:rPr lang="en-US" sz="12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94.8% (94.3, 95.2)</a:t>
                      </a:r>
                      <a:endParaRPr lang="en-US"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L>
                      <a:noFill/>
                    </a:lnL>
                    <a:lnR>
                      <a:noFill/>
                    </a:lnR>
                    <a:lnT w="12700" cap="flat" cmpd="sng" algn="ctr">
                      <a:noFill/>
                      <a:prstDash val="solid"/>
                      <a:round/>
                      <a:headEnd type="none" w="med" len="med"/>
                      <a:tailEnd type="none" w="med" len="med"/>
                    </a:lnT>
                    <a:lnB>
                      <a:noFill/>
                    </a:lnB>
                  </a:tcPr>
                </a:tc>
                <a:extLst>
                  <a:ext uri="{0D108BD9-81ED-4DB2-BD59-A6C34878D82A}">
                    <a16:rowId xmlns:a16="http://schemas.microsoft.com/office/drawing/2014/main" val="2786018330"/>
                  </a:ext>
                </a:extLst>
              </a:tr>
            </a:tbl>
          </a:graphicData>
        </a:graphic>
      </p:graphicFrame>
    </p:spTree>
    <p:extLst>
      <p:ext uri="{BB962C8B-B14F-4D97-AF65-F5344CB8AC3E}">
        <p14:creationId xmlns:p14="http://schemas.microsoft.com/office/powerpoint/2010/main" val="2747862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3332F6-5818-4912-B0C9-31CF7794A3EF}"/>
              </a:ext>
            </a:extLst>
          </p:cNvPr>
          <p:cNvSpPr>
            <a:spLocks noGrp="1"/>
          </p:cNvSpPr>
          <p:nvPr>
            <p:ph type="title"/>
          </p:nvPr>
        </p:nvSpPr>
        <p:spPr/>
        <p:txBody>
          <a:bodyPr/>
          <a:lstStyle/>
          <a:p>
            <a:r>
              <a:rPr lang="en-US" dirty="0"/>
              <a:t>Transmission Risk</a:t>
            </a:r>
          </a:p>
        </p:txBody>
      </p:sp>
      <p:graphicFrame>
        <p:nvGraphicFramePr>
          <p:cNvPr id="5" name="Table 4">
            <a:extLst>
              <a:ext uri="{FF2B5EF4-FFF2-40B4-BE49-F238E27FC236}">
                <a16:creationId xmlns:a16="http://schemas.microsoft.com/office/drawing/2014/main" id="{DF5206E2-EB7B-44FE-ACEE-6380410B6E80}"/>
              </a:ext>
            </a:extLst>
          </p:cNvPr>
          <p:cNvGraphicFramePr>
            <a:graphicFrameLocks noGrp="1"/>
          </p:cNvGraphicFramePr>
          <p:nvPr>
            <p:extLst>
              <p:ext uri="{D42A27DB-BD31-4B8C-83A1-F6EECF244321}">
                <p14:modId xmlns:p14="http://schemas.microsoft.com/office/powerpoint/2010/main" val="211554938"/>
              </p:ext>
            </p:extLst>
          </p:nvPr>
        </p:nvGraphicFramePr>
        <p:xfrm>
          <a:off x="338666" y="1304853"/>
          <a:ext cx="8475132" cy="2161146"/>
        </p:xfrm>
        <a:graphic>
          <a:graphicData uri="http://schemas.openxmlformats.org/drawingml/2006/table">
            <a:tbl>
              <a:tblPr firstRow="1" firstCol="1" bandRow="1"/>
              <a:tblGrid>
                <a:gridCol w="1422255">
                  <a:extLst>
                    <a:ext uri="{9D8B030D-6E8A-4147-A177-3AD203B41FA5}">
                      <a16:colId xmlns:a16="http://schemas.microsoft.com/office/drawing/2014/main" val="4139450664"/>
                    </a:ext>
                  </a:extLst>
                </a:gridCol>
                <a:gridCol w="1678316">
                  <a:extLst>
                    <a:ext uri="{9D8B030D-6E8A-4147-A177-3AD203B41FA5}">
                      <a16:colId xmlns:a16="http://schemas.microsoft.com/office/drawing/2014/main" val="1519664860"/>
                    </a:ext>
                  </a:extLst>
                </a:gridCol>
                <a:gridCol w="1490538">
                  <a:extLst>
                    <a:ext uri="{9D8B030D-6E8A-4147-A177-3AD203B41FA5}">
                      <a16:colId xmlns:a16="http://schemas.microsoft.com/office/drawing/2014/main" val="4283699348"/>
                    </a:ext>
                  </a:extLst>
                </a:gridCol>
                <a:gridCol w="1259358">
                  <a:extLst>
                    <a:ext uri="{9D8B030D-6E8A-4147-A177-3AD203B41FA5}">
                      <a16:colId xmlns:a16="http://schemas.microsoft.com/office/drawing/2014/main" val="2985154707"/>
                    </a:ext>
                  </a:extLst>
                </a:gridCol>
                <a:gridCol w="1354667">
                  <a:extLst>
                    <a:ext uri="{9D8B030D-6E8A-4147-A177-3AD203B41FA5}">
                      <a16:colId xmlns:a16="http://schemas.microsoft.com/office/drawing/2014/main" val="3212407624"/>
                    </a:ext>
                  </a:extLst>
                </a:gridCol>
                <a:gridCol w="1269998">
                  <a:extLst>
                    <a:ext uri="{9D8B030D-6E8A-4147-A177-3AD203B41FA5}">
                      <a16:colId xmlns:a16="http://schemas.microsoft.com/office/drawing/2014/main" val="903171420"/>
                    </a:ext>
                  </a:extLst>
                </a:gridCol>
              </a:tblGrid>
              <a:tr h="718680">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risk per infected distant contact</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 of enrolled students infected since baseline (cumulative)</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 of enrolled students infected from school (cumulative)</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 schooldays quarantined per student (cumulative)</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 of schools with no on-campus transmissions so far</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100" dirty="0">
                          <a:solidFill>
                            <a:srgbClr val="020202"/>
                          </a:solidFill>
                          <a:effectLst/>
                          <a:latin typeface="Times New Roman" panose="02020603050405020304" pitchFamily="18" charset="0"/>
                          <a:ea typeface="Cambria" panose="02040503050406030204" pitchFamily="18" charset="0"/>
                          <a:cs typeface="Cambria" panose="02040503050406030204" pitchFamily="18" charset="0"/>
                        </a:rPr>
                        <a:t>% of schools with no detected infection clusters so far</a:t>
                      </a:r>
                      <a:endParaRPr lang="en-US" sz="1800" dirty="0">
                        <a:solidFill>
                          <a:srgbClr val="020202"/>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0985099"/>
                  </a:ext>
                </a:extLst>
              </a:tr>
              <a:tr h="240411">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 </a:t>
                      </a:r>
                      <a:r>
                        <a:rPr lang="en-US" sz="1100" i="1"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(no risk)</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4.46 (2.62, 6.43)</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0.02 (0.00, 0.24)</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1.20 (0.91, 1.53)</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92.5% (92.0, 93.0)</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99.0% (98.8, 99.2)</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580352636"/>
                  </a:ext>
                </a:extLst>
              </a:tr>
              <a:tr h="240411">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0.01%</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4.47 (2.62, 6.67)</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0.03 (0.00, 0.24)</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1.20 (0.92, 1.53)</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89.6% (88.9, 90.2)</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99.0% (98.8, 99.2)</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878054664"/>
                  </a:ext>
                </a:extLst>
              </a:tr>
              <a:tr h="240411">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0.05% </a:t>
                      </a:r>
                      <a:r>
                        <a:rPr lang="en-US" sz="1100" i="1"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(default)</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4.50 (2.62, 6.67)</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0.05 (0.00, 0.24)</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1.21 (0.91, 1.53)</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80.2% (79.4, 81.0)</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99.0% (98.7, 99.1)</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574596341"/>
                  </a:ext>
                </a:extLst>
              </a:tr>
              <a:tr h="240411">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0.10%</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4.53 (2.62, 6.67)</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0.09 (0.00, 0.48)</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1.21 (0.92, 1.55)</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70.7% (69.8, 71.6)</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98.4% (98.1, 98.6)</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43981120"/>
                  </a:ext>
                </a:extLst>
              </a:tr>
              <a:tr h="240411">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0.50%</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4.82 (2.62, 7.14)</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0.39 (0.00, 1.43)</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1.25 (0.93, 1.66)</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27.8% (26.9, 28.7)</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91.9% (91.4, 92.5)</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91823998"/>
                  </a:ext>
                </a:extLst>
              </a:tr>
              <a:tr h="240411">
                <a:tc>
                  <a:txBody>
                    <a:bodyPr/>
                    <a:lstStyle/>
                    <a:p>
                      <a:pPr marL="0" marR="0" algn="ctr">
                        <a:lnSpc>
                          <a:spcPct val="150000"/>
                        </a:lnSpc>
                        <a:spcBef>
                          <a:spcPts val="0"/>
                        </a:spcBef>
                        <a:spcAft>
                          <a:spcPts val="0"/>
                        </a:spcAft>
                      </a:pPr>
                      <a:r>
                        <a:rPr lang="en-US" sz="110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1.00%</a:t>
                      </a:r>
                      <a:endParaRPr lang="en-US" sz="180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5.27 (2.86, 8.33)</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0.84 (0.00, 2.38)</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1.33 (0.95, 1.87)</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12.0% (11.4, 12.7)</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ctr">
                        <a:lnSpc>
                          <a:spcPct val="150000"/>
                        </a:lnSpc>
                        <a:spcBef>
                          <a:spcPts val="0"/>
                        </a:spcBef>
                        <a:spcAft>
                          <a:spcPts val="0"/>
                        </a:spcAft>
                      </a:pPr>
                      <a:r>
                        <a:rPr lang="en-US" sz="1100" dirty="0">
                          <a:solidFill>
                            <a:srgbClr val="000000"/>
                          </a:solidFill>
                          <a:effectLst/>
                          <a:latin typeface="Times New Roman" panose="02020603050405020304" pitchFamily="18" charset="0"/>
                          <a:ea typeface="Cambria" panose="02040503050406030204" pitchFamily="18" charset="0"/>
                          <a:cs typeface="Cambria" panose="02040503050406030204" pitchFamily="18" charset="0"/>
                        </a:rPr>
                        <a:t>75.3% (74.5, 76.2)</a:t>
                      </a:r>
                      <a:endParaRPr lang="en-US" sz="180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493826581"/>
                  </a:ext>
                </a:extLst>
              </a:tr>
            </a:tbl>
          </a:graphicData>
        </a:graphic>
      </p:graphicFrame>
    </p:spTree>
    <p:extLst>
      <p:ext uri="{BB962C8B-B14F-4D97-AF65-F5344CB8AC3E}">
        <p14:creationId xmlns:p14="http://schemas.microsoft.com/office/powerpoint/2010/main" val="273091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C0F7BB-090B-7309-E4F4-BB1921E282D8}"/>
              </a:ext>
            </a:extLst>
          </p:cNvPr>
          <p:cNvSpPr>
            <a:spLocks noGrp="1"/>
          </p:cNvSpPr>
          <p:nvPr>
            <p:ph type="title"/>
          </p:nvPr>
        </p:nvSpPr>
        <p:spPr>
          <a:xfrm>
            <a:off x="645830" y="-26800"/>
            <a:ext cx="7886700" cy="993775"/>
          </a:xfrm>
        </p:spPr>
        <p:txBody>
          <a:bodyPr anchor="ctr">
            <a:normAutofit/>
          </a:bodyPr>
          <a:lstStyle/>
          <a:p>
            <a:r>
              <a:rPr lang="en-US" dirty="0"/>
              <a:t>Testing Frequency and Sampling Fraction</a:t>
            </a:r>
          </a:p>
        </p:txBody>
      </p:sp>
      <p:graphicFrame>
        <p:nvGraphicFramePr>
          <p:cNvPr id="7" name="Table 6">
            <a:extLst>
              <a:ext uri="{FF2B5EF4-FFF2-40B4-BE49-F238E27FC236}">
                <a16:creationId xmlns:a16="http://schemas.microsoft.com/office/drawing/2014/main" id="{E84FF1AF-763C-465F-756A-4434AD0C4C43}"/>
              </a:ext>
            </a:extLst>
          </p:cNvPr>
          <p:cNvGraphicFramePr>
            <a:graphicFrameLocks noGrp="1"/>
          </p:cNvGraphicFramePr>
          <p:nvPr>
            <p:extLst>
              <p:ext uri="{D42A27DB-BD31-4B8C-83A1-F6EECF244321}">
                <p14:modId xmlns:p14="http://schemas.microsoft.com/office/powerpoint/2010/main" val="807305123"/>
              </p:ext>
            </p:extLst>
          </p:nvPr>
        </p:nvGraphicFramePr>
        <p:xfrm>
          <a:off x="541868" y="969609"/>
          <a:ext cx="8297332" cy="3394476"/>
        </p:xfrm>
        <a:graphic>
          <a:graphicData uri="http://schemas.openxmlformats.org/drawingml/2006/table">
            <a:tbl>
              <a:tblPr>
                <a:tableStyleId>{2D5ABB26-0587-4C30-8999-92F81FD0307C}</a:tableStyleId>
              </a:tblPr>
              <a:tblGrid>
                <a:gridCol w="821208">
                  <a:extLst>
                    <a:ext uri="{9D8B030D-6E8A-4147-A177-3AD203B41FA5}">
                      <a16:colId xmlns:a16="http://schemas.microsoft.com/office/drawing/2014/main" val="1283809042"/>
                    </a:ext>
                  </a:extLst>
                </a:gridCol>
                <a:gridCol w="1712719">
                  <a:extLst>
                    <a:ext uri="{9D8B030D-6E8A-4147-A177-3AD203B41FA5}">
                      <a16:colId xmlns:a16="http://schemas.microsoft.com/office/drawing/2014/main" val="3992092418"/>
                    </a:ext>
                  </a:extLst>
                </a:gridCol>
                <a:gridCol w="1167623">
                  <a:extLst>
                    <a:ext uri="{9D8B030D-6E8A-4147-A177-3AD203B41FA5}">
                      <a16:colId xmlns:a16="http://schemas.microsoft.com/office/drawing/2014/main" val="1300861092"/>
                    </a:ext>
                  </a:extLst>
                </a:gridCol>
                <a:gridCol w="1194794">
                  <a:extLst>
                    <a:ext uri="{9D8B030D-6E8A-4147-A177-3AD203B41FA5}">
                      <a16:colId xmlns:a16="http://schemas.microsoft.com/office/drawing/2014/main" val="3305894811"/>
                    </a:ext>
                  </a:extLst>
                </a:gridCol>
                <a:gridCol w="1082718">
                  <a:extLst>
                    <a:ext uri="{9D8B030D-6E8A-4147-A177-3AD203B41FA5}">
                      <a16:colId xmlns:a16="http://schemas.microsoft.com/office/drawing/2014/main" val="2769315137"/>
                    </a:ext>
                  </a:extLst>
                </a:gridCol>
                <a:gridCol w="1159135">
                  <a:extLst>
                    <a:ext uri="{9D8B030D-6E8A-4147-A177-3AD203B41FA5}">
                      <a16:colId xmlns:a16="http://schemas.microsoft.com/office/drawing/2014/main" val="2712032876"/>
                    </a:ext>
                  </a:extLst>
                </a:gridCol>
                <a:gridCol w="1159135">
                  <a:extLst>
                    <a:ext uri="{9D8B030D-6E8A-4147-A177-3AD203B41FA5}">
                      <a16:colId xmlns:a16="http://schemas.microsoft.com/office/drawing/2014/main" val="1471381121"/>
                    </a:ext>
                  </a:extLst>
                </a:gridCol>
              </a:tblGrid>
              <a:tr h="716994">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Sampling fraction</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Surveillance testing schedule</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 of enrolled students infected since baseline (cumulative)</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 of enrolled students infected from school (cumulative)</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 schooldays quarantined per student (cumulative)</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 of schools with no on-campus transmissions so far</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 of schools with no detected infection clusters so far</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969425"/>
                  </a:ext>
                </a:extLst>
              </a:tr>
              <a:tr h="297498">
                <a:tc>
                  <a:txBody>
                    <a:bodyPr/>
                    <a:lstStyle/>
                    <a:p>
                      <a:pPr marL="0" marR="0" algn="r">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0%</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T w="12700" cap="flat" cmpd="sng" algn="ctr">
                      <a:solidFill>
                        <a:schemeClr val="tx1"/>
                      </a:solidFill>
                      <a:prstDash val="solid"/>
                      <a:round/>
                      <a:headEnd type="none" w="med" len="med"/>
                      <a:tailEnd type="none" w="med" len="med"/>
                    </a:lnT>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No surveillance testing</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lnT w="12700" cap="flat" cmpd="sng" algn="ctr">
                      <a:solidFill>
                        <a:schemeClr val="tx1"/>
                      </a:solidFill>
                      <a:prstDash val="solid"/>
                      <a:round/>
                      <a:headEnd type="none" w="med" len="med"/>
                      <a:tailEnd type="none" w="med" len="med"/>
                    </a:lnT>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4.49 (2.62, 6.67)</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w="12700" cap="flat" cmpd="sng" algn="ctr">
                      <a:solidFill>
                        <a:schemeClr val="tx1"/>
                      </a:solidFill>
                      <a:prstDash val="solid"/>
                      <a:round/>
                      <a:headEnd type="none" w="med" len="med"/>
                      <a:tailEnd type="none" w="med" len="med"/>
                    </a:lnT>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0.06 (0.00, 0.48)</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w="12700" cap="flat" cmpd="sng" algn="ctr">
                      <a:solidFill>
                        <a:schemeClr val="tx1"/>
                      </a:solidFill>
                      <a:prstDash val="solid"/>
                      <a:round/>
                      <a:headEnd type="none" w="med" len="med"/>
                      <a:tailEnd type="none" w="med" len="med"/>
                    </a:lnT>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1.18 (0.89, 1.49)</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79.2% (78.4, 80.0)</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99.5% (99.4, 99.7)</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686325371"/>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25%</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Once a week (M) (default)</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4.50 (2.62, 6.67)</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0.05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R>
                      <a:noFill/>
                    </a:lnR>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1.21 (0.91, 1.53)</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80.2% (79.4, 81.0)</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99.0% (98.7, 99.1)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L>
                      <a:noFill/>
                    </a:lnL>
                  </a:tcPr>
                </a:tc>
                <a:extLst>
                  <a:ext uri="{0D108BD9-81ED-4DB2-BD59-A6C34878D82A}">
                    <a16:rowId xmlns:a16="http://schemas.microsoft.com/office/drawing/2014/main" val="2804136249"/>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Twice a week (M/Th)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4.50 (2.62, 6.67)</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0.05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1.23 (0.94, 1.58)</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a:noFill/>
                    </a:lnT>
                  </a:tcP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81.3% (80.6, 82.1)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lnT>
                      <a:noFill/>
                    </a:lnT>
                  </a:tcP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97.9% (97.6, 98.1)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1783725777"/>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3x a week (MWF)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4.48 (2.62, 6.67)</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0.05 (0.00, 0.24)</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1.25 (0.95, 1.61)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83.0% (82.3, 83.8)</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96.8% (96.4, 97.1)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3853100356"/>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Every weekday (M-F)</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4.49 (2.62, 6.67)</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0.04 (0.00, 0.24)</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1.30 (0.99, 1.68)</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84.2% (83.5, 84.9)</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94.5% (94.1, 95.0)</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4208742803"/>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100%</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Once a week (M)</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4.49 (2.62, 6.67)</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0.04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1.28 (0.97, 1.65)</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84.7% (84.0, 85.4)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95.7% (95.3, 96.1)</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3855977038"/>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Twice a week (M/Th)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4.48 (2.62, 6.43)</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0.04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1.35 (1.02, 1.78)</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86.2% (85.5, 86.9)</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90.5% (89.9, 91.0)</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485016231"/>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3x a week (MWF)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4.47 (2.62, 6.43)</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0.03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1.43 (1.09, 1.90)</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87.7% (87.0, 88.3)</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83.9% (83.2, 84.6)</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514155102"/>
                  </a:ext>
                </a:extLst>
              </a:tr>
              <a:tr h="297498">
                <a:tc>
                  <a:txBody>
                    <a:bodyPr/>
                    <a:lstStyle/>
                    <a:p>
                      <a:pPr marL="0" marR="0" algn="r">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 </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b"/>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Every weekday (M-F)</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4.48 (2.62, 6.67)</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0.03 (0.00, 0.24)</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1.59 (1.20, 2.14)</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a:solidFill>
                            <a:srgbClr val="020202"/>
                          </a:solidFill>
                          <a:effectLst/>
                          <a:latin typeface="Times New Roman" panose="02020603050405020304" pitchFamily="18" charset="0"/>
                          <a:ea typeface="Cambria" panose="02040503050406030204" pitchFamily="18" charset="0"/>
                        </a:rPr>
                        <a:t>87.3% (86.7, 88.0)</a:t>
                      </a:r>
                      <a:endParaRPr lang="en-US" sz="1100" kern="120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tc>
                  <a:txBody>
                    <a:bodyPr/>
                    <a:lstStyle/>
                    <a:p>
                      <a:pPr marL="0" marR="0" algn="just">
                        <a:lnSpc>
                          <a:spcPct val="115000"/>
                        </a:lnSpc>
                        <a:spcBef>
                          <a:spcPts val="600"/>
                        </a:spcBef>
                        <a:spcAft>
                          <a:spcPts val="0"/>
                        </a:spcAft>
                      </a:pPr>
                      <a:r>
                        <a:rPr lang="en-US" sz="1100" kern="1200" dirty="0">
                          <a:solidFill>
                            <a:srgbClr val="020202"/>
                          </a:solidFill>
                          <a:effectLst/>
                          <a:latin typeface="Times New Roman" panose="02020603050405020304" pitchFamily="18" charset="0"/>
                          <a:ea typeface="Cambria" panose="02040503050406030204" pitchFamily="18" charset="0"/>
                        </a:rPr>
                        <a:t>70.2% (69.3, 71.1)</a:t>
                      </a:r>
                      <a:endParaRPr lang="en-US" sz="1100" kern="1200" dirty="0">
                        <a:solidFill>
                          <a:srgbClr val="020202"/>
                        </a:solidFill>
                        <a:effectLst/>
                        <a:latin typeface="Times New Roman" panose="02020603050405020304" pitchFamily="18" charset="0"/>
                        <a:ea typeface="Cambria" panose="02040503050406030204" pitchFamily="18" charset="0"/>
                        <a:cs typeface="Arial" panose="020B0604020202020204" pitchFamily="34" charset="0"/>
                      </a:endParaRPr>
                    </a:p>
                  </a:txBody>
                  <a:tcPr marL="54717" marR="54717" marT="0" marB="0" anchor="ctr"/>
                </a:tc>
                <a:extLst>
                  <a:ext uri="{0D108BD9-81ED-4DB2-BD59-A6C34878D82A}">
                    <a16:rowId xmlns:a16="http://schemas.microsoft.com/office/drawing/2014/main" val="1391066950"/>
                  </a:ext>
                </a:extLst>
              </a:tr>
            </a:tbl>
          </a:graphicData>
        </a:graphic>
      </p:graphicFrame>
    </p:spTree>
    <p:extLst>
      <p:ext uri="{BB962C8B-B14F-4D97-AF65-F5344CB8AC3E}">
        <p14:creationId xmlns:p14="http://schemas.microsoft.com/office/powerpoint/2010/main" val="1843402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76F41-10EE-B0F7-5C9E-6188C1FC6644}"/>
              </a:ext>
            </a:extLst>
          </p:cNvPr>
          <p:cNvSpPr>
            <a:spLocks noGrp="1"/>
          </p:cNvSpPr>
          <p:nvPr>
            <p:ph type="title"/>
          </p:nvPr>
        </p:nvSpPr>
        <p:spPr/>
        <p:txBody>
          <a:bodyPr/>
          <a:lstStyle/>
          <a:p>
            <a:r>
              <a:rPr lang="en-US" dirty="0"/>
              <a:t>Calibration and Validation</a:t>
            </a:r>
          </a:p>
        </p:txBody>
      </p:sp>
      <p:sp>
        <p:nvSpPr>
          <p:cNvPr id="3" name="Content Placeholder 2">
            <a:extLst>
              <a:ext uri="{FF2B5EF4-FFF2-40B4-BE49-F238E27FC236}">
                <a16:creationId xmlns:a16="http://schemas.microsoft.com/office/drawing/2014/main" id="{1D41300A-B00C-A57F-7834-1C69DA7464A3}"/>
              </a:ext>
            </a:extLst>
          </p:cNvPr>
          <p:cNvSpPr>
            <a:spLocks noGrp="1"/>
          </p:cNvSpPr>
          <p:nvPr>
            <p:ph idx="1"/>
          </p:nvPr>
        </p:nvSpPr>
        <p:spPr/>
        <p:txBody>
          <a:bodyPr/>
          <a:lstStyle/>
          <a:p>
            <a:r>
              <a:rPr lang="en-US" dirty="0"/>
              <a:t>Is this a good model?</a:t>
            </a:r>
          </a:p>
          <a:p>
            <a:pPr lvl="1"/>
            <a:r>
              <a:rPr lang="en-US" dirty="0"/>
              <a:t>Are the default parameter values accurate?</a:t>
            </a:r>
          </a:p>
          <a:p>
            <a:pPr lvl="1"/>
            <a:r>
              <a:rPr lang="en-US" dirty="0"/>
              <a:t>Does it make good predictions?</a:t>
            </a:r>
          </a:p>
          <a:p>
            <a:endParaRPr lang="en-US" dirty="0"/>
          </a:p>
          <a:p>
            <a:r>
              <a:rPr lang="en-US" dirty="0"/>
              <a:t>Hard to assess at the time we developed this model</a:t>
            </a:r>
          </a:p>
          <a:p>
            <a:pPr lvl="1"/>
            <a:r>
              <a:rPr lang="en-US" dirty="0"/>
              <a:t>Conditions changing rapidly</a:t>
            </a:r>
          </a:p>
          <a:p>
            <a:pPr lvl="1"/>
            <a:r>
              <a:rPr lang="en-US" dirty="0"/>
              <a:t>Lots of data; but informative?</a:t>
            </a:r>
          </a:p>
        </p:txBody>
      </p:sp>
    </p:spTree>
    <p:extLst>
      <p:ext uri="{BB962C8B-B14F-4D97-AF65-F5344CB8AC3E}">
        <p14:creationId xmlns:p14="http://schemas.microsoft.com/office/powerpoint/2010/main" val="3238992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E2776A-177C-4B40-BC88-43826E0AD383}"/>
              </a:ext>
            </a:extLst>
          </p:cNvPr>
          <p:cNvSpPr>
            <a:spLocks noGrp="1"/>
          </p:cNvSpPr>
          <p:nvPr>
            <p:ph idx="1"/>
          </p:nvPr>
        </p:nvSpPr>
        <p:spPr/>
        <p:txBody>
          <a:bodyPr/>
          <a:lstStyle/>
          <a:p>
            <a:r>
              <a:rPr lang="en-US" dirty="0"/>
              <a:t>Model surfaces dynamics, assumptions, questions:</a:t>
            </a:r>
          </a:p>
          <a:p>
            <a:pPr lvl="1"/>
            <a:r>
              <a:rPr lang="en-US" dirty="0"/>
              <a:t>parameter values and model mechanics are visible, understandable to non-technical viewers</a:t>
            </a:r>
          </a:p>
          <a:p>
            <a:pPr lvl="1"/>
            <a:endParaRPr lang="en-US" dirty="0"/>
          </a:p>
          <a:p>
            <a:r>
              <a:rPr lang="en-US" dirty="0"/>
              <a:t>Adaptive modeling: </a:t>
            </a:r>
          </a:p>
          <a:p>
            <a:pPr lvl="1"/>
            <a:r>
              <a:rPr lang="en-US" dirty="0"/>
              <a:t>parameter values should be easy for users to customize to current local conditions (community prevalence, availability and uptake of vaccination and testing)</a:t>
            </a:r>
          </a:p>
          <a:p>
            <a:endParaRPr lang="en-US" dirty="0"/>
          </a:p>
          <a:p>
            <a:endParaRPr lang="en-US" dirty="0"/>
          </a:p>
          <a:p>
            <a:endParaRPr lang="en-US" dirty="0"/>
          </a:p>
          <a:p>
            <a:endParaRPr lang="en-US" dirty="0"/>
          </a:p>
          <a:p>
            <a:pPr lvl="1"/>
            <a:endParaRPr lang="en-US" dirty="0"/>
          </a:p>
        </p:txBody>
      </p:sp>
      <p:sp>
        <p:nvSpPr>
          <p:cNvPr id="2" name="Title 1">
            <a:extLst>
              <a:ext uri="{FF2B5EF4-FFF2-40B4-BE49-F238E27FC236}">
                <a16:creationId xmlns:a16="http://schemas.microsoft.com/office/drawing/2014/main" id="{25B3E402-2279-43E5-BD39-2B004BA74046}"/>
              </a:ext>
            </a:extLst>
          </p:cNvPr>
          <p:cNvSpPr>
            <a:spLocks noGrp="1"/>
          </p:cNvSpPr>
          <p:nvPr>
            <p:ph type="title"/>
          </p:nvPr>
        </p:nvSpPr>
        <p:spPr/>
        <p:txBody>
          <a:bodyPr/>
          <a:lstStyle/>
          <a:p>
            <a:r>
              <a:rPr lang="en-US" dirty="0"/>
              <a:t>Conclusions</a:t>
            </a:r>
          </a:p>
        </p:txBody>
      </p:sp>
    </p:spTree>
    <p:extLst>
      <p:ext uri="{BB962C8B-B14F-4D97-AF65-F5344CB8AC3E}">
        <p14:creationId xmlns:p14="http://schemas.microsoft.com/office/powerpoint/2010/main" val="217882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87D019-CA6B-8D13-6041-A2B4A9F60EC1}"/>
              </a:ext>
            </a:extLst>
          </p:cNvPr>
          <p:cNvSpPr txBox="1"/>
          <p:nvPr/>
        </p:nvSpPr>
        <p:spPr>
          <a:xfrm>
            <a:off x="334297" y="671558"/>
            <a:ext cx="8416296" cy="4097087"/>
          </a:xfrm>
          <a:prstGeom prst="rect">
            <a:avLst/>
          </a:prstGeom>
          <a:noFill/>
        </p:spPr>
        <p:txBody>
          <a:bodyPr wrap="square" rtlCol="0">
            <a:noAutofit/>
          </a:bodyPr>
          <a:lstStyle/>
          <a:p>
            <a:pPr marL="0" marR="0" lvl="0" indent="0" algn="l" defTabSz="408131" rtl="0" eaLnBrk="1" fontAlgn="auto" latinLnBrk="0" hangingPunct="1">
              <a:lnSpc>
                <a:spcPct val="100000"/>
              </a:lnSpc>
              <a:spcBef>
                <a:spcPts val="0"/>
              </a:spcBef>
              <a:spcAft>
                <a:spcPts val="0"/>
              </a:spcAft>
              <a:buClrTx/>
              <a:buSzTx/>
              <a:buFontTx/>
              <a:buNone/>
              <a:tabLst/>
              <a:defRPr/>
            </a:pPr>
            <a:r>
              <a:rPr lang="en-US" sz="2000" dirty="0"/>
              <a:t>Morrison et al, Frontiers in Public Health 2023:</a:t>
            </a:r>
            <a:r>
              <a:rPr lang="en-US" sz="2000" b="0" i="0" dirty="0">
                <a:solidFill>
                  <a:srgbClr val="282828"/>
                </a:solidFill>
                <a:effectLst/>
                <a:latin typeface="MuseoSans"/>
              </a:rPr>
              <a:t> </a:t>
            </a:r>
          </a:p>
          <a:p>
            <a:pPr marL="0" marR="0" lvl="0" indent="0" algn="l" defTabSz="408131" rtl="0" eaLnBrk="1" fontAlgn="auto" latinLnBrk="0" hangingPunct="1">
              <a:lnSpc>
                <a:spcPct val="100000"/>
              </a:lnSpc>
              <a:spcBef>
                <a:spcPts val="0"/>
              </a:spcBef>
              <a:spcAft>
                <a:spcPts val="0"/>
              </a:spcAft>
              <a:buClrTx/>
              <a:buSzTx/>
              <a:buFontTx/>
              <a:buNone/>
              <a:tabLst/>
              <a:defRPr/>
            </a:pPr>
            <a:r>
              <a:rPr lang="en-US" sz="2000" b="0" i="0" u="none" strike="noStrike" dirty="0">
                <a:solidFill>
                  <a:srgbClr val="282828"/>
                </a:solidFill>
                <a:effectLst/>
                <a:latin typeface="MuseoSans"/>
                <a:hlinkClick r:id="rId3"/>
              </a:rPr>
              <a:t>https://doi.org/10.3389/fpubh.2023.856940</a:t>
            </a:r>
            <a:endParaRPr lang="en-US" sz="2000" dirty="0">
              <a:solidFill>
                <a:srgbClr val="737572"/>
              </a:solidFill>
              <a:latin typeface="Calibri"/>
              <a:hlinkClick r:id="rId4"/>
            </a:endParaRPr>
          </a:p>
          <a:p>
            <a:pPr marL="0" marR="0" lvl="0" indent="0" algn="l" defTabSz="408131"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37572"/>
              </a:solidFill>
              <a:effectLst/>
              <a:uLnTx/>
              <a:uFillTx/>
              <a:latin typeface="Calibri"/>
              <a:ea typeface="+mn-ea"/>
              <a:cs typeface="+mn-cs"/>
              <a:hlinkClick r:id="rId4"/>
            </a:endParaRPr>
          </a:p>
          <a:p>
            <a:pPr marL="0" marR="0" lvl="0" indent="0" algn="l" defTabSz="408131"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37572"/>
                </a:solidFill>
                <a:effectLst/>
                <a:uLnTx/>
                <a:uFillTx/>
                <a:latin typeface="Calibri"/>
                <a:ea typeface="+mn-ea"/>
                <a:cs typeface="+mn-cs"/>
                <a:hlinkClick r:id="rId5"/>
              </a:rPr>
              <a:t>https://bit.ly/em-abm</a:t>
            </a:r>
            <a:r>
              <a:rPr kumimoji="0" lang="en-US" sz="2000" b="0" i="0" u="none" strike="noStrike" kern="1200" cap="none" spc="0" normalizeH="0" baseline="0" noProof="0" dirty="0">
                <a:ln>
                  <a:noFill/>
                </a:ln>
                <a:solidFill>
                  <a:srgbClr val="737572"/>
                </a:solidFill>
                <a:effectLst/>
                <a:uLnTx/>
                <a:uFillTx/>
                <a:latin typeface="Calibri"/>
                <a:ea typeface="+mn-ea"/>
                <a:cs typeface="+mn-cs"/>
              </a:rPr>
              <a:t> </a:t>
            </a:r>
          </a:p>
          <a:p>
            <a:pPr marL="0" marR="0" lvl="0" indent="0" algn="l" defTabSz="408131"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37572"/>
              </a:solidFill>
              <a:effectLst/>
              <a:uLnTx/>
              <a:uFillTx/>
              <a:latin typeface="Calibri"/>
              <a:ea typeface="+mn-ea"/>
              <a:cs typeface="+mn-cs"/>
              <a:hlinkClick r:id="rId6"/>
            </a:endParaRPr>
          </a:p>
          <a:p>
            <a:pPr marL="0" marR="0" lvl="0" indent="0" algn="l" defTabSz="408131"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37572"/>
                </a:solidFill>
                <a:effectLst/>
                <a:uLnTx/>
                <a:uFillTx/>
                <a:latin typeface="Calibri"/>
                <a:ea typeface="+mn-ea"/>
                <a:cs typeface="+mn-cs"/>
                <a:hlinkClick r:id="rId6"/>
              </a:rPr>
              <a:t>https://github.com/UCLA-PHP/school.epi.abm</a:t>
            </a:r>
            <a:r>
              <a:rPr kumimoji="0" lang="en-US" sz="2000" b="0" i="0" u="none" strike="noStrike" kern="1200" cap="none" spc="0" normalizeH="0" baseline="0" noProof="0" dirty="0">
                <a:ln>
                  <a:noFill/>
                </a:ln>
                <a:solidFill>
                  <a:srgbClr val="737572"/>
                </a:solidFill>
                <a:effectLst/>
                <a:uLnTx/>
                <a:uFillTx/>
                <a:latin typeface="Calibri"/>
                <a:ea typeface="+mn-ea"/>
                <a:cs typeface="+mn-cs"/>
              </a:rPr>
              <a:t> </a:t>
            </a:r>
          </a:p>
          <a:p>
            <a:pPr marL="0" marR="0" lvl="0" indent="0" algn="l" defTabSz="408131"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737572"/>
              </a:solidFill>
              <a:effectLst/>
              <a:uLnTx/>
              <a:uFillTx/>
              <a:latin typeface="Calibri"/>
              <a:ea typeface="+mn-ea"/>
              <a:cs typeface="+mn-cs"/>
            </a:endParaRPr>
          </a:p>
          <a:p>
            <a:pPr marL="0" marR="0" lvl="0" indent="0" algn="l" defTabSz="408131"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37572"/>
                </a:solidFill>
                <a:effectLst/>
                <a:uLnTx/>
                <a:uFillTx/>
                <a:latin typeface="Calibri"/>
                <a:ea typeface="+mn-ea"/>
                <a:cs typeface="+mn-cs"/>
              </a:rPr>
              <a:t> </a:t>
            </a:r>
            <a:endParaRPr lang="en-US" sz="2000" b="1" dirty="0">
              <a:solidFill>
                <a:schemeClr val="tx2"/>
              </a:solidFill>
              <a:latin typeface="Open Sans"/>
              <a:cs typeface="Open Sans"/>
            </a:endParaRPr>
          </a:p>
          <a:p>
            <a:r>
              <a:rPr lang="en-US" sz="2000" dirty="0">
                <a:solidFill>
                  <a:schemeClr val="tx2"/>
                </a:solidFill>
                <a:latin typeface="Open Sans"/>
                <a:cs typeface="Open Sans"/>
                <a:hlinkClick r:id="rId7"/>
              </a:rPr>
              <a:t>demorrison@ucdavis.edu</a:t>
            </a:r>
            <a:endParaRPr lang="en-US" sz="2000" dirty="0">
              <a:solidFill>
                <a:schemeClr val="tx2"/>
              </a:solidFill>
              <a:latin typeface="Open Sans"/>
              <a:cs typeface="Open Sans"/>
            </a:endParaRPr>
          </a:p>
          <a:p>
            <a:endParaRPr lang="en-US" sz="1600" dirty="0">
              <a:solidFill>
                <a:schemeClr val="tx2"/>
              </a:solidFill>
              <a:latin typeface="Open Sans"/>
              <a:cs typeface="Open Sans"/>
            </a:endParaRPr>
          </a:p>
          <a:p>
            <a:endParaRPr lang="en-US" sz="1600" dirty="0">
              <a:solidFill>
                <a:schemeClr val="tx2"/>
              </a:solidFill>
              <a:latin typeface="Open Sans"/>
              <a:cs typeface="Open Sans"/>
            </a:endParaRPr>
          </a:p>
        </p:txBody>
      </p:sp>
      <p:pic>
        <p:nvPicPr>
          <p:cNvPr id="3" name="Picture 2" descr="https://agent-based-models.shinyapps.io/RegionalCOVIDSchoolSimulation/">
            <a:extLst>
              <a:ext uri="{FF2B5EF4-FFF2-40B4-BE49-F238E27FC236}">
                <a16:creationId xmlns:a16="http://schemas.microsoft.com/office/drawing/2014/main" id="{D5AD7EC7-7BD2-747D-BDC7-38E80578AFB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15665" y="374855"/>
            <a:ext cx="2694038" cy="2694038"/>
          </a:xfrm>
          <a:prstGeom prst="rect">
            <a:avLst/>
          </a:prstGeom>
        </p:spPr>
      </p:pic>
    </p:spTree>
    <p:extLst>
      <p:ext uri="{BB962C8B-B14F-4D97-AF65-F5344CB8AC3E}">
        <p14:creationId xmlns:p14="http://schemas.microsoft.com/office/powerpoint/2010/main" val="1441351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7EB6C-7F20-C00B-458D-E773FF0B24A5}"/>
              </a:ext>
            </a:extLst>
          </p:cNvPr>
          <p:cNvSpPr>
            <a:spLocks noGrp="1"/>
          </p:cNvSpPr>
          <p:nvPr>
            <p:ph idx="1"/>
          </p:nvPr>
        </p:nvSpPr>
        <p:spPr/>
        <p:txBody>
          <a:bodyPr>
            <a:normAutofit fontScale="92500" lnSpcReduction="10000"/>
          </a:bodyPr>
          <a:lstStyle/>
          <a:p>
            <a:pPr>
              <a:spcAft>
                <a:spcPts val="800"/>
              </a:spcAft>
            </a:pPr>
            <a:r>
              <a:rPr lang="en-US" dirty="0">
                <a:effectLst/>
                <a:latin typeface="Times"/>
              </a:rPr>
              <a:t>Marshall, BDL, “Agent-Based Modeling”, Chapter 8 in El-Sayed AM, Galea S, ed. </a:t>
            </a:r>
            <a:r>
              <a:rPr lang="en-US" i="1" dirty="0">
                <a:effectLst/>
                <a:latin typeface="Times"/>
              </a:rPr>
              <a:t>Systems science and population health.</a:t>
            </a:r>
            <a:r>
              <a:rPr lang="en-US" dirty="0">
                <a:effectLst/>
                <a:latin typeface="Times"/>
              </a:rPr>
              <a:t> Oxford University Press; 2017.</a:t>
            </a:r>
          </a:p>
          <a:p>
            <a:pPr>
              <a:spcAft>
                <a:spcPts val="800"/>
              </a:spcAft>
            </a:pPr>
            <a:r>
              <a:rPr lang="en-US" dirty="0" err="1">
                <a:effectLst/>
                <a:latin typeface="Times"/>
              </a:rPr>
              <a:t>Nianogo</a:t>
            </a:r>
            <a:r>
              <a:rPr lang="en-US" dirty="0">
                <a:effectLst/>
                <a:latin typeface="Times"/>
              </a:rPr>
              <a:t> RA, </a:t>
            </a:r>
            <a:r>
              <a:rPr lang="en-US" dirty="0" err="1">
                <a:effectLst/>
                <a:latin typeface="Times"/>
              </a:rPr>
              <a:t>Arah</a:t>
            </a:r>
            <a:r>
              <a:rPr lang="en-US" dirty="0">
                <a:effectLst/>
                <a:latin typeface="Times"/>
              </a:rPr>
              <a:t> OA. “Agent-based modeling of noncommunicable diseases: a systematic review.” American journal of public health. 2015 Mar;105(3):e20-31.</a:t>
            </a:r>
          </a:p>
          <a:p>
            <a:pPr>
              <a:spcAft>
                <a:spcPts val="800"/>
              </a:spcAft>
            </a:pPr>
            <a:r>
              <a:rPr lang="en-US" dirty="0">
                <a:effectLst/>
                <a:latin typeface="Times"/>
              </a:rPr>
              <a:t>Gilbert N. </a:t>
            </a:r>
            <a:r>
              <a:rPr lang="en-US" i="1" dirty="0">
                <a:effectLst/>
                <a:latin typeface="Times"/>
              </a:rPr>
              <a:t>Agent-Based Models</a:t>
            </a:r>
            <a:r>
              <a:rPr lang="en-US" dirty="0">
                <a:effectLst/>
                <a:latin typeface="Times"/>
              </a:rPr>
              <a:t>. Thousand Oaks, CA: SAGE Publications; 2008.</a:t>
            </a:r>
          </a:p>
          <a:p>
            <a:pPr>
              <a:spcAft>
                <a:spcPts val="800"/>
              </a:spcAft>
            </a:pPr>
            <a:r>
              <a:rPr lang="en-US" dirty="0">
                <a:effectLst/>
                <a:latin typeface="Times"/>
              </a:rPr>
              <a:t>Railsback SF, Grimm V. </a:t>
            </a:r>
            <a:r>
              <a:rPr lang="en-US" i="1" dirty="0">
                <a:effectLst/>
                <a:latin typeface="Times"/>
              </a:rPr>
              <a:t>Agent- based and individual- based modeling: A practical introduction.</a:t>
            </a:r>
            <a:r>
              <a:rPr lang="en-US" dirty="0">
                <a:effectLst/>
                <a:latin typeface="Times"/>
              </a:rPr>
              <a:t> Princeton, NJ: Princeton University Press; 2012.</a:t>
            </a:r>
          </a:p>
        </p:txBody>
      </p:sp>
      <p:sp>
        <p:nvSpPr>
          <p:cNvPr id="3" name="Title 2">
            <a:extLst>
              <a:ext uri="{FF2B5EF4-FFF2-40B4-BE49-F238E27FC236}">
                <a16:creationId xmlns:a16="http://schemas.microsoft.com/office/drawing/2014/main" id="{2D872346-1C40-D197-C47A-072ECF639B2A}"/>
              </a:ext>
            </a:extLst>
          </p:cNvPr>
          <p:cNvSpPr>
            <a:spLocks noGrp="1"/>
          </p:cNvSpPr>
          <p:nvPr>
            <p:ph type="title"/>
          </p:nvPr>
        </p:nvSpPr>
        <p:spPr/>
        <p:txBody>
          <a:bodyPr/>
          <a:lstStyle/>
          <a:p>
            <a:r>
              <a:rPr lang="en-US" dirty="0"/>
              <a:t>Learn more about ABMs</a:t>
            </a:r>
          </a:p>
        </p:txBody>
      </p:sp>
    </p:spTree>
    <p:extLst>
      <p:ext uri="{BB962C8B-B14F-4D97-AF65-F5344CB8AC3E}">
        <p14:creationId xmlns:p14="http://schemas.microsoft.com/office/powerpoint/2010/main" val="1499867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7E99792-4200-A11A-0598-161C064203CF}"/>
                  </a:ext>
                </a:extLst>
              </p:cNvPr>
              <p:cNvSpPr txBox="1"/>
              <p:nvPr/>
            </p:nvSpPr>
            <p:spPr>
              <a:xfrm>
                <a:off x="1240324" y="135802"/>
                <a:ext cx="6346479" cy="4671588"/>
              </a:xfrm>
              <a:prstGeom prst="rect">
                <a:avLst/>
              </a:prstGeom>
              <a:noFill/>
            </p:spPr>
            <p:txBody>
              <a:bodyPr wrap="square" rtlCol="0">
                <a:noAutofit/>
              </a:bodyPr>
              <a:lstStyle/>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Test is 99 sensitive, 99 specific;</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99% Sensitive means if the person has covid, the test says covid, 99% of time</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99% specific means if they don’t have covid, the test says no covid, 99% time</a:t>
                </a: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7% of people actually have covid: </a:t>
                </a:r>
                <a14:m>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𝐴</m:t>
                    </m:r>
                    <m:r>
                      <a:rPr lang="en-US" sz="18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-&gt; p(!A) = .93</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𝑝</m:t>
                      </m:r>
                      <m:d>
                        <m:dPr>
                          <m:ctrlPr>
                            <a:rPr lang="en-US" sz="18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𝑃𝑜𝑠𝑖𝑡𝑖𝑣𝑒</m:t>
                          </m:r>
                        </m:e>
                        <m:e>
                          <m:r>
                            <a:rPr lang="en-US" sz="1800" i="1" kern="100">
                              <a:effectLst/>
                              <a:latin typeface="Cambria Math" panose="02040503050406030204" pitchFamily="18" charset="0"/>
                              <a:ea typeface="Aptos" panose="020B0004020202020204" pitchFamily="34" charset="0"/>
                              <a:cs typeface="Times New Roman" panose="02020603050405020304" pitchFamily="18" charset="0"/>
                            </a:rPr>
                            <m:t>𝐶𝑜𝑣𝑖𝑑</m:t>
                          </m:r>
                        </m:e>
                      </m:d>
                      <m:r>
                        <a:rPr lang="en-US" sz="1800" i="1" kern="100">
                          <a:effectLst/>
                          <a:latin typeface="Cambria Math" panose="02040503050406030204" pitchFamily="18" charset="0"/>
                          <a:ea typeface="Aptos" panose="020B0004020202020204" pitchFamily="34" charset="0"/>
                          <a:cs typeface="Times New Roman" panose="02020603050405020304" pitchFamily="18" charset="0"/>
                        </a:rPr>
                        <m:t>=.99</m:t>
                      </m:r>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𝑛𝑒𝑔𝑎𝑡𝑖𝑣𝑒</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𝑛𝑜</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𝑐𝑜𝑣𝑖𝑑</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=.99</m:t>
                    </m:r>
                  </m:oMath>
                </a14:m>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oMath>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𝐶𝑜𝑣𝑖𝑑</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𝑝𝑜𝑠𝑖𝑡𝑖𝑣𝑒</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num>
                        <m:den>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d>
                        </m:den>
                      </m:f>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oMath>
                  </m:oMathPara>
                </a14:m>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475" dirty="0">
                  <a:solidFill>
                    <a:schemeClr val="tx2"/>
                  </a:solidFill>
                  <a:latin typeface="Open Sans"/>
                  <a:cs typeface="Open Sans"/>
                </a:endParaRPr>
              </a:p>
            </p:txBody>
          </p:sp>
        </mc:Choice>
        <mc:Fallback xmlns="">
          <p:sp>
            <p:nvSpPr>
              <p:cNvPr id="2" name="TextBox 1">
                <a:extLst>
                  <a:ext uri="{FF2B5EF4-FFF2-40B4-BE49-F238E27FC236}">
                    <a16:creationId xmlns:a16="http://schemas.microsoft.com/office/drawing/2014/main" id="{C7E99792-4200-A11A-0598-161C064203CF}"/>
                  </a:ext>
                </a:extLst>
              </p:cNvPr>
              <p:cNvSpPr txBox="1">
                <a:spLocks noRot="1" noChangeAspect="1" noMove="1" noResize="1" noEditPoints="1" noAdjustHandles="1" noChangeArrowheads="1" noChangeShapeType="1" noTextEdit="1"/>
              </p:cNvSpPr>
              <p:nvPr/>
            </p:nvSpPr>
            <p:spPr>
              <a:xfrm>
                <a:off x="1240324" y="135802"/>
                <a:ext cx="6346479" cy="4671588"/>
              </a:xfrm>
              <a:prstGeom prst="rect">
                <a:avLst/>
              </a:prstGeom>
              <a:blipFill>
                <a:blip r:embed="rId2"/>
                <a:stretch>
                  <a:fillRect l="-768" t="-391" b="-2347"/>
                </a:stretch>
              </a:blipFill>
            </p:spPr>
            <p:txBody>
              <a:bodyPr/>
              <a:lstStyle/>
              <a:p>
                <a:r>
                  <a:rPr lang="en-US">
                    <a:noFill/>
                  </a:rPr>
                  <a:t> </a:t>
                </a:r>
              </a:p>
            </p:txBody>
          </p:sp>
        </mc:Fallback>
      </mc:AlternateContent>
    </p:spTree>
    <p:extLst>
      <p:ext uri="{BB962C8B-B14F-4D97-AF65-F5344CB8AC3E}">
        <p14:creationId xmlns:p14="http://schemas.microsoft.com/office/powerpoint/2010/main" val="598062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4111632-092F-C6D1-59D7-8CDA815A657A}"/>
                  </a:ext>
                </a:extLst>
              </p:cNvPr>
              <p:cNvSpPr txBox="1"/>
              <p:nvPr/>
            </p:nvSpPr>
            <p:spPr>
              <a:xfrm>
                <a:off x="2286000" y="1609863"/>
                <a:ext cx="4572000" cy="1809919"/>
              </a:xfrm>
              <a:prstGeom prst="rect">
                <a:avLst/>
              </a:prstGeom>
              <a:noFill/>
            </p:spPr>
            <p:txBody>
              <a:bodyPr wrap="square">
                <a:spAutoFit/>
              </a:bodyPr>
              <a:lstStyle/>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600" i="1" kern="100" smtClean="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=.99</m:t>
                      </m:r>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 .07=.0693</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 </m:t>
                      </m:r>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𝑝</m:t>
                      </m:r>
                      <m:d>
                        <m:dPr>
                          <m:ctrlP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ctrlPr>
                        </m:dPr>
                        <m:e>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𝐵</m:t>
                          </m:r>
                        </m:e>
                        <m:e>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m:t>
                          </m:r>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𝐴</m:t>
                          </m:r>
                        </m:e>
                      </m:d>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𝑝</m:t>
                      </m:r>
                      <m:d>
                        <m:dPr>
                          <m:ctrlP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ctrlPr>
                        </m:dPr>
                        <m:e>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m:t>
                          </m:r>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𝐴</m:t>
                          </m:r>
                        </m:e>
                      </m:d>
                      <m:r>
                        <a:rPr lang="en-US" sz="1600" i="1" kern="100">
                          <a:effectLst/>
                          <a:latin typeface="Cambria Math" panose="02040503050406030204" pitchFamily="18" charset="0"/>
                          <a:ea typeface="Times New Roman" panose="02020603050405020304" pitchFamily="18" charset="0"/>
                          <a:cs typeface="Cambria Math" panose="02040503050406030204" pitchFamily="18" charset="0"/>
                        </a:rPr>
                        <m:t>=.01∗.93=.0093</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=.0693+.0093=.0786</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Para xmlns:m="http://schemas.openxmlformats.org/officeDocument/2006/math">
                    <m:oMathParaPr>
                      <m:jc m:val="centerGroup"/>
                    </m:oMathParaPr>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𝑝</m:t>
                      </m:r>
                      <m:d>
                        <m:dPr>
                          <m:ctrlP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𝐴</m:t>
                          </m:r>
                        </m:e>
                        <m:e>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𝐵</m:t>
                          </m:r>
                        </m:e>
                      </m:d>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=.0693/.0786</m:t>
                      </m:r>
                    </m:oMath>
                  </m:oMathPara>
                </a14:m>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14:m>
                  <m:oMath xmlns:m="http://schemas.openxmlformats.org/officeDocument/2006/math">
                    <m:r>
                      <a:rPr lang="en-US" sz="1600" i="1" kern="100">
                        <a:effectLst/>
                        <a:latin typeface="Cambria Math" panose="02040503050406030204" pitchFamily="18" charset="0"/>
                        <a:ea typeface="Times New Roman" panose="02020603050405020304" pitchFamily="18" charset="0"/>
                        <a:cs typeface="Times New Roman" panose="02020603050405020304" pitchFamily="18" charset="0"/>
                      </a:rPr>
                      <m:t>=.88</m:t>
                    </m:r>
                  </m:oMath>
                </a14:m>
                <a:r>
                  <a:rPr lang="en-US" dirty="0"/>
                  <a:t>  </a:t>
                </a:r>
              </a:p>
            </p:txBody>
          </p:sp>
        </mc:Choice>
        <mc:Fallback xmlns="">
          <p:sp>
            <p:nvSpPr>
              <p:cNvPr id="3" name="TextBox 2">
                <a:extLst>
                  <a:ext uri="{FF2B5EF4-FFF2-40B4-BE49-F238E27FC236}">
                    <a16:creationId xmlns:a16="http://schemas.microsoft.com/office/drawing/2014/main" id="{24111632-092F-C6D1-59D7-8CDA815A657A}"/>
                  </a:ext>
                </a:extLst>
              </p:cNvPr>
              <p:cNvSpPr txBox="1">
                <a:spLocks noRot="1" noChangeAspect="1" noMove="1" noResize="1" noEditPoints="1" noAdjustHandles="1" noChangeArrowheads="1" noChangeShapeType="1" noTextEdit="1"/>
              </p:cNvSpPr>
              <p:nvPr/>
            </p:nvSpPr>
            <p:spPr>
              <a:xfrm>
                <a:off x="2286000" y="1609863"/>
                <a:ext cx="4572000" cy="180991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73077903"/>
      </p:ext>
    </p:extLst>
  </p:cSld>
  <p:clrMapOvr>
    <a:masterClrMapping/>
  </p:clrMapOvr>
</p:sld>
</file>

<file path=ppt/theme/theme1.xml><?xml version="1.0" encoding="utf-8"?>
<a:theme xmlns:a="http://schemas.openxmlformats.org/drawingml/2006/main" name="Office Theme">
  <a:themeElements>
    <a:clrScheme name="Belize Hole Light">
      <a:dk1>
        <a:srgbClr val="737572"/>
      </a:dk1>
      <a:lt1>
        <a:sysClr val="window" lastClr="FFFFFF"/>
      </a:lt1>
      <a:dk2>
        <a:srgbClr val="216BA9"/>
      </a:dk2>
      <a:lt2>
        <a:srgbClr val="FFFFFF"/>
      </a:lt2>
      <a:accent1>
        <a:srgbClr val="216BA9"/>
      </a:accent1>
      <a:accent2>
        <a:srgbClr val="7C8185"/>
      </a:accent2>
      <a:accent3>
        <a:srgbClr val="216BA9"/>
      </a:accent3>
      <a:accent4>
        <a:srgbClr val="7C8185"/>
      </a:accent4>
      <a:accent5>
        <a:srgbClr val="216BA9"/>
      </a:accent5>
      <a:accent6>
        <a:srgbClr val="7C8185"/>
      </a:accent6>
      <a:hlink>
        <a:srgbClr val="216BA9"/>
      </a:hlink>
      <a:folHlink>
        <a:srgbClr val="3B73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oAutofit/>
      </a:bodyPr>
      <a:lstStyle>
        <a:defPPr>
          <a:defRPr sz="2475" b="1" dirty="0">
            <a:solidFill>
              <a:schemeClr val="tx2"/>
            </a:solidFill>
            <a:latin typeface="Open Sans"/>
            <a:cs typeface="Open Sans"/>
          </a:defRPr>
        </a:defPPr>
      </a:lstStyle>
    </a:tx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Belize Hole Light">
      <a:dk1>
        <a:srgbClr val="737572"/>
      </a:dk1>
      <a:lt1>
        <a:sysClr val="window" lastClr="FFFFFF"/>
      </a:lt1>
      <a:dk2>
        <a:srgbClr val="216BA9"/>
      </a:dk2>
      <a:lt2>
        <a:srgbClr val="FFFFFF"/>
      </a:lt2>
      <a:accent1>
        <a:srgbClr val="216BA9"/>
      </a:accent1>
      <a:accent2>
        <a:srgbClr val="7C8185"/>
      </a:accent2>
      <a:accent3>
        <a:srgbClr val="216BA9"/>
      </a:accent3>
      <a:accent4>
        <a:srgbClr val="7C8185"/>
      </a:accent4>
      <a:accent5>
        <a:srgbClr val="216BA9"/>
      </a:accent5>
      <a:accent6>
        <a:srgbClr val="7C8185"/>
      </a:accent6>
      <a:hlink>
        <a:srgbClr val="216BA9"/>
      </a:hlink>
      <a:folHlink>
        <a:srgbClr val="3B73D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noAutofit/>
      </a:bodyPr>
      <a:lstStyle>
        <a:defPPr>
          <a:defRPr sz="2475" b="1" dirty="0">
            <a:solidFill>
              <a:schemeClr val="tx2"/>
            </a:solidFill>
            <a:latin typeface="Open Sans"/>
            <a:cs typeface="Open Sans"/>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12748</TotalTime>
  <Words>5343</Words>
  <Application>Microsoft Macintosh PowerPoint</Application>
  <PresentationFormat>On-screen Show (16:9)</PresentationFormat>
  <Paragraphs>1594</Paragraphs>
  <Slides>27</Slides>
  <Notes>21</Notes>
  <HiddenSlides>2</HiddenSlides>
  <MMClips>0</MMClips>
  <ScaleCrop>false</ScaleCrop>
  <HeadingPairs>
    <vt:vector size="6" baseType="variant">
      <vt:variant>
        <vt:lpstr>Fonts Used</vt:lpstr>
      </vt:variant>
      <vt:variant>
        <vt:i4>17</vt:i4>
      </vt:variant>
      <vt:variant>
        <vt:lpstr>Theme</vt:lpstr>
      </vt:variant>
      <vt:variant>
        <vt:i4>3</vt:i4>
      </vt:variant>
      <vt:variant>
        <vt:lpstr>Slide Titles</vt:lpstr>
      </vt:variant>
      <vt:variant>
        <vt:i4>27</vt:i4>
      </vt:variant>
    </vt:vector>
  </HeadingPairs>
  <TitlesOfParts>
    <vt:vector size="47" baseType="lpstr">
      <vt:lpstr>-apple-system</vt:lpstr>
      <vt:lpstr>.AppleSystemUIFont</vt:lpstr>
      <vt:lpstr>Aptos</vt:lpstr>
      <vt:lpstr>Arial</vt:lpstr>
      <vt:lpstr>Arial Narrow</vt:lpstr>
      <vt:lpstr>Calibri</vt:lpstr>
      <vt:lpstr>Calibri Bold</vt:lpstr>
      <vt:lpstr>Calibri Italic</vt:lpstr>
      <vt:lpstr>Calibri Light</vt:lpstr>
      <vt:lpstr>Cambria</vt:lpstr>
      <vt:lpstr>Cambria Math</vt:lpstr>
      <vt:lpstr>Helvetica</vt:lpstr>
      <vt:lpstr>MuseoSans</vt:lpstr>
      <vt:lpstr>Open Sans</vt:lpstr>
      <vt:lpstr>Times</vt:lpstr>
      <vt:lpstr>Times New Roman</vt:lpstr>
      <vt:lpstr>Verdana</vt:lpstr>
      <vt:lpstr>Office Theme</vt:lpstr>
      <vt:lpstr>1_Custom Design</vt:lpstr>
      <vt:lpstr>1_Office Theme</vt:lpstr>
      <vt:lpstr>PowerPoint Presentation</vt:lpstr>
      <vt:lpstr>Background: Impacts of School Closures</vt:lpstr>
      <vt:lpstr>Goal: Equitable Reopening</vt:lpstr>
      <vt:lpstr>Team Science: UCLA CTSI Population Health Program </vt:lpstr>
      <vt:lpstr>Research Questions</vt:lpstr>
      <vt:lpstr>Modeling Objectives</vt:lpstr>
      <vt:lpstr>Conceptual Model</vt:lpstr>
      <vt:lpstr>What are agent-based models?</vt:lpstr>
      <vt:lpstr>Types of interactions</vt:lpstr>
      <vt:lpstr>Emergent behaviors</vt:lpstr>
      <vt:lpstr>Uses of agent-based models</vt:lpstr>
      <vt:lpstr>Our Model</vt:lpstr>
      <vt:lpstr>Implementation Details</vt:lpstr>
      <vt:lpstr>User Interface: Specifying Assumptions</vt:lpstr>
      <vt:lpstr>User Interface: Visualizing Outcome Trajectories</vt:lpstr>
      <vt:lpstr>Adult Vaccination</vt:lpstr>
      <vt:lpstr>Cluster Computing</vt:lpstr>
      <vt:lpstr>Simulation Sample Size</vt:lpstr>
      <vt:lpstr>Class Size</vt:lpstr>
      <vt:lpstr>Transmission Risk</vt:lpstr>
      <vt:lpstr>Testing Frequency and Sampling Fraction</vt:lpstr>
      <vt:lpstr>Calibration and Validation</vt:lpstr>
      <vt:lpstr>Conclusions</vt:lpstr>
      <vt:lpstr>PowerPoint Presentation</vt:lpstr>
      <vt:lpstr>Learn more about ABMs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Douglas Ezra Morrison</cp:lastModifiedBy>
  <cp:revision>126</cp:revision>
  <cp:lastPrinted>2016-05-19T11:26:30Z</cp:lastPrinted>
  <dcterms:created xsi:type="dcterms:W3CDTF">2015-04-02T00:30:29Z</dcterms:created>
  <dcterms:modified xsi:type="dcterms:W3CDTF">2025-11-14T06:32:51Z</dcterms:modified>
</cp:coreProperties>
</file>